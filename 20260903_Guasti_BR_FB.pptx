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ags/tag2.xml" ContentType="application/vnd.openxmlformats-officedocument.presentationml.tags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theme/theme2.xml" ContentType="application/vnd.openxmlformats-officedocument.theme+xml"/>
  <Override PartName="/ppt/tags/tag3.xml" ContentType="application/vnd.openxmlformats-officedocument.presentationml.tags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theme/theme3.xml" ContentType="application/vnd.openxmlformats-officedocument.theme+xml"/>
  <Override PartName="/ppt/tags/tag4.xml" ContentType="application/vnd.openxmlformats-officedocument.presentationml.tags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theme/theme4.xml" ContentType="application/vnd.openxmlformats-officedocument.them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5.xml" ContentType="application/vnd.openxmlformats-officedocument.theme+xml"/>
  <Override PartName="/ppt/theme/theme6.xml" ContentType="application/vnd.openxmlformats-officedocument.theme+xml"/>
  <Override PartName="/ppt/tags/tag8.xml" ContentType="application/vnd.openxmlformats-officedocument.presentationml.tags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tags/tag9.xml" ContentType="application/vnd.openxmlformats-officedocument.presentationml.tags+xml"/>
  <Override PartName="/ppt/notesSlides/notesSlide2.xml" ContentType="application/vnd.openxmlformats-officedocument.presentationml.notesSlide+xml"/>
  <Override PartName="/ppt/charts/chart3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tags/tag10.xml" ContentType="application/vnd.openxmlformats-officedocument.presentationml.tags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5130" r:id="rId4"/>
    <p:sldMasterId id="2147485739" r:id="rId5"/>
    <p:sldMasterId id="2147485787" r:id="rId6"/>
    <p:sldMasterId id="2147485821" r:id="rId7"/>
  </p:sldMasterIdLst>
  <p:notesMasterIdLst>
    <p:notesMasterId r:id="rId11"/>
  </p:notesMasterIdLst>
  <p:handoutMasterIdLst>
    <p:handoutMasterId r:id="rId12"/>
  </p:handoutMasterIdLst>
  <p:sldIdLst>
    <p:sldId id="2147475776" r:id="rId8"/>
    <p:sldId id="2147483589" r:id="rId9"/>
    <p:sldId id="2147475861" r:id="rId10"/>
  </p:sldIdLst>
  <p:sldSz cx="12192000" cy="6858000"/>
  <p:notesSz cx="7104063" cy="10234613"/>
  <p:custDataLst>
    <p:tags r:id="rId13"/>
  </p:custDataLst>
  <p:defaultTextStyle>
    <a:defPPr>
      <a:defRPr lang="de-DE"/>
    </a:defPPr>
    <a:lvl1pPr marL="0" algn="l" defTabSz="871057" rtl="0" eaLnBrk="1" latinLnBrk="0" hangingPunct="1">
      <a:defRPr sz="1715" kern="1200">
        <a:solidFill>
          <a:schemeClr val="tx1"/>
        </a:solidFill>
        <a:latin typeface="+mn-lt"/>
        <a:ea typeface="+mn-ea"/>
        <a:cs typeface="+mn-cs"/>
      </a:defRPr>
    </a:lvl1pPr>
    <a:lvl2pPr marL="435529" algn="l" defTabSz="871057" rtl="0" eaLnBrk="1" latinLnBrk="0" hangingPunct="1">
      <a:defRPr sz="1715" kern="1200">
        <a:solidFill>
          <a:schemeClr val="tx1"/>
        </a:solidFill>
        <a:latin typeface="+mn-lt"/>
        <a:ea typeface="+mn-ea"/>
        <a:cs typeface="+mn-cs"/>
      </a:defRPr>
    </a:lvl2pPr>
    <a:lvl3pPr marL="871057" algn="l" defTabSz="871057" rtl="0" eaLnBrk="1" latinLnBrk="0" hangingPunct="1">
      <a:defRPr sz="1715" kern="1200">
        <a:solidFill>
          <a:schemeClr val="tx1"/>
        </a:solidFill>
        <a:latin typeface="+mn-lt"/>
        <a:ea typeface="+mn-ea"/>
        <a:cs typeface="+mn-cs"/>
      </a:defRPr>
    </a:lvl3pPr>
    <a:lvl4pPr marL="1306586" algn="l" defTabSz="871057" rtl="0" eaLnBrk="1" latinLnBrk="0" hangingPunct="1">
      <a:defRPr sz="1715" kern="1200">
        <a:solidFill>
          <a:schemeClr val="tx1"/>
        </a:solidFill>
        <a:latin typeface="+mn-lt"/>
        <a:ea typeface="+mn-ea"/>
        <a:cs typeface="+mn-cs"/>
      </a:defRPr>
    </a:lvl4pPr>
    <a:lvl5pPr marL="1742115" algn="l" defTabSz="871057" rtl="0" eaLnBrk="1" latinLnBrk="0" hangingPunct="1">
      <a:defRPr sz="1715" kern="1200">
        <a:solidFill>
          <a:schemeClr val="tx1"/>
        </a:solidFill>
        <a:latin typeface="+mn-lt"/>
        <a:ea typeface="+mn-ea"/>
        <a:cs typeface="+mn-cs"/>
      </a:defRPr>
    </a:lvl5pPr>
    <a:lvl6pPr marL="2177644" algn="l" defTabSz="871057" rtl="0" eaLnBrk="1" latinLnBrk="0" hangingPunct="1">
      <a:defRPr sz="1715" kern="1200">
        <a:solidFill>
          <a:schemeClr val="tx1"/>
        </a:solidFill>
        <a:latin typeface="+mn-lt"/>
        <a:ea typeface="+mn-ea"/>
        <a:cs typeface="+mn-cs"/>
      </a:defRPr>
    </a:lvl6pPr>
    <a:lvl7pPr marL="2613172" algn="l" defTabSz="871057" rtl="0" eaLnBrk="1" latinLnBrk="0" hangingPunct="1">
      <a:defRPr sz="1715" kern="1200">
        <a:solidFill>
          <a:schemeClr val="tx1"/>
        </a:solidFill>
        <a:latin typeface="+mn-lt"/>
        <a:ea typeface="+mn-ea"/>
        <a:cs typeface="+mn-cs"/>
      </a:defRPr>
    </a:lvl7pPr>
    <a:lvl8pPr marL="3048701" algn="l" defTabSz="871057" rtl="0" eaLnBrk="1" latinLnBrk="0" hangingPunct="1">
      <a:defRPr sz="1715" kern="1200">
        <a:solidFill>
          <a:schemeClr val="tx1"/>
        </a:solidFill>
        <a:latin typeface="+mn-lt"/>
        <a:ea typeface="+mn-ea"/>
        <a:cs typeface="+mn-cs"/>
      </a:defRPr>
    </a:lvl8pPr>
    <a:lvl9pPr marL="3484230" algn="l" defTabSz="871057" rtl="0" eaLnBrk="1" latinLnBrk="0" hangingPunct="1">
      <a:defRPr sz="1715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33C7917-DC8F-03FC-CA27-5A029F01A095}" name="Forciniti Samuele" initials="FS" userId="S::samuele.forciniti@a2a.it::480819bb-f085-4abf-931c-d5a737fffd9f" providerId="AD"/>
  <p188:author id="{DF1B2722-F344-9BC1-E3E3-BAEDE78D5EFA}" name="Del Prete Cesare" initials="" userId="S::cesare.delprete@a2a.it::a029d724-0bc7-44f8-8fd0-0fd717e20d1e" providerId="AD"/>
  <p188:author id="{D18D9027-1AAD-7A9E-DFC1-8411F51BC5C0}" name="Parenti Paolo" initials="PP" userId="S::paolo.parenti1@a2a.eu::5150fe05-fe46-4af0-bc5c-7e06c8625ebe" providerId="AD"/>
  <p188:author id="{FD140632-EA67-981B-5025-35B7478AD79C}" name="Forciniti Samuele" initials="FS" userId="S::samuele.forciniti@unareti.it::480819bb-f085-4abf-931c-d5a737fffd9f" providerId="AD"/>
  <p188:author id="{C59F7D34-B5F7-1A2C-43A3-9482C1700437}" name="Marini Ilaria" initials="IM" userId="S::ilaria.marini@a2a.it::532d0ba4-63c7-49ca-b451-6e7d35bd277b" providerId="AD"/>
  <p188:author id="{93EFC43A-06C5-03F7-D77C-5EC32B2E7481}" name="Benevento Lorenzo" initials="BL" userId="S::lorenzo.benevento@unareti.it::f0850962-c348-42fa-9ef4-430187c1327a" providerId="AD"/>
  <p188:author id="{225C4C3B-4B48-88CA-F1F9-896CD3B76C0A}" name="Pegoiani Andrea" initials="PA" userId="S::andrea.pegoiani@unareti.it::cc08701a-0256-4d68-a591-8b0833bae4da" providerId="AD"/>
  <p188:author id="{548D153E-4809-4148-EFD3-4BA65F71BCEC}" name="Benevento Lorenzo" initials="BL" userId="S::lorenzo.benevento@a2a.it::f0850962-c348-42fa-9ef4-430187c1327a" providerId="AD"/>
  <p188:author id="{4E516844-9328-97DC-2D66-D040CA5715B8}" name="Spada Roberto" initials="SR" userId="S::roberto.spada1@a2a.eu::f0dfd6e9-e518-4242-9b59-6a0585d2df72" providerId="AD"/>
  <p188:author id="{B06EFD48-E6F1-4422-5F4F-AB3FBE3CC392}" name="Greco Bartolomeo" initials="BG" userId="S::bartolomeo.greco@a2a.it::14f39cf7-5305-46f8-93b0-76c272805e9d" providerId="AD"/>
  <p188:author id="{55ABA64A-08C5-4AF6-40C7-ABF29E927E57}" name="Marini Ilaria" initials="MI" userId="S::ilaria.marini@a2a.eu::532d0ba4-63c7-49ca-b451-6e7d35bd277b" providerId="AD"/>
  <p188:author id="{8DCAE56B-86F7-2B79-9981-47EF16B44112}" name="Mizzoni Gianluca" initials="MG" userId="S::gianluca.mizzoni@a2a.eu::e8f1b280-0e3a-4097-b39c-a3953c87dd5e" providerId="AD"/>
  <p188:author id="{CF382371-5D26-5EC8-E81E-E9ECFBD35960}" name="Picco Valentina" initials="PV" userId="S::valentina.picco@a2a.it::77a2d68a-5153-4e97-a174-021e14856760" providerId="AD"/>
  <p188:author id="{9B400579-9AEC-C408-0E9E-E7A4328AA8DC}" name="Cavalletto Luca" initials="CL" userId="S::luca.cavalletto@unareti.it::1912d98a-d4a1-4a3e-9a79-8865fc9c837b" providerId="AD"/>
  <p188:author id="{F27D0587-FA00-ECAC-2D95-7E18ED3CC5B8}" name="Greco Emily" initials="EG" userId="S::emily.greco@a2a.it::4b64a3b9-ecd4-4038-9c4a-1d8a25a676f4" providerId="AD"/>
  <p188:author id="{F537C48F-FEA3-2EB5-35EC-10C523FFEA32}" name="Parenti Paolo" initials="" userId="S::paolo.parenti1@a2a.it::5150fe05-fe46-4af0-bc5c-7e06c8625ebe" providerId="AD"/>
  <p188:author id="{784BC192-A842-779B-F070-462292D71C32}" name="Rinoldi Marta" initials="RM" userId="S::marta.rinoldi@a2a.eu::6b28eb48-db3e-417d-be3c-6726d72e08a2" providerId="AD"/>
  <p188:author id="{4E631895-93F7-274E-C90E-F7E7F150DC3D}" name="Livi Matteo" initials="" userId="S::matteo.livi@a2a.eu::81ff0107-ec58-44a4-92aa-29328e8031a6" providerId="AD"/>
  <p188:author id="{777F21B3-1800-C95A-F688-70665D8E3345}" name="Tagliani Franco" initials="TF" userId="S::franco.tagliani@unareti.it::f2facf15-c6fd-4d03-8897-cdf10c1f4d35" providerId="AD"/>
  <p188:author id="{66D7C7B3-33DA-0787-64B4-A9BB38AFC64D}" name="Tagliani Franco" initials="FT" userId="S::franco.tagliani@a2a.it::f2facf15-c6fd-4d03-8897-cdf10c1f4d35" providerId="AD"/>
  <p188:author id="{CA06C8B3-7405-2E27-EDB9-62F87E7C6D76}" name="Rinoldi Marta" initials="MR" userId="S::marta.rinoldi@a2a.it::6b28eb48-db3e-417d-be3c-6726d72e08a2" providerId="AD"/>
  <p188:author id="{AB1CB0B5-AF45-706B-D76E-58152302C2C3}" name="Bigliani Edoardo" initials="EB" userId="S::edoardo.bigliani@a2a.it::8a238b7e-439c-4126-82b9-85aba072a1cc" providerId="AD"/>
  <p188:author id="{BD17B2B9-E908-AAF4-80D3-995852928E31}" name="Pegoiani Andrea" initials="AP" userId="S::andrea.pegoiani@a2a.it::cc08701a-0256-4d68-a591-8b0833bae4da" providerId="AD"/>
  <p188:author id="{646DA0BD-1F69-DF7F-05AD-6FD5AA32D041}" name="Trapasso Diego Massimo" initials="DT" userId="S::diego.trapasso@a2a.it::1bd95e14-9058-4624-baf7-8ffb7ad5a5b9" providerId="AD"/>
  <p188:author id="{C39C18C2-D3F4-F08B-D096-93BE3F4A528D}" name="Mizzoni Gianluca" initials="GM" userId="S::gianluca.mizzoni@a2a.it::e8f1b280-0e3a-4097-b39c-a3953c87dd5e" providerId="AD"/>
  <p188:author id="{08C8C7C5-2728-36B2-EE05-D7C25D95E580}" name="Spada Roberto" initials="" userId="S::roberto.spada1@a2a.it::f0dfd6e9-e518-4242-9b59-6a0585d2df72" providerId="AD"/>
  <p188:author id="{4926DFCA-F8DC-9068-415A-5CBD4CC690D5}" name="Bigliani Edoardo" initials="EB" userId="S::edoardo.bigliani@unareti.it::8a238b7e-439c-4126-82b9-85aba072a1cc" providerId="AD"/>
  <p188:author id="{7BC852D8-BD38-B89C-821B-498B82F45C13}" name="Marcovati Andrea" initials="" userId="S::andrea.marcovati@a2a.it::c8fd930c-18a6-46fd-9aaa-91e39d9887f9" providerId="AD"/>
  <p188:author id="{E7C36BFA-17DB-8A13-4F70-411299FB104B}" name="Greco Bartolomeo" initials="GB" userId="S::bartolomeo.greco@a2a.eu::14f39cf7-5305-46f8-93b0-76c272805e9d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558FF"/>
    <a:srgbClr val="E91E63"/>
    <a:srgbClr val="505050"/>
    <a:srgbClr val="009FDA"/>
    <a:srgbClr val="7F7F7F"/>
    <a:srgbClr val="50D0FF"/>
    <a:srgbClr val="004899"/>
    <a:srgbClr val="FF0000"/>
    <a:srgbClr val="EDC603"/>
    <a:srgbClr val="FFCC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FA98A49-5331-4F68-B9E0-13501FBD9222}" v="109" dt="2026-09-14T13:23:04.722"/>
  </p1510:revLst>
</p1510:revInfo>
</file>

<file path=ppt/tableStyles.xml><?xml version="1.0" encoding="utf-8"?>
<a:tblStyleLst xmlns:a="http://schemas.openxmlformats.org/drawingml/2006/main" def="{5940675A-B579-460E-94D1-54222C63F5DA}">
  <a:tblStyle styleId="{F5AB1C69-6EDB-4FF4-983F-18BD219EF322}" styleName="Mittlere Formatvorlage 2 - Akz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Keine Formatvorlage, kei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Keine Formatvorlage, Tabellen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8EC20E35-A176-4012-BC5E-935CFFF8708E}" styleName="Stile medio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E25E649-3F16-4E02-A733-19D2CDBF48F0}" styleName="Stile medio 3 - Colore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Stile medio 1 - Color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Stile chiaro 2 - Colore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B4B98B0-60AC-42C2-AFA5-B58CD77FA1E5}" styleName="Stile chiaro 1 - Color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C89EF96-8CEA-46FF-86C4-4CE0E7609802}" styleName="Stile chiaro 3 - Colore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D113A9D2-9D6B-4929-AA2D-F23B5EE8CBE7}" styleName="Stile con tema 2 - Colore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03447BB-5D67-496B-8E87-E561075AD55C}" styleName="Stile scuro 1 - Colore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7DF18680-E054-41AD-8BC1-D1AEF772440D}" styleName="Stile medio 2 - Colore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Stile medio 2 - Colore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7292A2E-F333-43FB-9621-5CBBE7FDCDCB}" styleName="Stile chiaro 2 - Colore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0E3FDE45-AF77-4B5C-9715-49D594BDF05E}" styleName="Stile chiaro 1 - Colore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9D7B26C5-4107-4FEC-AEDC-1716B250A1EF}" styleName="Stile chiar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27102A9-8310-4765-A935-A1911B00CA55}" styleName="Stile chiaro 1 - Colore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Stile chiaro 1 - Colore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9CF1AB2-1976-4502-BF36-3FF5EA218861}" styleName="Stile medio 4 - Color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E269D01E-BC32-4049-B463-5C60D7B0CCD2}" styleName="Stile con tema 2 - Colore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21E4AEA4-8DFA-4A89-87EB-49C32662AFE0}" styleName="Stile medio 2 - Color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234" autoAdjust="0"/>
    <p:restoredTop sz="96622" autoAdjust="0"/>
  </p:normalViewPr>
  <p:slideViewPr>
    <p:cSldViewPr snapToGrid="0">
      <p:cViewPr varScale="1">
        <p:scale>
          <a:sx n="150" d="100"/>
          <a:sy n="150" d="100"/>
        </p:scale>
        <p:origin x="100" y="3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tags" Target="tags/tag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microsoft.com/office/2018/10/relationships/authors" Target="authors.xml"/><Relationship Id="rId7" Type="http://schemas.openxmlformats.org/officeDocument/2006/relationships/slideMaster" Target="slideMasters/slideMaster4.xml"/><Relationship Id="rId12" Type="http://schemas.openxmlformats.org/officeDocument/2006/relationships/handoutMaster" Target="handoutMasters/handoutMaster1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notesMaster" Target="notesMasters/notesMaster1.xml"/><Relationship Id="rId5" Type="http://schemas.openxmlformats.org/officeDocument/2006/relationships/slideMaster" Target="slideMasters/slideMaster2.xml"/><Relationship Id="rId15" Type="http://schemas.openxmlformats.org/officeDocument/2006/relationships/presProps" Target="presProps.xml"/><Relationship Id="rId10" Type="http://schemas.openxmlformats.org/officeDocument/2006/relationships/slide" Target="slides/slide3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commentAuthors" Target="comment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ella Giustina Davide" userId="933b2725-7a21-4c70-9b03-633d9660d7c9" providerId="ADAL" clId="{F6C13A73-7853-4133-97B5-6C34AAFC8507}"/>
    <pc:docChg chg="undo custSel addSld delSld modSld sldOrd delMainMaster delSection modSection">
      <pc:chgData name="Della Giustina Davide" userId="933b2725-7a21-4c70-9b03-633d9660d7c9" providerId="ADAL" clId="{F6C13A73-7853-4133-97B5-6C34AAFC8507}" dt="2026-09-14T13:25:14.195" v="2939" actId="478"/>
      <pc:docMkLst>
        <pc:docMk/>
      </pc:docMkLst>
      <pc:sldChg chg="addSp add del mod">
        <pc:chgData name="Della Giustina Davide" userId="933b2725-7a21-4c70-9b03-633d9660d7c9" providerId="ADAL" clId="{F6C13A73-7853-4133-97B5-6C34AAFC8507}" dt="2026-09-14T13:21:16.803" v="2865" actId="47"/>
        <pc:sldMkLst>
          <pc:docMk/>
          <pc:sldMk cId="464555383" sldId="2147470254"/>
        </pc:sldMkLst>
      </pc:sldChg>
      <pc:sldChg chg="add del">
        <pc:chgData name="Della Giustina Davide" userId="933b2725-7a21-4c70-9b03-633d9660d7c9" providerId="ADAL" clId="{F6C13A73-7853-4133-97B5-6C34AAFC8507}" dt="2026-09-14T13:21:16.803" v="2865" actId="47"/>
        <pc:sldMkLst>
          <pc:docMk/>
          <pc:sldMk cId="3964963741" sldId="2147470264"/>
        </pc:sldMkLst>
      </pc:sldChg>
      <pc:sldChg chg="add del">
        <pc:chgData name="Della Giustina Davide" userId="933b2725-7a21-4c70-9b03-633d9660d7c9" providerId="ADAL" clId="{F6C13A73-7853-4133-97B5-6C34AAFC8507}" dt="2026-09-14T13:21:16.803" v="2865" actId="47"/>
        <pc:sldMkLst>
          <pc:docMk/>
          <pc:sldMk cId="2374234974" sldId="2147470268"/>
        </pc:sldMkLst>
      </pc:sldChg>
      <pc:sldChg chg="add del">
        <pc:chgData name="Della Giustina Davide" userId="933b2725-7a21-4c70-9b03-633d9660d7c9" providerId="ADAL" clId="{F6C13A73-7853-4133-97B5-6C34AAFC8507}" dt="2026-09-14T13:21:16.803" v="2865" actId="47"/>
        <pc:sldMkLst>
          <pc:docMk/>
          <pc:sldMk cId="2393653543" sldId="2147470284"/>
        </pc:sldMkLst>
      </pc:sldChg>
      <pc:sldChg chg="add del">
        <pc:chgData name="Della Giustina Davide" userId="933b2725-7a21-4c70-9b03-633d9660d7c9" providerId="ADAL" clId="{F6C13A73-7853-4133-97B5-6C34AAFC8507}" dt="2026-09-14T13:21:16.803" v="2865" actId="47"/>
        <pc:sldMkLst>
          <pc:docMk/>
          <pc:sldMk cId="1286102705" sldId="2147470286"/>
        </pc:sldMkLst>
      </pc:sldChg>
      <pc:sldChg chg="add del">
        <pc:chgData name="Della Giustina Davide" userId="933b2725-7a21-4c70-9b03-633d9660d7c9" providerId="ADAL" clId="{F6C13A73-7853-4133-97B5-6C34AAFC8507}" dt="2026-09-14T13:21:16.803" v="2865" actId="47"/>
        <pc:sldMkLst>
          <pc:docMk/>
          <pc:sldMk cId="2921590189" sldId="2147470287"/>
        </pc:sldMkLst>
      </pc:sldChg>
      <pc:sldChg chg="addSp delSp modSp mod delAnim">
        <pc:chgData name="Della Giustina Davide" userId="933b2725-7a21-4c70-9b03-633d9660d7c9" providerId="ADAL" clId="{F6C13A73-7853-4133-97B5-6C34AAFC8507}" dt="2026-09-14T12:52:33.513" v="2257" actId="478"/>
        <pc:sldMkLst>
          <pc:docMk/>
          <pc:sldMk cId="809229574" sldId="2147475776"/>
        </pc:sldMkLst>
        <pc:spChg chg="add del">
          <ac:chgData name="Della Giustina Davide" userId="933b2725-7a21-4c70-9b03-633d9660d7c9" providerId="ADAL" clId="{F6C13A73-7853-4133-97B5-6C34AAFC8507}" dt="2026-09-11T07:13:47.656" v="1269" actId="478"/>
          <ac:spMkLst>
            <pc:docMk/>
            <pc:sldMk cId="809229574" sldId="2147475776"/>
            <ac:spMk id="14" creationId="{75B4E300-9DBF-0548-843C-C1B14C23BA47}"/>
          </ac:spMkLst>
        </pc:spChg>
        <pc:spChg chg="add del mod">
          <ac:chgData name="Della Giustina Davide" userId="933b2725-7a21-4c70-9b03-633d9660d7c9" providerId="ADAL" clId="{F6C13A73-7853-4133-97B5-6C34AAFC8507}" dt="2026-09-14T12:52:33.513" v="2257" actId="478"/>
          <ac:spMkLst>
            <pc:docMk/>
            <pc:sldMk cId="809229574" sldId="2147475776"/>
            <ac:spMk id="20" creationId="{98E4A5FC-740A-DA8E-71FA-F0A89F091AA5}"/>
          </ac:spMkLst>
        </pc:spChg>
        <pc:grpChg chg="mod">
          <ac:chgData name="Della Giustina Davide" userId="933b2725-7a21-4c70-9b03-633d9660d7c9" providerId="ADAL" clId="{F6C13A73-7853-4133-97B5-6C34AAFC8507}" dt="2026-09-11T07:08:00.521" v="1085" actId="1038"/>
          <ac:grpSpMkLst>
            <pc:docMk/>
            <pc:sldMk cId="809229574" sldId="2147475776"/>
            <ac:grpSpMk id="30" creationId="{10812284-9AE5-29EC-2263-40AE446133C2}"/>
          </ac:grpSpMkLst>
        </pc:grpChg>
        <pc:grpChg chg="mod">
          <ac:chgData name="Della Giustina Davide" userId="933b2725-7a21-4c70-9b03-633d9660d7c9" providerId="ADAL" clId="{F6C13A73-7853-4133-97B5-6C34AAFC8507}" dt="2026-09-11T07:06:10.985" v="1042" actId="1037"/>
          <ac:grpSpMkLst>
            <pc:docMk/>
            <pc:sldMk cId="809229574" sldId="2147475776"/>
            <ac:grpSpMk id="32" creationId="{FF8AC320-B778-7CB6-71EA-0E64C6C1F3E6}"/>
          </ac:grpSpMkLst>
        </pc:grpChg>
        <pc:graphicFrameChg chg="add mod modGraphic">
          <ac:chgData name="Della Giustina Davide" userId="933b2725-7a21-4c70-9b03-633d9660d7c9" providerId="ADAL" clId="{F6C13A73-7853-4133-97B5-6C34AAFC8507}" dt="2026-09-11T07:29:05.237" v="1440" actId="207"/>
          <ac:graphicFrameMkLst>
            <pc:docMk/>
            <pc:sldMk cId="809229574" sldId="2147475776"/>
            <ac:graphicFrameMk id="4" creationId="{64012F7E-53D4-32AC-7F35-3B73FB63359D}"/>
          </ac:graphicFrameMkLst>
        </pc:graphicFrameChg>
      </pc:sldChg>
      <pc:sldChg chg="del ord">
        <pc:chgData name="Della Giustina Davide" userId="933b2725-7a21-4c70-9b03-633d9660d7c9" providerId="ADAL" clId="{F6C13A73-7853-4133-97B5-6C34AAFC8507}" dt="2026-09-14T13:21:16.803" v="2865" actId="47"/>
        <pc:sldMkLst>
          <pc:docMk/>
          <pc:sldMk cId="2261233720" sldId="2147475860"/>
        </pc:sldMkLst>
      </pc:sldChg>
      <pc:sldChg chg="addSp delSp modSp add mod ord delAnim modAnim">
        <pc:chgData name="Della Giustina Davide" userId="933b2725-7a21-4c70-9b03-633d9660d7c9" providerId="ADAL" clId="{F6C13A73-7853-4133-97B5-6C34AAFC8507}" dt="2026-09-14T13:25:14.195" v="2939" actId="478"/>
        <pc:sldMkLst>
          <pc:docMk/>
          <pc:sldMk cId="2578958669" sldId="2147475861"/>
        </pc:sldMkLst>
        <pc:spChg chg="add del mod">
          <ac:chgData name="Della Giustina Davide" userId="933b2725-7a21-4c70-9b03-633d9660d7c9" providerId="ADAL" clId="{F6C13A73-7853-4133-97B5-6C34AAFC8507}" dt="2026-09-14T13:25:14.195" v="2939" actId="478"/>
          <ac:spMkLst>
            <pc:docMk/>
            <pc:sldMk cId="2578958669" sldId="2147475861"/>
            <ac:spMk id="4" creationId="{260E87B9-CCBD-640B-88A2-2312DBA60632}"/>
          </ac:spMkLst>
        </pc:spChg>
        <pc:spChg chg="add del mod">
          <ac:chgData name="Della Giustina Davide" userId="933b2725-7a21-4c70-9b03-633d9660d7c9" providerId="ADAL" clId="{F6C13A73-7853-4133-97B5-6C34AAFC8507}" dt="2026-09-14T12:59:15.991" v="2356" actId="478"/>
          <ac:spMkLst>
            <pc:docMk/>
            <pc:sldMk cId="2578958669" sldId="2147475861"/>
            <ac:spMk id="5" creationId="{A6B0BADC-B182-373A-E053-90D58B519521}"/>
          </ac:spMkLst>
        </pc:spChg>
        <pc:spChg chg="add del mod">
          <ac:chgData name="Della Giustina Davide" userId="933b2725-7a21-4c70-9b03-633d9660d7c9" providerId="ADAL" clId="{F6C13A73-7853-4133-97B5-6C34AAFC8507}" dt="2026-09-14T12:53:56.913" v="2269" actId="478"/>
          <ac:spMkLst>
            <pc:docMk/>
            <pc:sldMk cId="2578958669" sldId="2147475861"/>
            <ac:spMk id="7" creationId="{4CE189DA-8387-9F87-44C4-3359EC6215E1}"/>
          </ac:spMkLst>
        </pc:spChg>
        <pc:spChg chg="del mod">
          <ac:chgData name="Della Giustina Davide" userId="933b2725-7a21-4c70-9b03-633d9660d7c9" providerId="ADAL" clId="{F6C13A73-7853-4133-97B5-6C34AAFC8507}" dt="2026-09-14T12:54:00.492" v="2271" actId="478"/>
          <ac:spMkLst>
            <pc:docMk/>
            <pc:sldMk cId="2578958669" sldId="2147475861"/>
            <ac:spMk id="10" creationId="{41CB2247-5D35-3873-84F6-CDF8F8612FB9}"/>
          </ac:spMkLst>
        </pc:spChg>
        <pc:spChg chg="mod">
          <ac:chgData name="Della Giustina Davide" userId="933b2725-7a21-4c70-9b03-633d9660d7c9" providerId="ADAL" clId="{F6C13A73-7853-4133-97B5-6C34AAFC8507}" dt="2026-09-14T13:17:14.064" v="2580" actId="20577"/>
          <ac:spMkLst>
            <pc:docMk/>
            <pc:sldMk cId="2578958669" sldId="2147475861"/>
            <ac:spMk id="15" creationId="{DE3107D0-FAEE-A607-694F-75FC449C9508}"/>
          </ac:spMkLst>
        </pc:spChg>
        <pc:spChg chg="mod topLvl">
          <ac:chgData name="Della Giustina Davide" userId="933b2725-7a21-4c70-9b03-633d9660d7c9" providerId="ADAL" clId="{F6C13A73-7853-4133-97B5-6C34AAFC8507}" dt="2026-09-14T13:20:32.063" v="2864" actId="20577"/>
          <ac:spMkLst>
            <pc:docMk/>
            <pc:sldMk cId="2578958669" sldId="2147475861"/>
            <ac:spMk id="17" creationId="{BA22CC00-1675-FDC0-C7AB-2F677BBE67F5}"/>
          </ac:spMkLst>
        </pc:spChg>
        <pc:spChg chg="add del mod">
          <ac:chgData name="Della Giustina Davide" userId="933b2725-7a21-4c70-9b03-633d9660d7c9" providerId="ADAL" clId="{F6C13A73-7853-4133-97B5-6C34AAFC8507}" dt="2026-09-14T13:15:51.174" v="2537" actId="478"/>
          <ac:spMkLst>
            <pc:docMk/>
            <pc:sldMk cId="2578958669" sldId="2147475861"/>
            <ac:spMk id="20" creationId="{2815967D-540E-ED42-A93A-4ECCE29FBCFE}"/>
          </ac:spMkLst>
        </pc:spChg>
        <pc:spChg chg="add del mod">
          <ac:chgData name="Della Giustina Davide" userId="933b2725-7a21-4c70-9b03-633d9660d7c9" providerId="ADAL" clId="{F6C13A73-7853-4133-97B5-6C34AAFC8507}" dt="2026-09-14T13:15:51.174" v="2537" actId="478"/>
          <ac:spMkLst>
            <pc:docMk/>
            <pc:sldMk cId="2578958669" sldId="2147475861"/>
            <ac:spMk id="21" creationId="{CFD299BF-F484-917D-82E9-0ECD03FC5D70}"/>
          </ac:spMkLst>
        </pc:spChg>
        <pc:spChg chg="add del mod">
          <ac:chgData name="Della Giustina Davide" userId="933b2725-7a21-4c70-9b03-633d9660d7c9" providerId="ADAL" clId="{F6C13A73-7853-4133-97B5-6C34AAFC8507}" dt="2026-09-14T13:15:54.548" v="2540" actId="478"/>
          <ac:spMkLst>
            <pc:docMk/>
            <pc:sldMk cId="2578958669" sldId="2147475861"/>
            <ac:spMk id="22" creationId="{36C282CC-D295-48A8-B28C-41D749ECFDDD}"/>
          </ac:spMkLst>
        </pc:spChg>
        <pc:spChg chg="add del mod">
          <ac:chgData name="Della Giustina Davide" userId="933b2725-7a21-4c70-9b03-633d9660d7c9" providerId="ADAL" clId="{F6C13A73-7853-4133-97B5-6C34AAFC8507}" dt="2026-09-14T13:15:53.603" v="2539" actId="478"/>
          <ac:spMkLst>
            <pc:docMk/>
            <pc:sldMk cId="2578958669" sldId="2147475861"/>
            <ac:spMk id="23" creationId="{CF492EEE-63D3-2E20-73B8-C9A9CE21101F}"/>
          </ac:spMkLst>
        </pc:spChg>
        <pc:spChg chg="mod topLvl">
          <ac:chgData name="Della Giustina Davide" userId="933b2725-7a21-4c70-9b03-633d9660d7c9" providerId="ADAL" clId="{F6C13A73-7853-4133-97B5-6C34AAFC8507}" dt="2026-09-14T13:25:02.490" v="2932" actId="14100"/>
          <ac:spMkLst>
            <pc:docMk/>
            <pc:sldMk cId="2578958669" sldId="2147475861"/>
            <ac:spMk id="24" creationId="{4E7FF5A4-C19E-F048-E1E4-A012E92BD01D}"/>
          </ac:spMkLst>
        </pc:spChg>
        <pc:spChg chg="add mod">
          <ac:chgData name="Della Giustina Davide" userId="933b2725-7a21-4c70-9b03-633d9660d7c9" providerId="ADAL" clId="{F6C13A73-7853-4133-97B5-6C34AAFC8507}" dt="2026-09-14T13:25:11.201" v="2937" actId="6549"/>
          <ac:spMkLst>
            <pc:docMk/>
            <pc:sldMk cId="2578958669" sldId="2147475861"/>
            <ac:spMk id="25" creationId="{509408C8-777E-C0F1-01F3-14713B4FADA5}"/>
          </ac:spMkLst>
        </pc:spChg>
        <pc:spChg chg="add del mod">
          <ac:chgData name="Della Giustina Davide" userId="933b2725-7a21-4c70-9b03-633d9660d7c9" providerId="ADAL" clId="{F6C13A73-7853-4133-97B5-6C34AAFC8507}" dt="2026-09-14T13:25:12.887" v="2938" actId="478"/>
          <ac:spMkLst>
            <pc:docMk/>
            <pc:sldMk cId="2578958669" sldId="2147475861"/>
            <ac:spMk id="26" creationId="{6139E245-312F-4B7C-4EF4-14B0D7BFDC2F}"/>
          </ac:spMkLst>
        </pc:spChg>
        <pc:spChg chg="add del mod ord">
          <ac:chgData name="Della Giustina Davide" userId="933b2725-7a21-4c70-9b03-633d9660d7c9" providerId="ADAL" clId="{F6C13A73-7853-4133-97B5-6C34AAFC8507}" dt="2026-09-14T12:59:18.676" v="2358" actId="478"/>
          <ac:spMkLst>
            <pc:docMk/>
            <pc:sldMk cId="2578958669" sldId="2147475861"/>
            <ac:spMk id="29" creationId="{341809E5-84EB-EF8E-8C05-70BB8D401303}"/>
          </ac:spMkLst>
        </pc:spChg>
        <pc:spChg chg="add del">
          <ac:chgData name="Della Giustina Davide" userId="933b2725-7a21-4c70-9b03-633d9660d7c9" providerId="ADAL" clId="{F6C13A73-7853-4133-97B5-6C34AAFC8507}" dt="2026-09-14T13:17:56.209" v="2583" actId="22"/>
          <ac:spMkLst>
            <pc:docMk/>
            <pc:sldMk cId="2578958669" sldId="2147475861"/>
            <ac:spMk id="40" creationId="{C4E956EA-0278-8020-6B39-B02AC42B45F0}"/>
          </ac:spMkLst>
        </pc:spChg>
        <pc:spChg chg="mod topLvl">
          <ac:chgData name="Della Giustina Davide" userId="933b2725-7a21-4c70-9b03-633d9660d7c9" providerId="ADAL" clId="{F6C13A73-7853-4133-97B5-6C34AAFC8507}" dt="2026-09-14T13:19:32.399" v="2651" actId="1076"/>
          <ac:spMkLst>
            <pc:docMk/>
            <pc:sldMk cId="2578958669" sldId="2147475861"/>
            <ac:spMk id="43" creationId="{86784D9A-7860-9971-F85A-9C86CDBD7DCA}"/>
          </ac:spMkLst>
        </pc:spChg>
        <pc:spChg chg="add mod">
          <ac:chgData name="Della Giustina Davide" userId="933b2725-7a21-4c70-9b03-633d9660d7c9" providerId="ADAL" clId="{F6C13A73-7853-4133-97B5-6C34AAFC8507}" dt="2026-09-14T13:20:18.026" v="2847" actId="1076"/>
          <ac:spMkLst>
            <pc:docMk/>
            <pc:sldMk cId="2578958669" sldId="2147475861"/>
            <ac:spMk id="45" creationId="{D77CCA0A-E1BC-460F-5A5E-54ADEC71004B}"/>
          </ac:spMkLst>
        </pc:spChg>
        <pc:spChg chg="add mod">
          <ac:chgData name="Della Giustina Davide" userId="933b2725-7a21-4c70-9b03-633d9660d7c9" providerId="ADAL" clId="{F6C13A73-7853-4133-97B5-6C34AAFC8507}" dt="2026-09-14T13:20:26.913" v="2852" actId="20577"/>
          <ac:spMkLst>
            <pc:docMk/>
            <pc:sldMk cId="2578958669" sldId="2147475861"/>
            <ac:spMk id="47" creationId="{C7F2FAD4-D89F-71D2-F52E-341A9757B892}"/>
          </ac:spMkLst>
        </pc:spChg>
        <pc:spChg chg="add del mod ord">
          <ac:chgData name="Della Giustina Davide" userId="933b2725-7a21-4c70-9b03-633d9660d7c9" providerId="ADAL" clId="{F6C13A73-7853-4133-97B5-6C34AAFC8507}" dt="2026-09-14T12:59:18.676" v="2358" actId="478"/>
          <ac:spMkLst>
            <pc:docMk/>
            <pc:sldMk cId="2578958669" sldId="2147475861"/>
            <ac:spMk id="89" creationId="{E79BF5B1-4BDF-400A-AEFA-41058E72FC4D}"/>
          </ac:spMkLst>
        </pc:spChg>
        <pc:spChg chg="add del mod">
          <ac:chgData name="Della Giustina Davide" userId="933b2725-7a21-4c70-9b03-633d9660d7c9" providerId="ADAL" clId="{F6C13A73-7853-4133-97B5-6C34AAFC8507}" dt="2026-09-14T12:59:18.676" v="2358" actId="478"/>
          <ac:spMkLst>
            <pc:docMk/>
            <pc:sldMk cId="2578958669" sldId="2147475861"/>
            <ac:spMk id="97" creationId="{60E0F241-1395-C2D8-5C68-A5F01DD1B8F9}"/>
          </ac:spMkLst>
        </pc:spChg>
        <pc:grpChg chg="add del mod ord">
          <ac:chgData name="Della Giustina Davide" userId="933b2725-7a21-4c70-9b03-633d9660d7c9" providerId="ADAL" clId="{F6C13A73-7853-4133-97B5-6C34AAFC8507}" dt="2026-09-14T13:19:18.993" v="2642" actId="165"/>
          <ac:grpSpMkLst>
            <pc:docMk/>
            <pc:sldMk cId="2578958669" sldId="2147475861"/>
            <ac:grpSpMk id="41" creationId="{1F1BBA58-9971-CD92-8482-075BCCD61EB5}"/>
          </ac:grpSpMkLst>
        </pc:grpChg>
        <pc:grpChg chg="add del mod">
          <ac:chgData name="Della Giustina Davide" userId="933b2725-7a21-4c70-9b03-633d9660d7c9" providerId="ADAL" clId="{F6C13A73-7853-4133-97B5-6C34AAFC8507}" dt="2026-09-14T12:59:16.669" v="2357" actId="478"/>
          <ac:grpSpMkLst>
            <pc:docMk/>
            <pc:sldMk cId="2578958669" sldId="2147475861"/>
            <ac:grpSpMk id="98" creationId="{C8A50D3A-BD83-0FB3-7C12-0C05EFDB6F02}"/>
          </ac:grpSpMkLst>
        </pc:grpChg>
        <pc:grpChg chg="add del mod">
          <ac:chgData name="Della Giustina Davide" userId="933b2725-7a21-4c70-9b03-633d9660d7c9" providerId="ADAL" clId="{F6C13A73-7853-4133-97B5-6C34AAFC8507}" dt="2026-09-14T12:59:18.676" v="2358" actId="478"/>
          <ac:grpSpMkLst>
            <pc:docMk/>
            <pc:sldMk cId="2578958669" sldId="2147475861"/>
            <ac:grpSpMk id="100" creationId="{3C5A999B-24F0-5358-71AA-DE7322C2FC9C}"/>
          </ac:grpSpMkLst>
        </pc:grpChg>
        <pc:grpChg chg="add del mod">
          <ac:chgData name="Della Giustina Davide" userId="933b2725-7a21-4c70-9b03-633d9660d7c9" providerId="ADAL" clId="{F6C13A73-7853-4133-97B5-6C34AAFC8507}" dt="2026-09-14T12:59:18.676" v="2358" actId="478"/>
          <ac:grpSpMkLst>
            <pc:docMk/>
            <pc:sldMk cId="2578958669" sldId="2147475861"/>
            <ac:grpSpMk id="105" creationId="{C011007E-2197-6546-021A-C7F8CF02F492}"/>
          </ac:grpSpMkLst>
        </pc:grpChg>
        <pc:graphicFrameChg chg="add del mod">
          <ac:chgData name="Della Giustina Davide" userId="933b2725-7a21-4c70-9b03-633d9660d7c9" providerId="ADAL" clId="{F6C13A73-7853-4133-97B5-6C34AAFC8507}" dt="2026-09-14T13:15:51.174" v="2537" actId="478"/>
          <ac:graphicFrameMkLst>
            <pc:docMk/>
            <pc:sldMk cId="2578958669" sldId="2147475861"/>
            <ac:graphicFrameMk id="2" creationId="{80210692-96EC-203F-8E12-0B036011C900}"/>
          </ac:graphicFrameMkLst>
        </pc:graphicFrameChg>
        <pc:graphicFrameChg chg="add del mod modGraphic">
          <ac:chgData name="Della Giustina Davide" userId="933b2725-7a21-4c70-9b03-633d9660d7c9" providerId="ADAL" clId="{F6C13A73-7853-4133-97B5-6C34AAFC8507}" dt="2026-09-14T12:53:56.913" v="2269" actId="478"/>
          <ac:graphicFrameMkLst>
            <pc:docMk/>
            <pc:sldMk cId="2578958669" sldId="2147475861"/>
            <ac:graphicFrameMk id="8" creationId="{C58EF46C-51F4-CC70-8EFC-E6CC0F2965D9}"/>
          </ac:graphicFrameMkLst>
        </pc:graphicFrameChg>
        <pc:graphicFrameChg chg="add del mod">
          <ac:chgData name="Della Giustina Davide" userId="933b2725-7a21-4c70-9b03-633d9660d7c9" providerId="ADAL" clId="{F6C13A73-7853-4133-97B5-6C34AAFC8507}" dt="2026-09-14T12:59:18.676" v="2358" actId="478"/>
          <ac:graphicFrameMkLst>
            <pc:docMk/>
            <pc:sldMk cId="2578958669" sldId="2147475861"/>
            <ac:graphicFrameMk id="27" creationId="{35EE1CCB-F324-C794-B5C1-A72BACA29E9C}"/>
          </ac:graphicFrameMkLst>
        </pc:graphicFrameChg>
        <pc:picChg chg="add mod">
          <ac:chgData name="Della Giustina Davide" userId="933b2725-7a21-4c70-9b03-633d9660d7c9" providerId="ADAL" clId="{F6C13A73-7853-4133-97B5-6C34AAFC8507}" dt="2026-09-14T13:18:02.161" v="2584" actId="1076"/>
          <ac:picMkLst>
            <pc:docMk/>
            <pc:sldMk cId="2578958669" sldId="2147475861"/>
            <ac:picMk id="38" creationId="{58504AAE-0B88-E7B6-2772-68751FDC16D7}"/>
          </ac:picMkLst>
        </pc:picChg>
        <pc:picChg chg="mod topLvl">
          <ac:chgData name="Della Giustina Davide" userId="933b2725-7a21-4c70-9b03-633d9660d7c9" providerId="ADAL" clId="{F6C13A73-7853-4133-97B5-6C34AAFC8507}" dt="2026-09-14T13:19:25.175" v="2648" actId="1076"/>
          <ac:picMkLst>
            <pc:docMk/>
            <pc:sldMk cId="2578958669" sldId="2147475861"/>
            <ac:picMk id="42" creationId="{B779C790-58AB-9B90-1973-423D63C93A8D}"/>
          </ac:picMkLst>
        </pc:picChg>
        <pc:cxnChg chg="add del mod">
          <ac:chgData name="Della Giustina Davide" userId="933b2725-7a21-4c70-9b03-633d9660d7c9" providerId="ADAL" clId="{F6C13A73-7853-4133-97B5-6C34AAFC8507}" dt="2026-09-14T13:15:51.174" v="2537" actId="478"/>
          <ac:cxnSpMkLst>
            <pc:docMk/>
            <pc:sldMk cId="2578958669" sldId="2147475861"/>
            <ac:cxnSpMk id="4" creationId="{DC6F8DE9-CAB5-91A3-E040-8086D258BB6F}"/>
          </ac:cxnSpMkLst>
        </pc:cxnChg>
        <pc:cxnChg chg="add del mod">
          <ac:chgData name="Della Giustina Davide" userId="933b2725-7a21-4c70-9b03-633d9660d7c9" providerId="ADAL" clId="{F6C13A73-7853-4133-97B5-6C34AAFC8507}" dt="2026-09-14T13:15:51.174" v="2537" actId="478"/>
          <ac:cxnSpMkLst>
            <pc:docMk/>
            <pc:sldMk cId="2578958669" sldId="2147475861"/>
            <ac:cxnSpMk id="6" creationId="{E2911304-3505-EADB-C606-A959048B2C78}"/>
          </ac:cxnSpMkLst>
        </pc:cxnChg>
        <pc:cxnChg chg="add del mod">
          <ac:chgData name="Della Giustina Davide" userId="933b2725-7a21-4c70-9b03-633d9660d7c9" providerId="ADAL" clId="{F6C13A73-7853-4133-97B5-6C34AAFC8507}" dt="2026-09-14T13:15:51.174" v="2537" actId="478"/>
          <ac:cxnSpMkLst>
            <pc:docMk/>
            <pc:sldMk cId="2578958669" sldId="2147475861"/>
            <ac:cxnSpMk id="11" creationId="{651D9428-A64F-A4DE-9A6F-E247B4C2A012}"/>
          </ac:cxnSpMkLst>
        </pc:cxnChg>
        <pc:cxnChg chg="del mod">
          <ac:chgData name="Della Giustina Davide" userId="933b2725-7a21-4c70-9b03-633d9660d7c9" providerId="ADAL" clId="{F6C13A73-7853-4133-97B5-6C34AAFC8507}" dt="2026-09-14T13:15:51.174" v="2537" actId="478"/>
          <ac:cxnSpMkLst>
            <pc:docMk/>
            <pc:sldMk cId="2578958669" sldId="2147475861"/>
            <ac:cxnSpMk id="13" creationId="{23B98F2D-7065-05C5-DCF0-9B31E30F455F}"/>
          </ac:cxnSpMkLst>
        </pc:cxnChg>
        <pc:cxnChg chg="del">
          <ac:chgData name="Della Giustina Davide" userId="933b2725-7a21-4c70-9b03-633d9660d7c9" providerId="ADAL" clId="{F6C13A73-7853-4133-97B5-6C34AAFC8507}" dt="2026-09-14T13:15:51.174" v="2537" actId="478"/>
          <ac:cxnSpMkLst>
            <pc:docMk/>
            <pc:sldMk cId="2578958669" sldId="2147475861"/>
            <ac:cxnSpMk id="14" creationId="{D2CB5151-1DA5-33EF-01DA-DE5F1EF7886D}"/>
          </ac:cxnSpMkLst>
        </pc:cxnChg>
        <pc:cxnChg chg="del">
          <ac:chgData name="Della Giustina Davide" userId="933b2725-7a21-4c70-9b03-633d9660d7c9" providerId="ADAL" clId="{F6C13A73-7853-4133-97B5-6C34AAFC8507}" dt="2026-09-14T13:15:51.174" v="2537" actId="478"/>
          <ac:cxnSpMkLst>
            <pc:docMk/>
            <pc:sldMk cId="2578958669" sldId="2147475861"/>
            <ac:cxnSpMk id="16" creationId="{88C09A27-A7F3-77B5-9E72-273115EFF1C0}"/>
          </ac:cxnSpMkLst>
        </pc:cxnChg>
        <pc:cxnChg chg="del mod">
          <ac:chgData name="Della Giustina Davide" userId="933b2725-7a21-4c70-9b03-633d9660d7c9" providerId="ADAL" clId="{F6C13A73-7853-4133-97B5-6C34AAFC8507}" dt="2026-09-14T13:15:51.174" v="2537" actId="478"/>
          <ac:cxnSpMkLst>
            <pc:docMk/>
            <pc:sldMk cId="2578958669" sldId="2147475861"/>
            <ac:cxnSpMk id="18" creationId="{86A14F16-DDD2-099C-AB79-CE038B073CEA}"/>
          </ac:cxnSpMkLst>
        </pc:cxnChg>
        <pc:cxnChg chg="add mod">
          <ac:chgData name="Della Giustina Davide" userId="933b2725-7a21-4c70-9b03-633d9660d7c9" providerId="ADAL" clId="{F6C13A73-7853-4133-97B5-6C34AAFC8507}" dt="2026-09-14T12:59:16.669" v="2357" actId="478"/>
          <ac:cxnSpMkLst>
            <pc:docMk/>
            <pc:sldMk cId="2578958669" sldId="2147475861"/>
            <ac:cxnSpMk id="87" creationId="{BE9D904C-5447-A97A-1E4A-1B8A043C8603}"/>
          </ac:cxnSpMkLst>
        </pc:cxnChg>
      </pc:sldChg>
      <pc:sldChg chg="add del ord">
        <pc:chgData name="Della Giustina Davide" userId="933b2725-7a21-4c70-9b03-633d9660d7c9" providerId="ADAL" clId="{F6C13A73-7853-4133-97B5-6C34AAFC8507}" dt="2026-09-14T13:21:16.803" v="2865" actId="47"/>
        <pc:sldMkLst>
          <pc:docMk/>
          <pc:sldMk cId="1779380351" sldId="2147483587"/>
        </pc:sldMkLst>
      </pc:sldChg>
      <pc:sldChg chg="add del ord">
        <pc:chgData name="Della Giustina Davide" userId="933b2725-7a21-4c70-9b03-633d9660d7c9" providerId="ADAL" clId="{F6C13A73-7853-4133-97B5-6C34AAFC8507}" dt="2026-09-14T13:21:16.803" v="2865" actId="47"/>
        <pc:sldMkLst>
          <pc:docMk/>
          <pc:sldMk cId="2361031568" sldId="2147483588"/>
        </pc:sldMkLst>
      </pc:sldChg>
      <pc:sldChg chg="addSp delSp modSp add mod ord">
        <pc:chgData name="Della Giustina Davide" userId="933b2725-7a21-4c70-9b03-633d9660d7c9" providerId="ADAL" clId="{F6C13A73-7853-4133-97B5-6C34AAFC8507}" dt="2026-09-14T12:57:59.541" v="2349" actId="1076"/>
        <pc:sldMkLst>
          <pc:docMk/>
          <pc:sldMk cId="3044215784" sldId="2147483589"/>
        </pc:sldMkLst>
        <pc:spChg chg="add mod">
          <ac:chgData name="Della Giustina Davide" userId="933b2725-7a21-4c70-9b03-633d9660d7c9" providerId="ADAL" clId="{F6C13A73-7853-4133-97B5-6C34AAFC8507}" dt="2026-09-14T12:57:43.911" v="2339" actId="14100"/>
          <ac:spMkLst>
            <pc:docMk/>
            <pc:sldMk cId="3044215784" sldId="2147483589"/>
            <ac:spMk id="4" creationId="{E3539E4F-14E5-8F5A-327A-461467A40E38}"/>
          </ac:spMkLst>
        </pc:spChg>
        <pc:spChg chg="mod">
          <ac:chgData name="Della Giustina Davide" userId="933b2725-7a21-4c70-9b03-633d9660d7c9" providerId="ADAL" clId="{F6C13A73-7853-4133-97B5-6C34AAFC8507}" dt="2026-09-14T12:55:46.786" v="2274"/>
          <ac:spMkLst>
            <pc:docMk/>
            <pc:sldMk cId="3044215784" sldId="2147483589"/>
            <ac:spMk id="6" creationId="{3D457F24-4BE0-D8D2-9CE2-A282BE5673EF}"/>
          </ac:spMkLst>
        </pc:spChg>
        <pc:spChg chg="mod">
          <ac:chgData name="Della Giustina Davide" userId="933b2725-7a21-4c70-9b03-633d9660d7c9" providerId="ADAL" clId="{F6C13A73-7853-4133-97B5-6C34AAFC8507}" dt="2026-09-11T07:31:38.088" v="1647" actId="1076"/>
          <ac:spMkLst>
            <pc:docMk/>
            <pc:sldMk cId="3044215784" sldId="2147483589"/>
            <ac:spMk id="7" creationId="{7DEFD5CE-94AC-671C-A6DE-EB26B7EB2ED7}"/>
          </ac:spMkLst>
        </pc:spChg>
        <pc:spChg chg="add mod">
          <ac:chgData name="Della Giustina Davide" userId="933b2725-7a21-4c70-9b03-633d9660d7c9" providerId="ADAL" clId="{F6C13A73-7853-4133-97B5-6C34AAFC8507}" dt="2026-09-11T07:35:51.568" v="1831" actId="1036"/>
          <ac:spMkLst>
            <pc:docMk/>
            <pc:sldMk cId="3044215784" sldId="2147483589"/>
            <ac:spMk id="9" creationId="{677129DB-DCDA-643E-9AF2-555D477109C4}"/>
          </ac:spMkLst>
        </pc:spChg>
        <pc:spChg chg="add del mod">
          <ac:chgData name="Della Giustina Davide" userId="933b2725-7a21-4c70-9b03-633d9660d7c9" providerId="ADAL" clId="{F6C13A73-7853-4133-97B5-6C34AAFC8507}" dt="2026-09-11T07:31:18.921" v="1645" actId="1076"/>
          <ac:spMkLst>
            <pc:docMk/>
            <pc:sldMk cId="3044215784" sldId="2147483589"/>
            <ac:spMk id="10" creationId="{246BD1F8-55DF-614A-5B51-3A1A495E2823}"/>
          </ac:spMkLst>
        </pc:spChg>
        <pc:spChg chg="add mod">
          <ac:chgData name="Della Giustina Davide" userId="933b2725-7a21-4c70-9b03-633d9660d7c9" providerId="ADAL" clId="{F6C13A73-7853-4133-97B5-6C34AAFC8507}" dt="2026-09-14T12:57:56.860" v="2348" actId="14100"/>
          <ac:spMkLst>
            <pc:docMk/>
            <pc:sldMk cId="3044215784" sldId="2147483589"/>
            <ac:spMk id="16" creationId="{D6784638-EE99-26E9-905B-5A62472EEFB0}"/>
          </ac:spMkLst>
        </pc:spChg>
        <pc:spChg chg="mod">
          <ac:chgData name="Della Giustina Davide" userId="933b2725-7a21-4c70-9b03-633d9660d7c9" providerId="ADAL" clId="{F6C13A73-7853-4133-97B5-6C34AAFC8507}" dt="2026-09-11T07:33:59.470" v="1788" actId="20577"/>
          <ac:spMkLst>
            <pc:docMk/>
            <pc:sldMk cId="3044215784" sldId="2147483589"/>
            <ac:spMk id="17" creationId="{679D796F-C1FD-AE2C-FD16-2B090182E303}"/>
          </ac:spMkLst>
        </pc:spChg>
        <pc:spChg chg="add mod">
          <ac:chgData name="Della Giustina Davide" userId="933b2725-7a21-4c70-9b03-633d9660d7c9" providerId="ADAL" clId="{F6C13A73-7853-4133-97B5-6C34AAFC8507}" dt="2026-09-14T12:57:17.935" v="2335" actId="20577"/>
          <ac:spMkLst>
            <pc:docMk/>
            <pc:sldMk cId="3044215784" sldId="2147483589"/>
            <ac:spMk id="20" creationId="{163C3A8F-65DC-A374-D753-F2706A5F38AE}"/>
          </ac:spMkLst>
        </pc:spChg>
        <pc:spChg chg="mod">
          <ac:chgData name="Della Giustina Davide" userId="933b2725-7a21-4c70-9b03-633d9660d7c9" providerId="ADAL" clId="{F6C13A73-7853-4133-97B5-6C34AAFC8507}" dt="2026-09-14T12:53:23.013" v="2265" actId="13926"/>
          <ac:spMkLst>
            <pc:docMk/>
            <pc:sldMk cId="3044215784" sldId="2147483589"/>
            <ac:spMk id="24" creationId="{16E81EAB-7CA6-FFB5-1859-282E3673EE15}"/>
          </ac:spMkLst>
        </pc:spChg>
        <pc:spChg chg="mod">
          <ac:chgData name="Della Giustina Davide" userId="933b2725-7a21-4c70-9b03-633d9660d7c9" providerId="ADAL" clId="{F6C13A73-7853-4133-97B5-6C34AAFC8507}" dt="2026-09-14T12:56:50.203" v="2321" actId="1076"/>
          <ac:spMkLst>
            <pc:docMk/>
            <pc:sldMk cId="3044215784" sldId="2147483589"/>
            <ac:spMk id="29" creationId="{9D87C159-3D79-33EA-DA19-886A2588EC23}"/>
          </ac:spMkLst>
        </pc:spChg>
        <pc:spChg chg="mod">
          <ac:chgData name="Della Giustina Davide" userId="933b2725-7a21-4c70-9b03-633d9660d7c9" providerId="ADAL" clId="{F6C13A73-7853-4133-97B5-6C34AAFC8507}" dt="2026-09-14T12:56:50.203" v="2321" actId="1076"/>
          <ac:spMkLst>
            <pc:docMk/>
            <pc:sldMk cId="3044215784" sldId="2147483589"/>
            <ac:spMk id="89" creationId="{5705AE3F-6C0D-7A0C-805B-07761A55D0CC}"/>
          </ac:spMkLst>
        </pc:spChg>
        <pc:spChg chg="mod">
          <ac:chgData name="Della Giustina Davide" userId="933b2725-7a21-4c70-9b03-633d9660d7c9" providerId="ADAL" clId="{F6C13A73-7853-4133-97B5-6C34AAFC8507}" dt="2026-09-14T12:56:50.203" v="2321" actId="1076"/>
          <ac:spMkLst>
            <pc:docMk/>
            <pc:sldMk cId="3044215784" sldId="2147483589"/>
            <ac:spMk id="97" creationId="{BCD0B4D0-249E-7E05-8224-9D3224ED23CF}"/>
          </ac:spMkLst>
        </pc:spChg>
        <pc:grpChg chg="add mod">
          <ac:chgData name="Della Giustina Davide" userId="933b2725-7a21-4c70-9b03-633d9660d7c9" providerId="ADAL" clId="{F6C13A73-7853-4133-97B5-6C34AAFC8507}" dt="2026-09-14T12:57:59.541" v="2349" actId="1076"/>
          <ac:grpSpMkLst>
            <pc:docMk/>
            <pc:sldMk cId="3044215784" sldId="2147483589"/>
            <ac:grpSpMk id="2" creationId="{E7B8DB83-D338-D893-4E3D-74F066B6EA84}"/>
          </ac:grpSpMkLst>
        </pc:grpChg>
        <pc:grpChg chg="mod">
          <ac:chgData name="Della Giustina Davide" userId="933b2725-7a21-4c70-9b03-633d9660d7c9" providerId="ADAL" clId="{F6C13A73-7853-4133-97B5-6C34AAFC8507}" dt="2026-09-14T12:56:50.203" v="2321" actId="1076"/>
          <ac:grpSpMkLst>
            <pc:docMk/>
            <pc:sldMk cId="3044215784" sldId="2147483589"/>
            <ac:grpSpMk id="100" creationId="{6560EB66-94BF-3DAA-219A-E6769A0FF7B8}"/>
          </ac:grpSpMkLst>
        </pc:grpChg>
        <pc:grpChg chg="mod">
          <ac:chgData name="Della Giustina Davide" userId="933b2725-7a21-4c70-9b03-633d9660d7c9" providerId="ADAL" clId="{F6C13A73-7853-4133-97B5-6C34AAFC8507}" dt="2026-09-14T12:56:50.203" v="2321" actId="1076"/>
          <ac:grpSpMkLst>
            <pc:docMk/>
            <pc:sldMk cId="3044215784" sldId="2147483589"/>
            <ac:grpSpMk id="105" creationId="{120F0A15-EB6E-6802-140B-63AECA3315CD}"/>
          </ac:grpSpMkLst>
        </pc:grpChg>
        <pc:graphicFrameChg chg="mod">
          <ac:chgData name="Della Giustina Davide" userId="933b2725-7a21-4c70-9b03-633d9660d7c9" providerId="ADAL" clId="{F6C13A73-7853-4133-97B5-6C34AAFC8507}" dt="2026-09-11T07:31:38.088" v="1647" actId="1076"/>
          <ac:graphicFrameMkLst>
            <pc:docMk/>
            <pc:sldMk cId="3044215784" sldId="2147483589"/>
            <ac:graphicFrameMk id="8" creationId="{85806D8C-B1DE-61B5-11D5-CC4A9C8E4D91}"/>
          </ac:graphicFrameMkLst>
        </pc:graphicFrameChg>
        <pc:graphicFrameChg chg="mod">
          <ac:chgData name="Della Giustina Davide" userId="933b2725-7a21-4c70-9b03-633d9660d7c9" providerId="ADAL" clId="{F6C13A73-7853-4133-97B5-6C34AAFC8507}" dt="2026-09-14T12:56:50.203" v="2321" actId="1076"/>
          <ac:graphicFrameMkLst>
            <pc:docMk/>
            <pc:sldMk cId="3044215784" sldId="2147483589"/>
            <ac:graphicFrameMk id="27" creationId="{8F654339-4F19-A1B6-561E-F0F3083E979B}"/>
          </ac:graphicFrameMkLst>
        </pc:graphicFrameChg>
        <pc:picChg chg="mod">
          <ac:chgData name="Della Giustina Davide" userId="933b2725-7a21-4c70-9b03-633d9660d7c9" providerId="ADAL" clId="{F6C13A73-7853-4133-97B5-6C34AAFC8507}" dt="2026-09-14T12:55:46.786" v="2274"/>
          <ac:picMkLst>
            <pc:docMk/>
            <pc:sldMk cId="3044215784" sldId="2147483589"/>
            <ac:picMk id="5" creationId="{0F9C970F-CC2D-2C45-66BE-A97DD58BAAA2}"/>
          </ac:picMkLst>
        </pc:picChg>
        <pc:cxnChg chg="mod">
          <ac:chgData name="Della Giustina Davide" userId="933b2725-7a21-4c70-9b03-633d9660d7c9" providerId="ADAL" clId="{F6C13A73-7853-4133-97B5-6C34AAFC8507}" dt="2026-09-14T12:55:46.786" v="2274"/>
          <ac:cxnSpMkLst>
            <pc:docMk/>
            <pc:sldMk cId="3044215784" sldId="2147483589"/>
            <ac:cxnSpMk id="11" creationId="{B8145AD7-B4E2-9108-D0DC-682AD3084C95}"/>
          </ac:cxnSpMkLst>
        </pc:cxnChg>
        <pc:cxnChg chg="add mod">
          <ac:chgData name="Della Giustina Davide" userId="933b2725-7a21-4c70-9b03-633d9660d7c9" providerId="ADAL" clId="{F6C13A73-7853-4133-97B5-6C34AAFC8507}" dt="2026-09-14T12:56:50.203" v="2321" actId="1076"/>
          <ac:cxnSpMkLst>
            <pc:docMk/>
            <pc:sldMk cId="3044215784" sldId="2147483589"/>
            <ac:cxnSpMk id="13" creationId="{D4013691-115D-8341-CFAC-BF3A41F0E5CD}"/>
          </ac:cxnSpMkLst>
        </pc:cxnChg>
      </pc:sldChg>
      <pc:sldChg chg="add del">
        <pc:chgData name="Della Giustina Davide" userId="933b2725-7a21-4c70-9b03-633d9660d7c9" providerId="ADAL" clId="{F6C13A73-7853-4133-97B5-6C34AAFC8507}" dt="2026-09-14T13:21:16.803" v="2865" actId="47"/>
        <pc:sldMkLst>
          <pc:docMk/>
          <pc:sldMk cId="2780238824" sldId="2147483590"/>
        </pc:sldMkLst>
      </pc:sldChg>
      <pc:sldChg chg="addSp delSp modSp add del mod delAnim">
        <pc:chgData name="Della Giustina Davide" userId="933b2725-7a21-4c70-9b03-633d9660d7c9" providerId="ADAL" clId="{F6C13A73-7853-4133-97B5-6C34AAFC8507}" dt="2026-09-14T13:24:54.978" v="2931" actId="47"/>
        <pc:sldMkLst>
          <pc:docMk/>
          <pc:sldMk cId="3924276542" sldId="2147483590"/>
        </pc:sldMkLst>
        <pc:spChg chg="del">
          <ac:chgData name="Della Giustina Davide" userId="933b2725-7a21-4c70-9b03-633d9660d7c9" providerId="ADAL" clId="{F6C13A73-7853-4133-97B5-6C34AAFC8507}" dt="2026-09-14T13:22:24.882" v="2868" actId="478"/>
          <ac:spMkLst>
            <pc:docMk/>
            <pc:sldMk cId="3924276542" sldId="2147483590"/>
            <ac:spMk id="4" creationId="{35BB0F0E-2445-0670-5B87-274F01336B3A}"/>
          </ac:spMkLst>
        </pc:spChg>
        <pc:spChg chg="del">
          <ac:chgData name="Della Giustina Davide" userId="933b2725-7a21-4c70-9b03-633d9660d7c9" providerId="ADAL" clId="{F6C13A73-7853-4133-97B5-6C34AAFC8507}" dt="2026-09-14T13:22:28.164" v="2869" actId="478"/>
          <ac:spMkLst>
            <pc:docMk/>
            <pc:sldMk cId="3924276542" sldId="2147483590"/>
            <ac:spMk id="7" creationId="{467FDCC2-3798-E8F3-FB5D-849F89B150C9}"/>
          </ac:spMkLst>
        </pc:spChg>
        <pc:spChg chg="del">
          <ac:chgData name="Della Giustina Davide" userId="933b2725-7a21-4c70-9b03-633d9660d7c9" providerId="ADAL" clId="{F6C13A73-7853-4133-97B5-6C34AAFC8507}" dt="2026-09-14T13:22:24.882" v="2868" actId="478"/>
          <ac:spMkLst>
            <pc:docMk/>
            <pc:sldMk cId="3924276542" sldId="2147483590"/>
            <ac:spMk id="9" creationId="{CE6576FF-C2F3-7C56-12BD-3A043A63266B}"/>
          </ac:spMkLst>
        </pc:spChg>
        <pc:spChg chg="add mod">
          <ac:chgData name="Della Giustina Davide" userId="933b2725-7a21-4c70-9b03-633d9660d7c9" providerId="ADAL" clId="{F6C13A73-7853-4133-97B5-6C34AAFC8507}" dt="2026-09-14T13:22:48.627" v="2871"/>
          <ac:spMkLst>
            <pc:docMk/>
            <pc:sldMk cId="3924276542" sldId="2147483590"/>
            <ac:spMk id="14" creationId="{47F0E5B1-5784-4A3B-5E8B-05D9859714FF}"/>
          </ac:spMkLst>
        </pc:spChg>
        <pc:spChg chg="mod">
          <ac:chgData name="Della Giustina Davide" userId="933b2725-7a21-4c70-9b03-633d9660d7c9" providerId="ADAL" clId="{F6C13A73-7853-4133-97B5-6C34AAFC8507}" dt="2026-09-14T13:22:36.242" v="2870"/>
          <ac:spMkLst>
            <pc:docMk/>
            <pc:sldMk cId="3924276542" sldId="2147483590"/>
            <ac:spMk id="15" creationId="{FFE9CA5D-C40A-C368-C05E-D0115542AF1C}"/>
          </ac:spMkLst>
        </pc:spChg>
        <pc:spChg chg="del">
          <ac:chgData name="Della Giustina Davide" userId="933b2725-7a21-4c70-9b03-633d9660d7c9" providerId="ADAL" clId="{F6C13A73-7853-4133-97B5-6C34AAFC8507}" dt="2026-09-14T13:22:24.882" v="2868" actId="478"/>
          <ac:spMkLst>
            <pc:docMk/>
            <pc:sldMk cId="3924276542" sldId="2147483590"/>
            <ac:spMk id="16" creationId="{3DBC1E89-2A47-A6D1-F164-EFC5BC97E241}"/>
          </ac:spMkLst>
        </pc:spChg>
        <pc:spChg chg="del">
          <ac:chgData name="Della Giustina Davide" userId="933b2725-7a21-4c70-9b03-633d9660d7c9" providerId="ADAL" clId="{F6C13A73-7853-4133-97B5-6C34AAFC8507}" dt="2026-09-14T13:22:28.164" v="2869" actId="478"/>
          <ac:spMkLst>
            <pc:docMk/>
            <pc:sldMk cId="3924276542" sldId="2147483590"/>
            <ac:spMk id="17" creationId="{A519DAFD-0D57-A395-10BF-0A66BBD3A32B}"/>
          </ac:spMkLst>
        </pc:spChg>
        <pc:spChg chg="add mod">
          <ac:chgData name="Della Giustina Davide" userId="933b2725-7a21-4c70-9b03-633d9660d7c9" providerId="ADAL" clId="{F6C13A73-7853-4133-97B5-6C34AAFC8507}" dt="2026-09-14T13:22:48.627" v="2871"/>
          <ac:spMkLst>
            <pc:docMk/>
            <pc:sldMk cId="3924276542" sldId="2147483590"/>
            <ac:spMk id="18" creationId="{37AB45C9-4CDD-7F27-CF08-B2F3348AF245}"/>
          </ac:spMkLst>
        </pc:spChg>
        <pc:spChg chg="del">
          <ac:chgData name="Della Giustina Davide" userId="933b2725-7a21-4c70-9b03-633d9660d7c9" providerId="ADAL" clId="{F6C13A73-7853-4133-97B5-6C34AAFC8507}" dt="2026-09-14T13:22:24.882" v="2868" actId="478"/>
          <ac:spMkLst>
            <pc:docMk/>
            <pc:sldMk cId="3924276542" sldId="2147483590"/>
            <ac:spMk id="20" creationId="{C283B71F-9691-D052-D0DA-5EA53588E0F4}"/>
          </ac:spMkLst>
        </pc:spChg>
        <pc:spChg chg="del">
          <ac:chgData name="Della Giustina Davide" userId="933b2725-7a21-4c70-9b03-633d9660d7c9" providerId="ADAL" clId="{F6C13A73-7853-4133-97B5-6C34AAFC8507}" dt="2026-09-14T13:22:28.164" v="2869" actId="478"/>
          <ac:spMkLst>
            <pc:docMk/>
            <pc:sldMk cId="3924276542" sldId="2147483590"/>
            <ac:spMk id="24" creationId="{C89ADB2A-2C4B-7EDC-7F98-5AF9397F3738}"/>
          </ac:spMkLst>
        </pc:spChg>
        <pc:spChg chg="add mod">
          <ac:chgData name="Della Giustina Davide" userId="933b2725-7a21-4c70-9b03-633d9660d7c9" providerId="ADAL" clId="{F6C13A73-7853-4133-97B5-6C34AAFC8507}" dt="2026-09-14T13:22:48.627" v="2871"/>
          <ac:spMkLst>
            <pc:docMk/>
            <pc:sldMk cId="3924276542" sldId="2147483590"/>
            <ac:spMk id="25" creationId="{5A933DF6-0DE5-EA10-F75E-C5A936298117}"/>
          </ac:spMkLst>
        </pc:spChg>
        <pc:spChg chg="del">
          <ac:chgData name="Della Giustina Davide" userId="933b2725-7a21-4c70-9b03-633d9660d7c9" providerId="ADAL" clId="{F6C13A73-7853-4133-97B5-6C34AAFC8507}" dt="2026-09-14T13:22:24.882" v="2868" actId="478"/>
          <ac:spMkLst>
            <pc:docMk/>
            <pc:sldMk cId="3924276542" sldId="2147483590"/>
            <ac:spMk id="29" creationId="{B4BA14BD-D1D2-A109-004D-00AD46AA2971}"/>
          </ac:spMkLst>
        </pc:spChg>
        <pc:spChg chg="add mod">
          <ac:chgData name="Della Giustina Davide" userId="933b2725-7a21-4c70-9b03-633d9660d7c9" providerId="ADAL" clId="{F6C13A73-7853-4133-97B5-6C34AAFC8507}" dt="2026-09-14T13:23:49.097" v="2922" actId="1036"/>
          <ac:spMkLst>
            <pc:docMk/>
            <pc:sldMk cId="3924276542" sldId="2147483590"/>
            <ac:spMk id="34" creationId="{62420460-539A-B3C9-844F-AE4570B3FEE2}"/>
          </ac:spMkLst>
        </pc:spChg>
        <pc:spChg chg="add mod">
          <ac:chgData name="Della Giustina Davide" userId="933b2725-7a21-4c70-9b03-633d9660d7c9" providerId="ADAL" clId="{F6C13A73-7853-4133-97B5-6C34AAFC8507}" dt="2026-09-14T13:23:49.097" v="2922" actId="1036"/>
          <ac:spMkLst>
            <pc:docMk/>
            <pc:sldMk cId="3924276542" sldId="2147483590"/>
            <ac:spMk id="36" creationId="{7AB71041-A47D-DBC0-9376-958E6316C254}"/>
          </ac:spMkLst>
        </pc:spChg>
        <pc:spChg chg="add mod">
          <ac:chgData name="Della Giustina Davide" userId="933b2725-7a21-4c70-9b03-633d9660d7c9" providerId="ADAL" clId="{F6C13A73-7853-4133-97B5-6C34AAFC8507}" dt="2026-09-14T13:23:49.097" v="2922" actId="1036"/>
          <ac:spMkLst>
            <pc:docMk/>
            <pc:sldMk cId="3924276542" sldId="2147483590"/>
            <ac:spMk id="38" creationId="{ECECF8B2-9303-259D-B1FB-713510E67EFF}"/>
          </ac:spMkLst>
        </pc:spChg>
        <pc:spChg chg="del">
          <ac:chgData name="Della Giustina Davide" userId="933b2725-7a21-4c70-9b03-633d9660d7c9" providerId="ADAL" clId="{F6C13A73-7853-4133-97B5-6C34AAFC8507}" dt="2026-09-14T13:22:24.882" v="2868" actId="478"/>
          <ac:spMkLst>
            <pc:docMk/>
            <pc:sldMk cId="3924276542" sldId="2147483590"/>
            <ac:spMk id="89" creationId="{E8961D5D-CFE7-7260-77EE-CFB41C0D4F28}"/>
          </ac:spMkLst>
        </pc:spChg>
        <pc:spChg chg="del">
          <ac:chgData name="Della Giustina Davide" userId="933b2725-7a21-4c70-9b03-633d9660d7c9" providerId="ADAL" clId="{F6C13A73-7853-4133-97B5-6C34AAFC8507}" dt="2026-09-14T13:22:24.882" v="2868" actId="478"/>
          <ac:spMkLst>
            <pc:docMk/>
            <pc:sldMk cId="3924276542" sldId="2147483590"/>
            <ac:spMk id="97" creationId="{0C770CA5-556B-4D24-D6E8-C9491BE020F1}"/>
          </ac:spMkLst>
        </pc:spChg>
        <pc:grpChg chg="del">
          <ac:chgData name="Della Giustina Davide" userId="933b2725-7a21-4c70-9b03-633d9660d7c9" providerId="ADAL" clId="{F6C13A73-7853-4133-97B5-6C34AAFC8507}" dt="2026-09-14T13:22:24.882" v="2868" actId="478"/>
          <ac:grpSpMkLst>
            <pc:docMk/>
            <pc:sldMk cId="3924276542" sldId="2147483590"/>
            <ac:grpSpMk id="2" creationId="{DD3A6406-F56F-96F1-AFFF-65EFD582B492}"/>
          </ac:grpSpMkLst>
        </pc:grpChg>
        <pc:grpChg chg="del">
          <ac:chgData name="Della Giustina Davide" userId="933b2725-7a21-4c70-9b03-633d9660d7c9" providerId="ADAL" clId="{F6C13A73-7853-4133-97B5-6C34AAFC8507}" dt="2026-09-14T13:22:24.882" v="2868" actId="478"/>
          <ac:grpSpMkLst>
            <pc:docMk/>
            <pc:sldMk cId="3924276542" sldId="2147483590"/>
            <ac:grpSpMk id="100" creationId="{5F55758B-E876-6DC9-B27C-7066AFEB0742}"/>
          </ac:grpSpMkLst>
        </pc:grpChg>
        <pc:graphicFrameChg chg="del">
          <ac:chgData name="Della Giustina Davide" userId="933b2725-7a21-4c70-9b03-633d9660d7c9" providerId="ADAL" clId="{F6C13A73-7853-4133-97B5-6C34AAFC8507}" dt="2026-09-14T13:22:28.164" v="2869" actId="478"/>
          <ac:graphicFrameMkLst>
            <pc:docMk/>
            <pc:sldMk cId="3924276542" sldId="2147483590"/>
            <ac:graphicFrameMk id="8" creationId="{980615EF-9C76-D562-86FF-3E3BF9FF4F87}"/>
          </ac:graphicFrameMkLst>
        </pc:graphicFrameChg>
        <pc:graphicFrameChg chg="add mod">
          <ac:chgData name="Della Giustina Davide" userId="933b2725-7a21-4c70-9b03-633d9660d7c9" providerId="ADAL" clId="{F6C13A73-7853-4133-97B5-6C34AAFC8507}" dt="2026-09-14T13:22:48.627" v="2871"/>
          <ac:graphicFrameMkLst>
            <pc:docMk/>
            <pc:sldMk cId="3924276542" sldId="2147483590"/>
            <ac:graphicFrameMk id="26" creationId="{B8639C50-44DC-C064-E2F1-5D8F62086756}"/>
          </ac:graphicFrameMkLst>
        </pc:graphicFrameChg>
        <pc:graphicFrameChg chg="del">
          <ac:chgData name="Della Giustina Davide" userId="933b2725-7a21-4c70-9b03-633d9660d7c9" providerId="ADAL" clId="{F6C13A73-7853-4133-97B5-6C34AAFC8507}" dt="2026-09-14T13:22:24.882" v="2868" actId="478"/>
          <ac:graphicFrameMkLst>
            <pc:docMk/>
            <pc:sldMk cId="3924276542" sldId="2147483590"/>
            <ac:graphicFrameMk id="27" creationId="{239139B5-4498-F5A0-56E0-3FF94320873F}"/>
          </ac:graphicFrameMkLst>
        </pc:graphicFrameChg>
        <pc:graphicFrameChg chg="add mod">
          <ac:chgData name="Della Giustina Davide" userId="933b2725-7a21-4c70-9b03-633d9660d7c9" providerId="ADAL" clId="{F6C13A73-7853-4133-97B5-6C34AAFC8507}" dt="2026-09-14T13:23:49.097" v="2922" actId="1036"/>
          <ac:graphicFrameMkLst>
            <pc:docMk/>
            <pc:sldMk cId="3924276542" sldId="2147483590"/>
            <ac:graphicFrameMk id="30" creationId="{863812DB-A17A-59F5-8991-B5FDCE483FDA}"/>
          </ac:graphicFrameMkLst>
        </pc:graphicFrameChg>
        <pc:cxnChg chg="add mod">
          <ac:chgData name="Della Giustina Davide" userId="933b2725-7a21-4c70-9b03-633d9660d7c9" providerId="ADAL" clId="{F6C13A73-7853-4133-97B5-6C34AAFC8507}" dt="2026-09-14T13:22:48.627" v="2871"/>
          <ac:cxnSpMkLst>
            <pc:docMk/>
            <pc:sldMk cId="3924276542" sldId="2147483590"/>
            <ac:cxnSpMk id="21" creationId="{E74E0DB0-BB2D-552D-B55E-93D2AC8BC394}"/>
          </ac:cxnSpMkLst>
        </pc:cxnChg>
        <pc:cxnChg chg="add mod">
          <ac:chgData name="Della Giustina Davide" userId="933b2725-7a21-4c70-9b03-633d9660d7c9" providerId="ADAL" clId="{F6C13A73-7853-4133-97B5-6C34AAFC8507}" dt="2026-09-14T13:22:48.627" v="2871"/>
          <ac:cxnSpMkLst>
            <pc:docMk/>
            <pc:sldMk cId="3924276542" sldId="2147483590"/>
            <ac:cxnSpMk id="22" creationId="{0D184DF9-091B-DC1B-EDC0-37A3E1EA1786}"/>
          </ac:cxnSpMkLst>
        </pc:cxnChg>
        <pc:cxnChg chg="add mod">
          <ac:chgData name="Della Giustina Davide" userId="933b2725-7a21-4c70-9b03-633d9660d7c9" providerId="ADAL" clId="{F6C13A73-7853-4133-97B5-6C34AAFC8507}" dt="2026-09-14T13:22:48.627" v="2871"/>
          <ac:cxnSpMkLst>
            <pc:docMk/>
            <pc:sldMk cId="3924276542" sldId="2147483590"/>
            <ac:cxnSpMk id="23" creationId="{5AB76022-489F-AD39-56BE-01A1C58DBFF8}"/>
          </ac:cxnSpMkLst>
        </pc:cxnChg>
        <pc:cxnChg chg="add mod">
          <ac:chgData name="Della Giustina Davide" userId="933b2725-7a21-4c70-9b03-633d9660d7c9" providerId="ADAL" clId="{F6C13A73-7853-4133-97B5-6C34AAFC8507}" dt="2026-09-14T13:23:49.097" v="2922" actId="1036"/>
          <ac:cxnSpMkLst>
            <pc:docMk/>
            <pc:sldMk cId="3924276542" sldId="2147483590"/>
            <ac:cxnSpMk id="31" creationId="{D6CA3866-AA0D-3A51-1F17-4F1E945FBA65}"/>
          </ac:cxnSpMkLst>
        </pc:cxnChg>
        <pc:cxnChg chg="add mod">
          <ac:chgData name="Della Giustina Davide" userId="933b2725-7a21-4c70-9b03-633d9660d7c9" providerId="ADAL" clId="{F6C13A73-7853-4133-97B5-6C34AAFC8507}" dt="2026-09-14T13:23:49.097" v="2922" actId="1036"/>
          <ac:cxnSpMkLst>
            <pc:docMk/>
            <pc:sldMk cId="3924276542" sldId="2147483590"/>
            <ac:cxnSpMk id="32" creationId="{F277FA09-2595-3EF1-9447-0BD65F3D0B66}"/>
          </ac:cxnSpMkLst>
        </pc:cxnChg>
        <pc:cxnChg chg="add mod">
          <ac:chgData name="Della Giustina Davide" userId="933b2725-7a21-4c70-9b03-633d9660d7c9" providerId="ADAL" clId="{F6C13A73-7853-4133-97B5-6C34AAFC8507}" dt="2026-09-14T13:23:49.097" v="2922" actId="1036"/>
          <ac:cxnSpMkLst>
            <pc:docMk/>
            <pc:sldMk cId="3924276542" sldId="2147483590"/>
            <ac:cxnSpMk id="33" creationId="{2B462E04-A79A-28B2-32CB-21015EAE30A4}"/>
          </ac:cxnSpMkLst>
        </pc:cxnChg>
      </pc:sldChg>
      <pc:sldChg chg="delSp modSp add del mod">
        <pc:chgData name="Della Giustina Davide" userId="933b2725-7a21-4c70-9b03-633d9660d7c9" providerId="ADAL" clId="{F6C13A73-7853-4133-97B5-6C34AAFC8507}" dt="2026-09-14T12:59:12.440" v="2355" actId="47"/>
        <pc:sldMkLst>
          <pc:docMk/>
          <pc:sldMk cId="694158954" sldId="2147483591"/>
        </pc:sldMkLst>
        <pc:spChg chg="del">
          <ac:chgData name="Della Giustina Davide" userId="933b2725-7a21-4c70-9b03-633d9660d7c9" providerId="ADAL" clId="{F6C13A73-7853-4133-97B5-6C34AAFC8507}" dt="2026-09-14T12:58:36.008" v="2351" actId="478"/>
          <ac:spMkLst>
            <pc:docMk/>
            <pc:sldMk cId="694158954" sldId="2147483591"/>
            <ac:spMk id="5" creationId="{40415884-648F-C395-9822-F372609CB0BA}"/>
          </ac:spMkLst>
        </pc:spChg>
        <pc:spChg chg="del">
          <ac:chgData name="Della Giustina Davide" userId="933b2725-7a21-4c70-9b03-633d9660d7c9" providerId="ADAL" clId="{F6C13A73-7853-4133-97B5-6C34AAFC8507}" dt="2026-09-14T12:58:40.074" v="2354" actId="478"/>
          <ac:spMkLst>
            <pc:docMk/>
            <pc:sldMk cId="694158954" sldId="2147483591"/>
            <ac:spMk id="17" creationId="{CD363494-D13E-DDFE-0D78-951C74AFE604}"/>
          </ac:spMkLst>
        </pc:spChg>
        <pc:spChg chg="del">
          <ac:chgData name="Della Giustina Davide" userId="933b2725-7a21-4c70-9b03-633d9660d7c9" providerId="ADAL" clId="{F6C13A73-7853-4133-97B5-6C34AAFC8507}" dt="2026-09-14T12:58:40.074" v="2354" actId="478"/>
          <ac:spMkLst>
            <pc:docMk/>
            <pc:sldMk cId="694158954" sldId="2147483591"/>
            <ac:spMk id="24" creationId="{6EB201D5-C2D1-A440-B8B7-F5FAB6855AF9}"/>
          </ac:spMkLst>
        </pc:spChg>
        <pc:spChg chg="del">
          <ac:chgData name="Della Giustina Davide" userId="933b2725-7a21-4c70-9b03-633d9660d7c9" providerId="ADAL" clId="{F6C13A73-7853-4133-97B5-6C34AAFC8507}" dt="2026-09-14T12:58:40.074" v="2354" actId="478"/>
          <ac:spMkLst>
            <pc:docMk/>
            <pc:sldMk cId="694158954" sldId="2147483591"/>
            <ac:spMk id="29" creationId="{99A3AF57-99D1-1A92-A857-4EF9D3BF95CB}"/>
          </ac:spMkLst>
        </pc:spChg>
        <pc:spChg chg="del">
          <ac:chgData name="Della Giustina Davide" userId="933b2725-7a21-4c70-9b03-633d9660d7c9" providerId="ADAL" clId="{F6C13A73-7853-4133-97B5-6C34AAFC8507}" dt="2026-09-14T12:58:40.074" v="2354" actId="478"/>
          <ac:spMkLst>
            <pc:docMk/>
            <pc:sldMk cId="694158954" sldId="2147483591"/>
            <ac:spMk id="89" creationId="{7BB24097-E268-F55B-AEAD-25E49E16F7ED}"/>
          </ac:spMkLst>
        </pc:spChg>
        <pc:spChg chg="del">
          <ac:chgData name="Della Giustina Davide" userId="933b2725-7a21-4c70-9b03-633d9660d7c9" providerId="ADAL" clId="{F6C13A73-7853-4133-97B5-6C34AAFC8507}" dt="2026-09-14T12:58:40.074" v="2354" actId="478"/>
          <ac:spMkLst>
            <pc:docMk/>
            <pc:sldMk cId="694158954" sldId="2147483591"/>
            <ac:spMk id="97" creationId="{4065570A-A1A8-2705-7D76-95B671121BF1}"/>
          </ac:spMkLst>
        </pc:spChg>
        <pc:grpChg chg="del mod">
          <ac:chgData name="Della Giustina Davide" userId="933b2725-7a21-4c70-9b03-633d9660d7c9" providerId="ADAL" clId="{F6C13A73-7853-4133-97B5-6C34AAFC8507}" dt="2026-09-14T12:58:36.710" v="2353" actId="478"/>
          <ac:grpSpMkLst>
            <pc:docMk/>
            <pc:sldMk cId="694158954" sldId="2147483591"/>
            <ac:grpSpMk id="98" creationId="{A8E671E4-AB1A-75C6-8582-F0D7BEF3115D}"/>
          </ac:grpSpMkLst>
        </pc:grpChg>
        <pc:grpChg chg="del">
          <ac:chgData name="Della Giustina Davide" userId="933b2725-7a21-4c70-9b03-633d9660d7c9" providerId="ADAL" clId="{F6C13A73-7853-4133-97B5-6C34AAFC8507}" dt="2026-09-14T12:58:40.074" v="2354" actId="478"/>
          <ac:grpSpMkLst>
            <pc:docMk/>
            <pc:sldMk cId="694158954" sldId="2147483591"/>
            <ac:grpSpMk id="100" creationId="{8E88AE41-5BDF-42C7-C227-43B6198AB74C}"/>
          </ac:grpSpMkLst>
        </pc:grpChg>
        <pc:grpChg chg="del">
          <ac:chgData name="Della Giustina Davide" userId="933b2725-7a21-4c70-9b03-633d9660d7c9" providerId="ADAL" clId="{F6C13A73-7853-4133-97B5-6C34AAFC8507}" dt="2026-09-14T12:58:40.074" v="2354" actId="478"/>
          <ac:grpSpMkLst>
            <pc:docMk/>
            <pc:sldMk cId="694158954" sldId="2147483591"/>
            <ac:grpSpMk id="105" creationId="{2A192C7E-F2C2-A984-BDCB-0DFD7EC464C2}"/>
          </ac:grpSpMkLst>
        </pc:grpChg>
        <pc:graphicFrameChg chg="del">
          <ac:chgData name="Della Giustina Davide" userId="933b2725-7a21-4c70-9b03-633d9660d7c9" providerId="ADAL" clId="{F6C13A73-7853-4133-97B5-6C34AAFC8507}" dt="2026-09-14T12:58:40.074" v="2354" actId="478"/>
          <ac:graphicFrameMkLst>
            <pc:docMk/>
            <pc:sldMk cId="694158954" sldId="2147483591"/>
            <ac:graphicFrameMk id="27" creationId="{EB11609F-A9FF-56B2-992D-94C4EAE08A8A}"/>
          </ac:graphicFrameMkLst>
        </pc:graphicFrameChg>
        <pc:cxnChg chg="mod">
          <ac:chgData name="Della Giustina Davide" userId="933b2725-7a21-4c70-9b03-633d9660d7c9" providerId="ADAL" clId="{F6C13A73-7853-4133-97B5-6C34AAFC8507}" dt="2026-09-14T12:58:36.710" v="2353" actId="478"/>
          <ac:cxnSpMkLst>
            <pc:docMk/>
            <pc:sldMk cId="694158954" sldId="2147483591"/>
            <ac:cxnSpMk id="87" creationId="{A9CB6C07-4B29-76D3-93B1-DCD4F7CB9D90}"/>
          </ac:cxnSpMkLst>
        </pc:cxnChg>
      </pc:sldChg>
      <pc:sldMasterChg chg="delSldLayout">
        <pc:chgData name="Della Giustina Davide" userId="933b2725-7a21-4c70-9b03-633d9660d7c9" providerId="ADAL" clId="{F6C13A73-7853-4133-97B5-6C34AAFC8507}" dt="2026-09-10T14:25:22.214" v="624" actId="47"/>
        <pc:sldMasterMkLst>
          <pc:docMk/>
          <pc:sldMasterMk cId="737230658" sldId="2147485130"/>
        </pc:sldMasterMkLst>
      </pc:sldMasterChg>
      <pc:sldMasterChg chg="del delSldLayout">
        <pc:chgData name="Della Giustina Davide" userId="933b2725-7a21-4c70-9b03-633d9660d7c9" providerId="ADAL" clId="{F6C13A73-7853-4133-97B5-6C34AAFC8507}" dt="2026-09-14T13:21:16.803" v="2865" actId="47"/>
        <pc:sldMasterMkLst>
          <pc:docMk/>
          <pc:sldMasterMk cId="3103108246" sldId="2147485829"/>
        </pc:sldMasterMkLst>
        <pc:sldLayoutChg chg="del">
          <pc:chgData name="Della Giustina Davide" userId="933b2725-7a21-4c70-9b03-633d9660d7c9" providerId="ADAL" clId="{F6C13A73-7853-4133-97B5-6C34AAFC8507}" dt="2026-09-14T13:21:16.803" v="2865" actId="47"/>
          <pc:sldLayoutMkLst>
            <pc:docMk/>
            <pc:sldMasterMk cId="3103108246" sldId="2147485829"/>
            <pc:sldLayoutMk cId="405727778" sldId="2147485830"/>
          </pc:sldLayoutMkLst>
        </pc:sldLayoutChg>
        <pc:sldLayoutChg chg="del">
          <pc:chgData name="Della Giustina Davide" userId="933b2725-7a21-4c70-9b03-633d9660d7c9" providerId="ADAL" clId="{F6C13A73-7853-4133-97B5-6C34AAFC8507}" dt="2026-09-14T13:21:16.803" v="2865" actId="47"/>
          <pc:sldLayoutMkLst>
            <pc:docMk/>
            <pc:sldMasterMk cId="3103108246" sldId="2147485829"/>
            <pc:sldLayoutMk cId="583764494" sldId="2147485831"/>
          </pc:sldLayoutMkLst>
        </pc:sldLayoutChg>
        <pc:sldLayoutChg chg="del">
          <pc:chgData name="Della Giustina Davide" userId="933b2725-7a21-4c70-9b03-633d9660d7c9" providerId="ADAL" clId="{F6C13A73-7853-4133-97B5-6C34AAFC8507}" dt="2026-09-14T13:21:16.803" v="2865" actId="47"/>
          <pc:sldLayoutMkLst>
            <pc:docMk/>
            <pc:sldMasterMk cId="3103108246" sldId="2147485829"/>
            <pc:sldLayoutMk cId="3068933004" sldId="2147485832"/>
          </pc:sldLayoutMkLst>
        </pc:sldLayoutChg>
        <pc:sldLayoutChg chg="del">
          <pc:chgData name="Della Giustina Davide" userId="933b2725-7a21-4c70-9b03-633d9660d7c9" providerId="ADAL" clId="{F6C13A73-7853-4133-97B5-6C34AAFC8507}" dt="2026-09-14T13:21:16.803" v="2865" actId="47"/>
          <pc:sldLayoutMkLst>
            <pc:docMk/>
            <pc:sldMasterMk cId="3103108246" sldId="2147485829"/>
            <pc:sldLayoutMk cId="2760795292" sldId="2147485833"/>
          </pc:sldLayoutMkLst>
        </pc:sldLayoutChg>
        <pc:sldLayoutChg chg="del">
          <pc:chgData name="Della Giustina Davide" userId="933b2725-7a21-4c70-9b03-633d9660d7c9" providerId="ADAL" clId="{F6C13A73-7853-4133-97B5-6C34AAFC8507}" dt="2026-09-14T13:21:16.803" v="2865" actId="47"/>
          <pc:sldLayoutMkLst>
            <pc:docMk/>
            <pc:sldMasterMk cId="3103108246" sldId="2147485829"/>
            <pc:sldLayoutMk cId="235215950" sldId="2147485834"/>
          </pc:sldLayoutMkLst>
        </pc:sldLayoutChg>
      </pc:sldMaster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oleObject" Target="https://a2agroup.sharepoint.com/sites/STRATEGICASSETPLANNING-SAPCross/Shared%20Documents/Incontri%20ufficiali/20260904%20Sintesi%20Budget-Piano%20Gerli%20con%20DCF/Materiale/Tabella%20a%20campi%20incrociati%20-%20Anno%201%20in%20data%201%20set%202026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5059388491727627"/>
          <c:y val="6.782215112366255E-2"/>
          <c:w val="0.73011175213675217"/>
          <c:h val="0.73905575070400298"/>
        </c:manualLayout>
      </c:layout>
      <c:lineChart>
        <c:grouping val="standard"/>
        <c:varyColors val="0"/>
        <c:ser>
          <c:idx val="0"/>
          <c:order val="0"/>
          <c:tx>
            <c:strRef>
              <c:f>'Line 1'!$B$1</c:f>
              <c:strCache>
                <c:ptCount val="1"/>
                <c:pt idx="0">
                  <c:v>BT '26</c:v>
                </c:pt>
              </c:strCache>
            </c:strRef>
          </c:tx>
          <c:marker>
            <c:symbol val="none"/>
          </c:marker>
          <c:dLbls>
            <c:dLbl>
              <c:idx val="0"/>
              <c:layout>
                <c:manualLayout>
                  <c:x val="-5.5365384615384615E-2"/>
                  <c:y val="-4.7013344930462712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0ED5-4C45-83BD-A04658D51F08}"/>
                </c:ext>
              </c:extLst>
            </c:dLbl>
            <c:dLbl>
              <c:idx val="1"/>
              <c:layout>
                <c:manualLayout>
                  <c:x val="-7.9124145299145354E-2"/>
                  <c:y val="-7.6392883778203344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3FC9-45F4-85F5-3914DF6E1FE1}"/>
                </c:ext>
              </c:extLst>
            </c:dLbl>
            <c:dLbl>
              <c:idx val="2"/>
              <c:layout>
                <c:manualLayout>
                  <c:x val="-6.6179273504273509E-2"/>
                  <c:y val="-5.159622129755969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0ED5-4C45-83BD-A04658D51F08}"/>
                </c:ext>
              </c:extLst>
            </c:dLbl>
            <c:dLbl>
              <c:idx val="3"/>
              <c:layout>
                <c:manualLayout>
                  <c:x val="-9.063012820512821E-2"/>
                  <c:y val="-5.3283541235099596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3FC9-45F4-85F5-3914DF6E1FE1}"/>
                </c:ext>
              </c:extLst>
            </c:dLbl>
            <c:dLbl>
              <c:idx val="4"/>
              <c:layout>
                <c:manualLayout>
                  <c:x val="-0.15356880341880347"/>
                  <c:y val="-5.1868386445395855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0ED5-4C45-83BD-A04658D51F08}"/>
                </c:ext>
              </c:extLst>
            </c:dLbl>
            <c:dLbl>
              <c:idx val="5"/>
              <c:layout>
                <c:manualLayout>
                  <c:x val="-0.12191752136752147"/>
                  <c:y val="-5.516972109441063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0ED5-4C45-83BD-A04658D51F08}"/>
                </c:ext>
              </c:extLst>
            </c:dLbl>
            <c:dLbl>
              <c:idx val="6"/>
              <c:layout>
                <c:manualLayout>
                  <c:x val="-0.12396752136752127"/>
                  <c:y val="-2.3571529393965941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3FC9-45F4-85F5-3914DF6E1FE1}"/>
                </c:ext>
              </c:extLst>
            </c:dLbl>
            <c:dLbl>
              <c:idx val="7"/>
              <c:layout>
                <c:manualLayout>
                  <c:x val="-3.9361965811965813E-2"/>
                  <c:y val="5.2359167533375266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3FC9-45F4-85F5-3914DF6E1FE1}"/>
                </c:ext>
              </c:extLst>
            </c:dLbl>
            <c:spPr>
              <a:noFill/>
              <a:ln>
                <a:noFill/>
              </a:ln>
              <a:effectLst/>
            </c:sp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'Line 1'!$A$2:$A$9</c:f>
              <c:strCache>
                <c:ptCount val="8"/>
                <c:pt idx="0">
                  <c:v>Gen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Mag</c:v>
                </c:pt>
                <c:pt idx="5">
                  <c:v>Giu</c:v>
                </c:pt>
                <c:pt idx="6">
                  <c:v>Lug</c:v>
                </c:pt>
                <c:pt idx="7">
                  <c:v>Ago</c:v>
                </c:pt>
              </c:strCache>
            </c:strRef>
          </c:cat>
          <c:val>
            <c:numRef>
              <c:f>'Line 1'!$B$2:$B$9</c:f>
              <c:numCache>
                <c:formatCode>General</c:formatCode>
                <c:ptCount val="8"/>
                <c:pt idx="0">
                  <c:v>37</c:v>
                </c:pt>
                <c:pt idx="1">
                  <c:v>57</c:v>
                </c:pt>
                <c:pt idx="2">
                  <c:v>88</c:v>
                </c:pt>
                <c:pt idx="3">
                  <c:v>109</c:v>
                </c:pt>
                <c:pt idx="4">
                  <c:v>129</c:v>
                </c:pt>
                <c:pt idx="5">
                  <c:v>169</c:v>
                </c:pt>
                <c:pt idx="6">
                  <c:v>204</c:v>
                </c:pt>
                <c:pt idx="7">
                  <c:v>222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834-4723-A5E7-1F1126F0A62B}"/>
            </c:ext>
          </c:extLst>
        </c:ser>
        <c:ser>
          <c:idx val="1"/>
          <c:order val="1"/>
          <c:tx>
            <c:strRef>
              <c:f>'Line 1'!$C$1</c:f>
              <c:strCache>
                <c:ptCount val="1"/>
                <c:pt idx="0">
                  <c:v>BT '25</c:v>
                </c:pt>
              </c:strCache>
            </c:strRef>
          </c:tx>
          <c:marker>
            <c:symbol val="none"/>
          </c:marker>
          <c:dLbls>
            <c:dLbl>
              <c:idx val="1"/>
              <c:layout>
                <c:manualLayout>
                  <c:x val="1.3140811965811915E-2"/>
                  <c:y val="4.9057832884360483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0ED5-4C45-83BD-A04658D51F08}"/>
                </c:ext>
              </c:extLst>
            </c:dLbl>
            <c:dLbl>
              <c:idx val="2"/>
              <c:layout>
                <c:manualLayout>
                  <c:x val="-3.5915598290598337E-2"/>
                  <c:y val="-7.6392883778203344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3FC9-45F4-85F5-3914DF6E1FE1}"/>
                </c:ext>
              </c:extLst>
            </c:dLbl>
            <c:dLbl>
              <c:idx val="3"/>
              <c:layout>
                <c:manualLayout>
                  <c:x val="-8.248910256410262E-2"/>
                  <c:y val="-1.3667525446921427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0ED5-4C45-83BD-A04658D51F08}"/>
                </c:ext>
              </c:extLst>
            </c:dLbl>
            <c:dLbl>
              <c:idx val="4"/>
              <c:layout>
                <c:manualLayout>
                  <c:x val="3.3784188034187037E-3"/>
                  <c:y val="4.5756498235345527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3FC9-45F4-85F5-3914DF6E1FE1}"/>
                </c:ext>
              </c:extLst>
            </c:dLbl>
            <c:dLbl>
              <c:idx val="5"/>
              <c:layout>
                <c:manualLayout>
                  <c:x val="7.4760683760683759E-3"/>
                  <c:y val="3.2551159639286238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3FC9-45F4-85F5-3914DF6E1FE1}"/>
                </c:ext>
              </c:extLst>
            </c:dLbl>
            <c:dLbl>
              <c:idx val="6"/>
              <c:layout>
                <c:manualLayout>
                  <c:x val="1.1716239316239118E-2"/>
                  <c:y val="4.5756498235345618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3FC9-45F4-85F5-3914DF6E1FE1}"/>
                </c:ext>
              </c:extLst>
            </c:dLbl>
            <c:dLbl>
              <c:idx val="7"/>
              <c:layout>
                <c:manualLayout>
                  <c:x val="4.0568376068377066E-3"/>
                  <c:y val="1.2743151745197273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0ED5-4C45-83BD-A04658D51F08}"/>
                </c:ext>
              </c:extLst>
            </c:dLbl>
            <c:spPr>
              <a:noFill/>
              <a:ln>
                <a:noFill/>
              </a:ln>
              <a:effectLst/>
            </c:sp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'Line 1'!$A$2:$A$9</c:f>
              <c:strCache>
                <c:ptCount val="8"/>
                <c:pt idx="0">
                  <c:v>Gen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Mag</c:v>
                </c:pt>
                <c:pt idx="5">
                  <c:v>Giu</c:v>
                </c:pt>
                <c:pt idx="6">
                  <c:v>Lug</c:v>
                </c:pt>
                <c:pt idx="7">
                  <c:v>Ago</c:v>
                </c:pt>
              </c:strCache>
            </c:strRef>
          </c:cat>
          <c:val>
            <c:numRef>
              <c:f>'Line 1'!$C$2:$C$9</c:f>
              <c:numCache>
                <c:formatCode>General</c:formatCode>
                <c:ptCount val="8"/>
                <c:pt idx="0">
                  <c:v>10</c:v>
                </c:pt>
                <c:pt idx="1">
                  <c:v>30</c:v>
                </c:pt>
                <c:pt idx="2">
                  <c:v>50</c:v>
                </c:pt>
                <c:pt idx="3">
                  <c:v>90</c:v>
                </c:pt>
                <c:pt idx="4">
                  <c:v>100</c:v>
                </c:pt>
                <c:pt idx="5">
                  <c:v>120</c:v>
                </c:pt>
                <c:pt idx="6">
                  <c:v>191</c:v>
                </c:pt>
                <c:pt idx="7">
                  <c:v>238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834-4723-A5E7-1F1126F0A62B}"/>
            </c:ext>
          </c:extLst>
        </c:ser>
        <c:ser>
          <c:idx val="2"/>
          <c:order val="2"/>
          <c:tx>
            <c:strRef>
              <c:f>'Line 1'!$D$1</c:f>
              <c:strCache>
                <c:ptCount val="1"/>
                <c:pt idx="0">
                  <c:v>BT '23-'24</c:v>
                </c:pt>
              </c:strCache>
            </c:strRef>
          </c:tx>
          <c:marker>
            <c:symbol val="none"/>
          </c:marker>
          <c:dLbls>
            <c:dLbl>
              <c:idx val="0"/>
              <c:layout>
                <c:manualLayout>
                  <c:x val="2.9026709401709403E-2"/>
                  <c:y val="-2.6592640519229756E-3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A2E6-472A-B374-63989AAC29E9}"/>
                </c:ext>
              </c:extLst>
            </c:dLbl>
            <c:dLbl>
              <c:idx val="1"/>
              <c:layout>
                <c:manualLayout>
                  <c:x val="-5.9685683760683762E-2"/>
                  <c:y val="-5.8820425331478694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A2E6-472A-B374-63989AAC29E9}"/>
                </c:ext>
              </c:extLst>
            </c:dLbl>
            <c:dLbl>
              <c:idx val="2"/>
              <c:layout>
                <c:manualLayout>
                  <c:x val="2.7916880341880342E-2"/>
                  <c:y val="1.6044486394212111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A2E6-472A-B374-63989AAC29E9}"/>
                </c:ext>
              </c:extLst>
            </c:dLbl>
            <c:dLbl>
              <c:idx val="3"/>
              <c:layout>
                <c:manualLayout>
                  <c:x val="2.7636752136752135E-3"/>
                  <c:y val="6.6319653936945541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A2E6-472A-B374-63989AAC29E9}"/>
                </c:ext>
              </c:extLst>
            </c:dLbl>
            <c:dLbl>
              <c:idx val="4"/>
              <c:layout>
                <c:manualLayout>
                  <c:x val="-0.10375064102564102"/>
                  <c:y val="-5.3283541235099541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A2E6-472A-B374-63989AAC29E9}"/>
                </c:ext>
              </c:extLst>
            </c:dLbl>
            <c:dLbl>
              <c:idx val="5"/>
              <c:layout>
                <c:manualLayout>
                  <c:x val="3.9619658119658022E-2"/>
                  <c:y val="6.556450612943461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A2E6-472A-B374-63989AAC29E9}"/>
                </c:ext>
              </c:extLst>
            </c:dLbl>
            <c:dLbl>
              <c:idx val="6"/>
              <c:layout>
                <c:manualLayout>
                  <c:x val="-0.13484935897435898"/>
                  <c:y val="-3.0174198691995616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A2E6-472A-B374-63989AAC29E9}"/>
                </c:ext>
              </c:extLst>
            </c:dLbl>
            <c:dLbl>
              <c:idx val="7"/>
              <c:layout>
                <c:manualLayout>
                  <c:x val="-0.12920170940170941"/>
                  <c:y val="-3.4961913775897607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A2E6-472A-B374-63989AAC29E9}"/>
                </c:ext>
              </c:extLst>
            </c:dLbl>
            <c:spPr>
              <a:noFill/>
              <a:ln>
                <a:noFill/>
              </a:ln>
              <a:effectLst/>
            </c:sp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'Line 1'!$A$2:$A$9</c:f>
              <c:strCache>
                <c:ptCount val="8"/>
                <c:pt idx="0">
                  <c:v>Gen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Mag</c:v>
                </c:pt>
                <c:pt idx="5">
                  <c:v>Giu</c:v>
                </c:pt>
                <c:pt idx="6">
                  <c:v>Lug</c:v>
                </c:pt>
                <c:pt idx="7">
                  <c:v>Ago</c:v>
                </c:pt>
              </c:strCache>
            </c:strRef>
          </c:cat>
          <c:val>
            <c:numRef>
              <c:f>'Line 1'!$D$2:$D$9</c:f>
              <c:numCache>
                <c:formatCode>General</c:formatCode>
                <c:ptCount val="8"/>
                <c:pt idx="0">
                  <c:v>12</c:v>
                </c:pt>
                <c:pt idx="1">
                  <c:v>34</c:v>
                </c:pt>
                <c:pt idx="2">
                  <c:v>45</c:v>
                </c:pt>
                <c:pt idx="3">
                  <c:v>82</c:v>
                </c:pt>
                <c:pt idx="4">
                  <c:v>140</c:v>
                </c:pt>
                <c:pt idx="5">
                  <c:v>150</c:v>
                </c:pt>
                <c:pt idx="6">
                  <c:v>230</c:v>
                </c:pt>
                <c:pt idx="7">
                  <c:v>247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FE5-46E1-8C26-A78A62E1DEC3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293002624"/>
        <c:axId val="293537280"/>
      </c:lineChart>
      <c:catAx>
        <c:axId val="29300262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chemeClr val="tx1"/>
            </a:solidFill>
          </a:ln>
        </c:spPr>
        <c:crossAx val="293537280"/>
        <c:crosses val="autoZero"/>
        <c:auto val="1"/>
        <c:lblAlgn val="ctr"/>
        <c:lblOffset val="100"/>
        <c:noMultiLvlLbl val="0"/>
      </c:catAx>
      <c:valAx>
        <c:axId val="293537280"/>
        <c:scaling>
          <c:orientation val="minMax"/>
          <c:max val="250"/>
          <c:min val="0"/>
        </c:scaling>
        <c:delete val="0"/>
        <c:axPos val="l"/>
        <c:title>
          <c:tx>
            <c:rich>
              <a:bodyPr/>
              <a:lstStyle/>
              <a:p>
                <a:pPr>
                  <a:defRPr/>
                </a:pPr>
                <a:r>
                  <a:rPr lang="it-IT">
                    <a:solidFill>
                      <a:schemeClr val="tx2"/>
                    </a:solidFill>
                  </a:rPr>
                  <a:t>n° guasti rete BT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spPr>
          <a:ln>
            <a:solidFill>
              <a:schemeClr val="tx1"/>
            </a:solidFill>
          </a:ln>
        </c:spPr>
        <c:txPr>
          <a:bodyPr/>
          <a:lstStyle/>
          <a:p>
            <a:pPr>
              <a:defRPr>
                <a:solidFill>
                  <a:schemeClr val="tx2"/>
                </a:solidFill>
              </a:defRPr>
            </a:pPr>
            <a:endParaRPr lang="it-IT"/>
          </a:p>
        </c:txPr>
        <c:crossAx val="293002624"/>
        <c:crosses val="autoZero"/>
        <c:crossBetween val="between"/>
        <c:majorUnit val="50"/>
      </c:valAx>
    </c:plotArea>
    <c:legend>
      <c:legendPos val="b"/>
      <c:overlay val="0"/>
    </c:legend>
    <c:plotVisOnly val="1"/>
    <c:dispBlanksAs val="gap"/>
    <c:showDLblsOverMax val="0"/>
  </c:chart>
  <c:txPr>
    <a:bodyPr/>
    <a:lstStyle/>
    <a:p>
      <a:pPr>
        <a:defRPr sz="1200">
          <a:solidFill>
            <a:schemeClr val="tx1"/>
          </a:solidFill>
          <a:latin typeface="Life Sans" panose="02000000000000000000" pitchFamily="2" charset="0"/>
        </a:defRPr>
      </a:pPr>
      <a:endParaRPr lang="it-IT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6195946113744808"/>
          <c:y val="4.1411416568975977E-2"/>
          <c:w val="0.70026134113351923"/>
          <c:h val="0.79187705208285974"/>
        </c:manualLayout>
      </c:layout>
      <c:lineChart>
        <c:grouping val="standard"/>
        <c:varyColors val="0"/>
        <c:ser>
          <c:idx val="0"/>
          <c:order val="0"/>
          <c:tx>
            <c:strRef>
              <c:f>'Line 1'!$B$1</c:f>
              <c:strCache>
                <c:ptCount val="1"/>
                <c:pt idx="0">
                  <c:v>MT '26</c:v>
                </c:pt>
              </c:strCache>
            </c:strRef>
          </c:tx>
          <c:spPr>
            <a:ln w="19050">
              <a:solidFill>
                <a:schemeClr val="accent1"/>
              </a:solidFill>
            </a:ln>
            <a:effectLst>
              <a:glow rad="12700">
                <a:schemeClr val="accent3">
                  <a:alpha val="40000"/>
                </a:schemeClr>
              </a:glow>
            </a:effectLst>
          </c:spPr>
          <c:marker>
            <c:symbol val="none"/>
          </c:marker>
          <c:dLbls>
            <c:dLbl>
              <c:idx val="0"/>
              <c:layout>
                <c:manualLayout>
                  <c:x val="-5.4275641025641051E-2"/>
                  <c:y val="-7.953723476961625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037F-4179-A222-0720487E6EBB}"/>
                </c:ext>
              </c:extLst>
            </c:dLbl>
            <c:dLbl>
              <c:idx val="1"/>
              <c:layout>
                <c:manualLayout>
                  <c:x val="3.255982905982906E-3"/>
                  <c:y val="2.426249891822468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037F-4179-A222-0720487E6EBB}"/>
                </c:ext>
              </c:extLst>
            </c:dLbl>
            <c:dLbl>
              <c:idx val="2"/>
              <c:layout>
                <c:manualLayout>
                  <c:x val="4.7217094017094015E-2"/>
                  <c:y val="2.765381360467445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037F-4179-A222-0720487E6EBB}"/>
                </c:ext>
              </c:extLst>
            </c:dLbl>
            <c:dLbl>
              <c:idx val="3"/>
              <c:layout>
                <c:manualLayout>
                  <c:x val="3.7991452991452991E-2"/>
                  <c:y val="1.369574577244949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00DB-4729-B748-7A7FD1A61FEE}"/>
                </c:ext>
              </c:extLst>
            </c:dLbl>
            <c:dLbl>
              <c:idx val="4"/>
              <c:layout>
                <c:manualLayout>
                  <c:x val="2.7136752136752137E-2"/>
                  <c:y val="-3.08154279880113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00DB-4729-B748-7A7FD1A61FEE}"/>
                </c:ext>
              </c:extLst>
            </c:dLbl>
            <c:dLbl>
              <c:idx val="5"/>
              <c:layout>
                <c:manualLayout>
                  <c:x val="-2.4423076923076922E-2"/>
                  <c:y val="8.217447463469698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00DB-4729-B748-7A7FD1A61FEE}"/>
                </c:ext>
              </c:extLst>
            </c:dLbl>
            <c:dLbl>
              <c:idx val="6"/>
              <c:layout>
                <c:manualLayout>
                  <c:x val="-3.4479914529914626E-2"/>
                  <c:y val="9.316746742744551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037F-4179-A222-0720487E6EBB}"/>
                </c:ext>
              </c:extLst>
            </c:dLbl>
            <c:dLbl>
              <c:idx val="7"/>
              <c:layout>
                <c:manualLayout>
                  <c:x val="-5.1400427350427352E-2"/>
                  <c:y val="0.10936942683573531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037F-4179-A222-0720487E6EBB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'Line 1'!$A$2:$A$9</c:f>
              <c:strCache>
                <c:ptCount val="8"/>
                <c:pt idx="0">
                  <c:v>Gen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Mag</c:v>
                </c:pt>
                <c:pt idx="5">
                  <c:v>Giu</c:v>
                </c:pt>
                <c:pt idx="6">
                  <c:v>Lug</c:v>
                </c:pt>
                <c:pt idx="7">
                  <c:v>Ago</c:v>
                </c:pt>
              </c:strCache>
            </c:strRef>
          </c:cat>
          <c:val>
            <c:numRef>
              <c:f>'Line 1'!$B$2:$B$9</c:f>
              <c:numCache>
                <c:formatCode>General</c:formatCode>
                <c:ptCount val="8"/>
                <c:pt idx="0">
                  <c:v>25</c:v>
                </c:pt>
                <c:pt idx="1">
                  <c:v>36</c:v>
                </c:pt>
                <c:pt idx="2">
                  <c:v>55</c:v>
                </c:pt>
                <c:pt idx="3">
                  <c:v>87</c:v>
                </c:pt>
                <c:pt idx="4">
                  <c:v>151</c:v>
                </c:pt>
                <c:pt idx="5">
                  <c:v>320</c:v>
                </c:pt>
                <c:pt idx="6">
                  <c:v>363</c:v>
                </c:pt>
                <c:pt idx="7">
                  <c:v>400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5C8-451A-801F-0A8A867FBC5F}"/>
            </c:ext>
          </c:extLst>
        </c:ser>
        <c:ser>
          <c:idx val="1"/>
          <c:order val="1"/>
          <c:tx>
            <c:strRef>
              <c:f>'Line 1'!$C$1</c:f>
              <c:strCache>
                <c:ptCount val="1"/>
                <c:pt idx="0">
                  <c:v>MT '25</c:v>
                </c:pt>
              </c:strCache>
            </c:strRef>
          </c:tx>
          <c:marker>
            <c:symbol val="none"/>
          </c:marker>
          <c:dLbls>
            <c:dLbl>
              <c:idx val="0"/>
              <c:layout>
                <c:manualLayout>
                  <c:x val="8.1410256410256402E-3"/>
                  <c:y val="1.027180932933712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037F-4179-A222-0720487E6EBB}"/>
                </c:ext>
              </c:extLst>
            </c:dLbl>
            <c:dLbl>
              <c:idx val="1"/>
              <c:layout>
                <c:manualLayout>
                  <c:x val="4.3418803418803366E-2"/>
                  <c:y val="6.8478728862247486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3F05-4FA4-AA8C-9E3D88DD698D}"/>
                </c:ext>
              </c:extLst>
            </c:dLbl>
            <c:dLbl>
              <c:idx val="2"/>
              <c:layout>
                <c:manualLayout>
                  <c:x val="-5.4273504273503774E-3"/>
                  <c:y val="2.739149154489899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037F-4179-A222-0720487E6EBB}"/>
                </c:ext>
              </c:extLst>
            </c:dLbl>
            <c:dLbl>
              <c:idx val="3"/>
              <c:layout>
                <c:manualLayout>
                  <c:x val="1.8995726495726496E-2"/>
                  <c:y val="3.766330087423599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037F-4179-A222-0720487E6EBB}"/>
                </c:ext>
              </c:extLst>
            </c:dLbl>
            <c:dLbl>
              <c:idx val="6"/>
              <c:layout>
                <c:manualLayout>
                  <c:x val="-4.8846153846153949E-2"/>
                  <c:y val="-5.478298308979798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037F-4179-A222-0720487E6EBB}"/>
                </c:ext>
              </c:extLst>
            </c:dLbl>
            <c:dLbl>
              <c:idx val="7"/>
              <c:layout>
                <c:manualLayout>
                  <c:x val="-7.8696581196581197E-2"/>
                  <c:y val="-7.190266530535986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037F-4179-A222-0720487E6EBB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'Line 1'!$A$2:$A$9</c:f>
              <c:strCache>
                <c:ptCount val="8"/>
                <c:pt idx="0">
                  <c:v>Gen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Mag</c:v>
                </c:pt>
                <c:pt idx="5">
                  <c:v>Giu</c:v>
                </c:pt>
                <c:pt idx="6">
                  <c:v>Lug</c:v>
                </c:pt>
                <c:pt idx="7">
                  <c:v>Ago</c:v>
                </c:pt>
              </c:strCache>
            </c:strRef>
          </c:cat>
          <c:val>
            <c:numRef>
              <c:f>'Line 1'!$C$2:$C$9</c:f>
              <c:numCache>
                <c:formatCode>General</c:formatCode>
                <c:ptCount val="8"/>
                <c:pt idx="0">
                  <c:v>18</c:v>
                </c:pt>
                <c:pt idx="1">
                  <c:v>34</c:v>
                </c:pt>
                <c:pt idx="2">
                  <c:v>54</c:v>
                </c:pt>
                <c:pt idx="3">
                  <c:v>70</c:v>
                </c:pt>
                <c:pt idx="4">
                  <c:v>110</c:v>
                </c:pt>
                <c:pt idx="5">
                  <c:v>323</c:v>
                </c:pt>
                <c:pt idx="6">
                  <c:v>428</c:v>
                </c:pt>
                <c:pt idx="7">
                  <c:v>467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5C8-451A-801F-0A8A867FBC5F}"/>
            </c:ext>
          </c:extLst>
        </c:ser>
        <c:ser>
          <c:idx val="2"/>
          <c:order val="2"/>
          <c:tx>
            <c:strRef>
              <c:f>'Line 1'!$D$1</c:f>
              <c:strCache>
                <c:ptCount val="1"/>
                <c:pt idx="0">
                  <c:v>MT '23-'24</c:v>
                </c:pt>
              </c:strCache>
            </c:strRef>
          </c:tx>
          <c:spPr>
            <a:ln w="19050">
              <a:solidFill>
                <a:srgbClr val="C00000"/>
              </a:solidFill>
            </a:ln>
            <a:effectLst>
              <a:glow rad="12700">
                <a:schemeClr val="accent2">
                  <a:alpha val="40000"/>
                </a:schemeClr>
              </a:glow>
            </a:effectLst>
          </c:spPr>
          <c:marker>
            <c:symbol val="none"/>
          </c:marker>
          <c:dLbls>
            <c:dLbl>
              <c:idx val="0"/>
              <c:layout>
                <c:manualLayout>
                  <c:x val="-2.425448717948718E-2"/>
                  <c:y val="-5.491400931903835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1A5A-4A28-97B5-88547A215C61}"/>
                </c:ext>
              </c:extLst>
            </c:dLbl>
            <c:dLbl>
              <c:idx val="1"/>
              <c:layout>
                <c:manualLayout>
                  <c:x val="-4.3969871794871794E-2"/>
                  <c:y val="-7.242703982361604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1A5A-4A28-97B5-88547A215C61}"/>
                </c:ext>
              </c:extLst>
            </c:dLbl>
            <c:dLbl>
              <c:idx val="2"/>
              <c:layout>
                <c:manualLayout>
                  <c:x val="-4.8854914529914528E-2"/>
                  <c:y val="-6.548076246481365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1A5A-4A28-97B5-88547A215C61}"/>
                </c:ext>
              </c:extLst>
            </c:dLbl>
            <c:dLbl>
              <c:idx val="3"/>
              <c:layout>
                <c:manualLayout>
                  <c:x val="-5.1566452991452995E-2"/>
                  <c:y val="-5.514344002085635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1A5A-4A28-97B5-88547A215C61}"/>
                </c:ext>
              </c:extLst>
            </c:dLbl>
            <c:dLbl>
              <c:idx val="4"/>
              <c:layout>
                <c:manualLayout>
                  <c:x val="-9.9448791926503313E-2"/>
                  <c:y val="-5.530740109379101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1A5A-4A28-97B5-88547A215C61}"/>
                </c:ext>
              </c:extLst>
            </c:dLbl>
            <c:dLbl>
              <c:idx val="5"/>
              <c:layout>
                <c:manualLayout>
                  <c:x val="-8.685525998361035E-2"/>
                  <c:y val="-2.419698797853354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1A5A-4A28-97B5-88547A215C61}"/>
                </c:ext>
              </c:extLst>
            </c:dLbl>
            <c:dLbl>
              <c:idx val="6"/>
              <c:layout>
                <c:manualLayout>
                  <c:x val="-0.11030560199855156"/>
                  <c:y val="-2.419698797853354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1A5A-4A28-97B5-88547A215C61}"/>
                </c:ext>
              </c:extLst>
            </c:dLbl>
            <c:dLbl>
              <c:idx val="7"/>
              <c:layout>
                <c:manualLayout>
                  <c:x val="-0.10229018598154616"/>
                  <c:y val="-2.074027541017160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1A5A-4A28-97B5-88547A215C61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'Line 1'!$A$2:$A$9</c:f>
              <c:strCache>
                <c:ptCount val="8"/>
                <c:pt idx="0">
                  <c:v>Gen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Mag</c:v>
                </c:pt>
                <c:pt idx="5">
                  <c:v>Giu</c:v>
                </c:pt>
                <c:pt idx="6">
                  <c:v>Lug</c:v>
                </c:pt>
                <c:pt idx="7">
                  <c:v>Ago</c:v>
                </c:pt>
              </c:strCache>
            </c:strRef>
          </c:cat>
          <c:val>
            <c:numRef>
              <c:f>'Line 1'!$D$2:$D$9</c:f>
              <c:numCache>
                <c:formatCode>0</c:formatCode>
                <c:ptCount val="8"/>
                <c:pt idx="0" formatCode="0.0">
                  <c:v>16.5</c:v>
                </c:pt>
                <c:pt idx="1">
                  <c:v>38</c:v>
                </c:pt>
                <c:pt idx="2">
                  <c:v>69</c:v>
                </c:pt>
                <c:pt idx="3">
                  <c:v>90</c:v>
                </c:pt>
                <c:pt idx="4">
                  <c:v>148</c:v>
                </c:pt>
                <c:pt idx="5">
                  <c:v>353</c:v>
                </c:pt>
                <c:pt idx="6" formatCode="General">
                  <c:v>543</c:v>
                </c:pt>
                <c:pt idx="7" formatCode="General">
                  <c:v>612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5E4-4A8D-BB6C-3DFB62106C6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93002624"/>
        <c:axId val="293537280"/>
      </c:lineChart>
      <c:catAx>
        <c:axId val="29300262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chemeClr val="tx1"/>
            </a:solidFill>
          </a:ln>
        </c:spPr>
        <c:crossAx val="293537280"/>
        <c:crosses val="autoZero"/>
        <c:auto val="1"/>
        <c:lblAlgn val="ctr"/>
        <c:lblOffset val="100"/>
        <c:noMultiLvlLbl val="0"/>
      </c:catAx>
      <c:valAx>
        <c:axId val="293537280"/>
        <c:scaling>
          <c:orientation val="minMax"/>
          <c:max val="650"/>
          <c:min val="0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>
            <a:solidFill>
              <a:schemeClr val="tx1"/>
            </a:solidFill>
          </a:ln>
        </c:spPr>
        <c:crossAx val="293002624"/>
        <c:crosses val="autoZero"/>
        <c:crossBetween val="between"/>
        <c:majorUnit val="100"/>
      </c:valAx>
    </c:plotArea>
    <c:legend>
      <c:legendPos val="b"/>
      <c:layout>
        <c:manualLayout>
          <c:xMode val="edge"/>
          <c:yMode val="edge"/>
          <c:x val="0.12315149572649572"/>
          <c:y val="0.9276276892392149"/>
          <c:w val="0.68202350427350422"/>
          <c:h val="6.8948374317672811E-2"/>
        </c:manualLayout>
      </c:layout>
      <c:overlay val="0"/>
    </c:legend>
    <c:plotVisOnly val="1"/>
    <c:dispBlanksAs val="gap"/>
    <c:showDLblsOverMax val="0"/>
  </c:chart>
  <c:txPr>
    <a:bodyPr/>
    <a:lstStyle/>
    <a:p>
      <a:pPr>
        <a:defRPr sz="1200">
          <a:solidFill>
            <a:schemeClr val="tx2"/>
          </a:solidFill>
          <a:latin typeface="Life Sans" panose="02000000000000000000" pitchFamily="2" charset="0"/>
        </a:defRPr>
      </a:pPr>
      <a:endParaRPr lang="it-IT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rgbClr val="009FDA"/>
              </a:solidFill>
              <a:round/>
            </a:ln>
            <a:effectLst/>
          </c:spPr>
          <c:marker>
            <c:symbol val="square"/>
            <c:size val="6"/>
            <c:spPr>
              <a:solidFill>
                <a:schemeClr val="bg1"/>
              </a:solidFill>
              <a:ln w="19050">
                <a:solidFill>
                  <a:srgbClr val="009FDA"/>
                </a:solidFill>
              </a:ln>
              <a:effectLst/>
            </c:spPr>
          </c:marker>
          <c:dPt>
            <c:idx val="9"/>
            <c:marker>
              <c:symbol val="square"/>
              <c:size val="6"/>
              <c:spPr>
                <a:solidFill>
                  <a:srgbClr val="009FDA"/>
                </a:solidFill>
                <a:ln w="19050">
                  <a:solidFill>
                    <a:srgbClr val="009FDA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0-3C02-4557-8D33-92B621D37775}"/>
              </c:ext>
            </c:extLst>
          </c:dPt>
          <c:dPt>
            <c:idx val="10"/>
            <c:marker>
              <c:symbol val="square"/>
              <c:size val="6"/>
              <c:spPr>
                <a:solidFill>
                  <a:srgbClr val="F5A725"/>
                </a:solidFill>
                <a:ln w="19050">
                  <a:solidFill>
                    <a:srgbClr val="009FDA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1-3C02-4557-8D33-92B621D37775}"/>
              </c:ext>
            </c:extLst>
          </c:dPt>
          <c:trendline>
            <c:spPr>
              <a:ln w="28575" cap="rnd">
                <a:solidFill>
                  <a:srgbClr val="009FDA"/>
                </a:solidFill>
                <a:prstDash val="sysDot"/>
              </a:ln>
              <a:effectLst/>
            </c:spPr>
            <c:trendlineType val="linear"/>
            <c:dispRSqr val="0"/>
            <c:dispEq val="0"/>
          </c:trendline>
          <c:cat>
            <c:numRef>
              <c:f>Foglio1!$C$31:$C$41</c:f>
              <c:numCache>
                <c:formatCode>General</c:formatCode>
                <c:ptCount val="11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  <c:pt idx="4">
                  <c:v>2020</c:v>
                </c:pt>
                <c:pt idx="5">
                  <c:v>2021</c:v>
                </c:pt>
                <c:pt idx="6">
                  <c:v>2022</c:v>
                </c:pt>
                <c:pt idx="7">
                  <c:v>2023</c:v>
                </c:pt>
                <c:pt idx="8">
                  <c:v>2024</c:v>
                </c:pt>
                <c:pt idx="9">
                  <c:v>2025</c:v>
                </c:pt>
                <c:pt idx="10">
                  <c:v>2026</c:v>
                </c:pt>
              </c:numCache>
            </c:numRef>
          </c:cat>
          <c:val>
            <c:numRef>
              <c:f>Foglio1!$D$31:$D$41</c:f>
              <c:numCache>
                <c:formatCode>0.00</c:formatCode>
                <c:ptCount val="11"/>
                <c:pt idx="0">
                  <c:v>25.007700465023699</c:v>
                </c:pt>
                <c:pt idx="1">
                  <c:v>26.409613846250071</c:v>
                </c:pt>
                <c:pt idx="2">
                  <c:v>31.314333646781641</c:v>
                </c:pt>
                <c:pt idx="3">
                  <c:v>31.234451622708779</c:v>
                </c:pt>
                <c:pt idx="4">
                  <c:v>30.140276416236361</c:v>
                </c:pt>
                <c:pt idx="5">
                  <c:v>29.28588177718812</c:v>
                </c:pt>
                <c:pt idx="6">
                  <c:v>30.15906123802214</c:v>
                </c:pt>
                <c:pt idx="7">
                  <c:v>33.377158026713232</c:v>
                </c:pt>
                <c:pt idx="8">
                  <c:v>38.609509262340943</c:v>
                </c:pt>
                <c:pt idx="9" formatCode="General">
                  <c:v>45.07</c:v>
                </c:pt>
                <c:pt idx="10" formatCode="General">
                  <c:v>53.75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3C02-4557-8D33-92B621D3777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720214943"/>
        <c:axId val="594616399"/>
      </c:lineChart>
      <c:catAx>
        <c:axId val="7202149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Life Sans" panose="02000000000000000000" pitchFamily="2" charset="0"/>
                <a:ea typeface="+mn-ea"/>
                <a:cs typeface="+mn-cs"/>
              </a:defRPr>
            </a:pPr>
            <a:endParaRPr lang="it-IT"/>
          </a:p>
        </c:txPr>
        <c:crossAx val="594616399"/>
        <c:crosses val="autoZero"/>
        <c:auto val="1"/>
        <c:lblAlgn val="ctr"/>
        <c:lblOffset val="100"/>
        <c:noMultiLvlLbl val="0"/>
      </c:catAx>
      <c:valAx>
        <c:axId val="594616399"/>
        <c:scaling>
          <c:orientation val="minMax"/>
          <c:max val="55"/>
          <c:min val="2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Life Sans" panose="02000000000000000000" pitchFamily="2" charset="0"/>
                <a:ea typeface="+mn-ea"/>
                <a:cs typeface="+mn-cs"/>
              </a:defRPr>
            </a:pPr>
            <a:endParaRPr lang="it-IT"/>
          </a:p>
        </c:txPr>
        <c:crossAx val="7202149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>
          <a:latin typeface="Life Sans" panose="02000000000000000000" pitchFamily="2" charset="0"/>
        </a:defRPr>
      </a:pPr>
      <a:endParaRPr lang="it-IT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E758B1F-6C58-744E-B66A-6DEA31F8BA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lang="x-none">
              <a:latin typeface="Segoe UI" panose="020B0502040204020203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8FD89AF-75EA-4240-B198-25CBA89FC74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3992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fld id="{6EE5BA9A-BC1E-3B43-9928-CA1CD8F77E01}" type="datetimeFigureOut">
              <a:rPr lang="x-none" smtClean="0">
                <a:latin typeface="Segoe UI" panose="020B0502040204020203" pitchFamily="34" charset="0"/>
              </a:rPr>
              <a:t>14/09/2026</a:t>
            </a:fld>
            <a:endParaRPr lang="x-none">
              <a:latin typeface="Segoe UI" panose="020B0502040204020203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401CC3-FAC1-2045-9F00-70110897E10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lang="x-none">
              <a:latin typeface="Segoe UI" panose="020B0502040204020203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A63EAA-E57D-4841-9556-1DED78B4522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C078CAF2-1275-0646-8EE7-394DB34217E2}" type="slidenum">
              <a:rPr lang="x-none" smtClean="0">
                <a:latin typeface="Segoe UI" panose="020B0502040204020203" pitchFamily="34" charset="0"/>
              </a:rPr>
              <a:t>‹N›</a:t>
            </a:fld>
            <a:endParaRPr lang="x-none"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585607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>
                <a:latin typeface="Segoe UI" panose="020B0502040204020203" pitchFamily="34" charset="0"/>
              </a:defRPr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4023992" y="1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>
                <a:latin typeface="Segoe UI" panose="020B0502040204020203" pitchFamily="34" charset="0"/>
              </a:defRPr>
            </a:lvl1pPr>
          </a:lstStyle>
          <a:p>
            <a:fld id="{67713062-6679-4F94-86DD-CDBE500827C6}" type="datetimeFigureOut">
              <a:rPr lang="de-DE" smtClean="0"/>
              <a:pPr/>
              <a:t>14.09.2026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-2052638" y="755650"/>
            <a:ext cx="8924926" cy="50212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75" tIns="49538" rIns="99075" bIns="49538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710407" y="6004306"/>
            <a:ext cx="5683250" cy="2950980"/>
          </a:xfrm>
          <a:prstGeom prst="rect">
            <a:avLst/>
          </a:prstGeom>
        </p:spPr>
        <p:txBody>
          <a:bodyPr vert="horz" lIns="99075" tIns="49538" rIns="99075" bIns="49538" rtlCol="0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>
                <a:latin typeface="Segoe UI" panose="020B0502040204020203" pitchFamily="34" charset="0"/>
              </a:defRPr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>
                <a:latin typeface="Segoe UI" panose="020B0502040204020203" pitchFamily="34" charset="0"/>
              </a:defRPr>
            </a:lvl1pPr>
          </a:lstStyle>
          <a:p>
            <a:fld id="{4B3206C8-01E0-429C-A785-9715DEB29B71}" type="slidenum">
              <a:rPr lang="de-DE" smtClean="0"/>
              <a:pPr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41543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871057" rtl="0" eaLnBrk="1" latinLnBrk="0" hangingPunct="1">
      <a:defRPr sz="1143" kern="1200">
        <a:solidFill>
          <a:schemeClr val="tx1"/>
        </a:solidFill>
        <a:latin typeface="Segoe UI" panose="020B0502040204020203" pitchFamily="34" charset="0"/>
        <a:ea typeface="+mn-ea"/>
        <a:cs typeface="+mn-cs"/>
      </a:defRPr>
    </a:lvl1pPr>
    <a:lvl2pPr marL="435529" algn="l" defTabSz="871057" rtl="0" eaLnBrk="1" latinLnBrk="0" hangingPunct="1">
      <a:defRPr sz="1143" kern="1200">
        <a:solidFill>
          <a:schemeClr val="tx1"/>
        </a:solidFill>
        <a:latin typeface="Segoe UI" panose="020B0502040204020203" pitchFamily="34" charset="0"/>
        <a:ea typeface="+mn-ea"/>
        <a:cs typeface="+mn-cs"/>
      </a:defRPr>
    </a:lvl2pPr>
    <a:lvl3pPr marL="871057" algn="l" defTabSz="871057" rtl="0" eaLnBrk="1" latinLnBrk="0" hangingPunct="1">
      <a:defRPr sz="1143" kern="1200">
        <a:solidFill>
          <a:schemeClr val="tx1"/>
        </a:solidFill>
        <a:latin typeface="Segoe UI" panose="020B0502040204020203" pitchFamily="34" charset="0"/>
        <a:ea typeface="+mn-ea"/>
        <a:cs typeface="+mn-cs"/>
      </a:defRPr>
    </a:lvl3pPr>
    <a:lvl4pPr marL="1306586" algn="l" defTabSz="871057" rtl="0" eaLnBrk="1" latinLnBrk="0" hangingPunct="1">
      <a:defRPr sz="1143" kern="1200">
        <a:solidFill>
          <a:schemeClr val="tx1"/>
        </a:solidFill>
        <a:latin typeface="Segoe UI" panose="020B0502040204020203" pitchFamily="34" charset="0"/>
        <a:ea typeface="+mn-ea"/>
        <a:cs typeface="+mn-cs"/>
      </a:defRPr>
    </a:lvl4pPr>
    <a:lvl5pPr marL="1742115" algn="l" defTabSz="871057" rtl="0" eaLnBrk="1" latinLnBrk="0" hangingPunct="1">
      <a:defRPr sz="1143" kern="1200">
        <a:solidFill>
          <a:schemeClr val="tx1"/>
        </a:solidFill>
        <a:latin typeface="Segoe UI" panose="020B0502040204020203" pitchFamily="34" charset="0"/>
        <a:ea typeface="+mn-ea"/>
        <a:cs typeface="+mn-cs"/>
      </a:defRPr>
    </a:lvl5pPr>
    <a:lvl6pPr marL="2177644" algn="l" defTabSz="871057" rtl="0" eaLnBrk="1" latinLnBrk="0" hangingPunct="1">
      <a:defRPr sz="1143" kern="1200">
        <a:solidFill>
          <a:schemeClr val="tx1"/>
        </a:solidFill>
        <a:latin typeface="+mn-lt"/>
        <a:ea typeface="+mn-ea"/>
        <a:cs typeface="+mn-cs"/>
      </a:defRPr>
    </a:lvl6pPr>
    <a:lvl7pPr marL="2613172" algn="l" defTabSz="871057" rtl="0" eaLnBrk="1" latinLnBrk="0" hangingPunct="1">
      <a:defRPr sz="1143" kern="1200">
        <a:solidFill>
          <a:schemeClr val="tx1"/>
        </a:solidFill>
        <a:latin typeface="+mn-lt"/>
        <a:ea typeface="+mn-ea"/>
        <a:cs typeface="+mn-cs"/>
      </a:defRPr>
    </a:lvl7pPr>
    <a:lvl8pPr marL="3048701" algn="l" defTabSz="871057" rtl="0" eaLnBrk="1" latinLnBrk="0" hangingPunct="1">
      <a:defRPr sz="1143" kern="1200">
        <a:solidFill>
          <a:schemeClr val="tx1"/>
        </a:solidFill>
        <a:latin typeface="+mn-lt"/>
        <a:ea typeface="+mn-ea"/>
        <a:cs typeface="+mn-cs"/>
      </a:defRPr>
    </a:lvl8pPr>
    <a:lvl9pPr marL="3484230" algn="l" defTabSz="871057" rtl="0" eaLnBrk="1" latinLnBrk="0" hangingPunct="1">
      <a:defRPr sz="1143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5CCBC3-9A11-288C-AB41-1B4B5035DF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CAB22D13-4E89-2455-AED7-AF71F5DDB5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7B99D4D2-F1EE-BDA7-3323-9A6FC2D349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Cambio pallino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0BAFE13B-2A44-84C5-84F9-1F690F6478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87105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B3206C8-01E0-429C-A785-9715DEB29B71}" type="slidenum">
              <a:rPr kumimoji="0" lang="de-D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pPr marL="0" marR="0" lvl="0" indent="0" algn="r" defTabSz="87105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699993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2327C5-0773-A17D-61FB-19957B3836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22829F18-9DAE-EAF9-4D3A-35E89FF242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DFFA1C02-C2FB-E35F-9BAC-30DC906AB4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Cambio pallino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7225A22B-398B-3BC5-874F-C4A38ACDAD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87105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B3206C8-01E0-429C-A785-9715DEB29B71}" type="slidenum">
              <a:rPr kumimoji="0" lang="de-D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pPr marL="0" marR="0" lvl="0" indent="0" algn="r" defTabSz="87105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596652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BA947A-CC62-52F4-22E1-AA65366180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A436E60D-E7EF-D4D4-0E04-C585AC0E9C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87923C4F-EEE9-21B8-BB3E-05C7C3E008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Cambio pallino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0FEA5E0D-FBD5-FB5A-E5FB-234B1CFF43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87105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B3206C8-01E0-429C-A785-9715DEB29B71}" type="slidenum">
              <a:rPr kumimoji="0" lang="de-D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pPr marL="0" marR="0" lvl="0" indent="0" algn="r" defTabSz="87105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885363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_rels/slideLayout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3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3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3.xml"/></Relationships>
</file>

<file path=ppt/slideLayouts/_rels/slideLayout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3.xml"/></Relationships>
</file>

<file path=ppt/slideLayouts/_rels/slideLayout10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6.xml"/><Relationship Id="rId6" Type="http://schemas.openxmlformats.org/officeDocument/2006/relationships/image" Target="../media/image15.png"/><Relationship Id="rId5" Type="http://schemas.openxmlformats.org/officeDocument/2006/relationships/image" Target="../media/image11.png"/><Relationship Id="rId4" Type="http://schemas.openxmlformats.org/officeDocument/2006/relationships/image" Target="../media/image14.emf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7.xml"/><Relationship Id="rId6" Type="http://schemas.openxmlformats.org/officeDocument/2006/relationships/image" Target="../media/image15.png"/><Relationship Id="rId5" Type="http://schemas.openxmlformats.org/officeDocument/2006/relationships/image" Target="../media/image11.png"/><Relationship Id="rId4" Type="http://schemas.openxmlformats.org/officeDocument/2006/relationships/image" Target="../media/image14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pertina bianca visu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tangolo 7">
            <a:extLst>
              <a:ext uri="{FF2B5EF4-FFF2-40B4-BE49-F238E27FC236}">
                <a16:creationId xmlns:a16="http://schemas.microsoft.com/office/drawing/2014/main" id="{5E2D9794-4FDA-DC4D-B838-E0D85730A867}"/>
              </a:ext>
            </a:extLst>
          </p:cNvPr>
          <p:cNvSpPr/>
          <p:nvPr userDrawn="1"/>
        </p:nvSpPr>
        <p:spPr>
          <a:xfrm>
            <a:off x="11719112" y="0"/>
            <a:ext cx="472888" cy="6858000"/>
          </a:xfrm>
          <a:prstGeom prst="rect">
            <a:avLst/>
          </a:prstGeom>
          <a:solidFill>
            <a:srgbClr val="009FDA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itel 3">
            <a:extLst>
              <a:ext uri="{FF2B5EF4-FFF2-40B4-BE49-F238E27FC236}">
                <a16:creationId xmlns:a16="http://schemas.microsoft.com/office/drawing/2014/main" id="{5577DE2E-F011-ED4D-B08F-BB312F1A96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95064" y="3358139"/>
            <a:ext cx="5101612" cy="463846"/>
          </a:xfrm>
          <a:prstGeom prst="rect">
            <a:avLst/>
          </a:prstGeom>
        </p:spPr>
        <p:txBody>
          <a:bodyPr>
            <a:spAutoFit/>
          </a:bodyPr>
          <a:lstStyle>
            <a:lvl1pPr algn="r">
              <a:lnSpc>
                <a:spcPct val="80000"/>
              </a:lnSpc>
              <a:defRPr sz="3000" b="0" cap="none" baseline="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de-DE"/>
              <a:t>TITOLO, 30PT</a:t>
            </a:r>
            <a:endParaRPr lang="it-IT"/>
          </a:p>
        </p:txBody>
      </p:sp>
      <p:sp>
        <p:nvSpPr>
          <p:cNvPr id="7" name="Textplatzhalter 11">
            <a:extLst>
              <a:ext uri="{FF2B5EF4-FFF2-40B4-BE49-F238E27FC236}">
                <a16:creationId xmlns:a16="http://schemas.microsoft.com/office/drawing/2014/main" id="{3DDD7910-F509-334C-BE77-0110B10DAB5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395063" y="3916521"/>
            <a:ext cx="5112131" cy="307777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r">
              <a:lnSpc>
                <a:spcPct val="100000"/>
              </a:lnSpc>
              <a:spcAft>
                <a:spcPts val="600"/>
              </a:spcAft>
              <a:buNone/>
              <a:defRPr sz="2000" baseline="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de-DE" err="1"/>
              <a:t>Informazioni</a:t>
            </a:r>
            <a:r>
              <a:rPr lang="de-DE"/>
              <a:t> </a:t>
            </a:r>
            <a:r>
              <a:rPr lang="de-DE" err="1"/>
              <a:t>aggiuntive</a:t>
            </a:r>
            <a:r>
              <a:rPr lang="de-DE"/>
              <a:t>, 20pt</a:t>
            </a:r>
          </a:p>
        </p:txBody>
      </p:sp>
      <p:sp>
        <p:nvSpPr>
          <p:cNvPr id="9" name="Textplatzhalter 11">
            <a:extLst>
              <a:ext uri="{FF2B5EF4-FFF2-40B4-BE49-F238E27FC236}">
                <a16:creationId xmlns:a16="http://schemas.microsoft.com/office/drawing/2014/main" id="{4E2C4211-D150-2A42-B4D5-F16F09A812F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95063" y="4987979"/>
            <a:ext cx="5112131" cy="246221"/>
          </a:xfrm>
          <a:prstGeom prst="rect">
            <a:avLst/>
          </a:prstGeom>
        </p:spPr>
        <p:txBody>
          <a:bodyPr anchor="b">
            <a:spAutoFit/>
          </a:bodyPr>
          <a:lstStyle>
            <a:lvl1pPr marL="0" indent="0" algn="r">
              <a:lnSpc>
                <a:spcPct val="100000"/>
              </a:lnSpc>
              <a:spcAft>
                <a:spcPts val="600"/>
              </a:spcAft>
              <a:buNone/>
              <a:defRPr sz="1600" baseline="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it-IT"/>
              <a:t>00 mese 0000</a:t>
            </a:r>
          </a:p>
        </p:txBody>
      </p:sp>
      <p:pic>
        <p:nvPicPr>
          <p:cNvPr id="12" name="Image" descr="Image">
            <a:extLst>
              <a:ext uri="{FF2B5EF4-FFF2-40B4-BE49-F238E27FC236}">
                <a16:creationId xmlns:a16="http://schemas.microsoft.com/office/drawing/2014/main" id="{610FB577-3E27-154E-A5FF-4E7C3F6FB74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76137" y="6034031"/>
            <a:ext cx="1846296" cy="633302"/>
          </a:xfrm>
          <a:prstGeom prst="rect">
            <a:avLst/>
          </a:prstGeom>
          <a:ln w="12700">
            <a:miter lim="400000"/>
          </a:ln>
        </p:spPr>
      </p:pic>
      <p:pic>
        <p:nvPicPr>
          <p:cNvPr id="11" name="Immagine 10">
            <a:extLst>
              <a:ext uri="{FF2B5EF4-FFF2-40B4-BE49-F238E27FC236}">
                <a16:creationId xmlns:a16="http://schemas.microsoft.com/office/drawing/2014/main" id="{B9584A26-85A9-4646-9BB1-80897B183CE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620395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08914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pertina azzurra visual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tangolo 4">
            <a:extLst>
              <a:ext uri="{FF2B5EF4-FFF2-40B4-BE49-F238E27FC236}">
                <a16:creationId xmlns:a16="http://schemas.microsoft.com/office/drawing/2014/main" id="{2FFACC8B-9242-7E4F-8988-7FB1E1FD35BE}"/>
              </a:ext>
            </a:extLst>
          </p:cNvPr>
          <p:cNvSpPr/>
          <p:nvPr userDrawn="1"/>
        </p:nvSpPr>
        <p:spPr>
          <a:xfrm>
            <a:off x="11719112" y="3250874"/>
            <a:ext cx="472888" cy="356251"/>
          </a:xfrm>
          <a:prstGeom prst="rect">
            <a:avLst/>
          </a:prstGeom>
          <a:solidFill>
            <a:srgbClr val="009FDA"/>
          </a:solidFill>
          <a:ln>
            <a:solidFill>
              <a:srgbClr val="009F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/>
            <a:endParaRPr lang="it-IT"/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87DF3F80-6978-8A47-9044-E7705B5DE754}"/>
              </a:ext>
            </a:extLst>
          </p:cNvPr>
          <p:cNvSpPr txBox="1"/>
          <p:nvPr userDrawn="1"/>
        </p:nvSpPr>
        <p:spPr>
          <a:xfrm>
            <a:off x="13923818" y="4779818"/>
            <a:ext cx="0" cy="0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vert="horz" wrap="none" lIns="0" tIns="0" rIns="0" bIns="0" rtlCol="0">
            <a:noAutofit/>
          </a:bodyPr>
          <a:lstStyle/>
          <a:p>
            <a:pPr algn="l"/>
            <a:endParaRPr lang="x-none" sz="2000" err="1">
              <a:solidFill>
                <a:schemeClr val="bg1"/>
              </a:solidFill>
            </a:endParaRPr>
          </a:p>
        </p:txBody>
      </p:sp>
      <p:sp>
        <p:nvSpPr>
          <p:cNvPr id="15" name="Segnaposto numero diapositiva 5">
            <a:extLst>
              <a:ext uri="{FF2B5EF4-FFF2-40B4-BE49-F238E27FC236}">
                <a16:creationId xmlns:a16="http://schemas.microsoft.com/office/drawing/2014/main" id="{35E9E0F6-2753-4545-9D52-D333F0EFA148}"/>
              </a:ext>
            </a:extLst>
          </p:cNvPr>
          <p:cNvSpPr txBox="1">
            <a:spLocks/>
          </p:cNvSpPr>
          <p:nvPr userDrawn="1"/>
        </p:nvSpPr>
        <p:spPr>
          <a:xfrm>
            <a:off x="11866449" y="6534548"/>
            <a:ext cx="176330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>
            <a:defPPr>
              <a:defRPr lang="en-US"/>
            </a:defPPr>
            <a:lvl1pPr marL="0" algn="ctr" defTabSz="914400" rtl="0" eaLnBrk="1" latinLnBrk="0" hangingPunct="1">
              <a:defRPr lang="en-GB" sz="1000" b="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9170"/>
            <a:fld id="{B9D7DBFB-DCE9-42BC-A361-A0671D12ADFC}" type="slidenum">
              <a:rPr lang="it-IT" baseline="0" smtClean="0">
                <a:solidFill>
                  <a:srgbClr val="009FDA"/>
                </a:solidFill>
              </a:rPr>
              <a:pPr defTabSz="1219170"/>
              <a:t>‹N›</a:t>
            </a:fld>
            <a:endParaRPr lang="it-IT" baseline="0">
              <a:solidFill>
                <a:srgbClr val="009FDA"/>
              </a:solidFill>
            </a:endParaRPr>
          </a:p>
        </p:txBody>
      </p:sp>
      <p:sp>
        <p:nvSpPr>
          <p:cNvPr id="21" name="Titel 3">
            <a:extLst>
              <a:ext uri="{FF2B5EF4-FFF2-40B4-BE49-F238E27FC236}">
                <a16:creationId xmlns:a16="http://schemas.microsoft.com/office/drawing/2014/main" id="{FB9EDC09-F145-DE4C-A171-5D88764699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95064" y="3358139"/>
            <a:ext cx="5101612" cy="463846"/>
          </a:xfrm>
          <a:prstGeom prst="rect">
            <a:avLst/>
          </a:prstGeom>
        </p:spPr>
        <p:txBody>
          <a:bodyPr>
            <a:spAutoFit/>
          </a:bodyPr>
          <a:lstStyle>
            <a:lvl1pPr algn="r">
              <a:lnSpc>
                <a:spcPct val="80000"/>
              </a:lnSpc>
              <a:defRPr sz="3000" b="0" cap="none" baseline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de-DE"/>
              <a:t>TITOLO, 30PT</a:t>
            </a:r>
            <a:endParaRPr lang="it-IT"/>
          </a:p>
        </p:txBody>
      </p:sp>
      <p:sp>
        <p:nvSpPr>
          <p:cNvPr id="22" name="Textplatzhalter 11">
            <a:extLst>
              <a:ext uri="{FF2B5EF4-FFF2-40B4-BE49-F238E27FC236}">
                <a16:creationId xmlns:a16="http://schemas.microsoft.com/office/drawing/2014/main" id="{2E763346-954F-174F-B931-2AB4206476F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395063" y="3916521"/>
            <a:ext cx="5112131" cy="307777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r">
              <a:lnSpc>
                <a:spcPct val="100000"/>
              </a:lnSpc>
              <a:spcAft>
                <a:spcPts val="600"/>
              </a:spcAft>
              <a:buNone/>
              <a:defRPr sz="20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de-DE" err="1"/>
              <a:t>Informazioni</a:t>
            </a:r>
            <a:r>
              <a:rPr lang="de-DE"/>
              <a:t> </a:t>
            </a:r>
            <a:r>
              <a:rPr lang="de-DE" err="1"/>
              <a:t>aggiuntive</a:t>
            </a:r>
            <a:r>
              <a:rPr lang="de-DE"/>
              <a:t>, 20pt</a:t>
            </a:r>
          </a:p>
        </p:txBody>
      </p:sp>
      <p:sp>
        <p:nvSpPr>
          <p:cNvPr id="23" name="Textplatzhalter 11">
            <a:extLst>
              <a:ext uri="{FF2B5EF4-FFF2-40B4-BE49-F238E27FC236}">
                <a16:creationId xmlns:a16="http://schemas.microsoft.com/office/drawing/2014/main" id="{B2FE66A1-A718-1349-AB23-C8615C037F2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95063" y="4987979"/>
            <a:ext cx="5112131" cy="246221"/>
          </a:xfrm>
          <a:prstGeom prst="rect">
            <a:avLst/>
          </a:prstGeom>
        </p:spPr>
        <p:txBody>
          <a:bodyPr anchor="b">
            <a:spAutoFit/>
          </a:bodyPr>
          <a:lstStyle>
            <a:lvl1pPr marL="0" indent="0" algn="r">
              <a:lnSpc>
                <a:spcPct val="100000"/>
              </a:lnSpc>
              <a:spcAft>
                <a:spcPts val="600"/>
              </a:spcAft>
              <a:buNone/>
              <a:defRPr sz="16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it-IT"/>
              <a:t>00 mese 0000</a:t>
            </a:r>
          </a:p>
        </p:txBody>
      </p:sp>
      <p:pic>
        <p:nvPicPr>
          <p:cNvPr id="10" name="Image" descr="Image">
            <a:extLst>
              <a:ext uri="{FF2B5EF4-FFF2-40B4-BE49-F238E27FC236}">
                <a16:creationId xmlns:a16="http://schemas.microsoft.com/office/drawing/2014/main" id="{E03C53A8-4DFA-0C4A-9178-9D2BF448A19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76137" y="6034267"/>
            <a:ext cx="1851248" cy="635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1" name="Immagine 10">
            <a:extLst>
              <a:ext uri="{FF2B5EF4-FFF2-40B4-BE49-F238E27FC236}">
                <a16:creationId xmlns:a16="http://schemas.microsoft.com/office/drawing/2014/main" id="{80D0664B-6182-D74A-8310-9119A9AF176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618314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99034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ndic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tangolo 5">
            <a:extLst>
              <a:ext uri="{FF2B5EF4-FFF2-40B4-BE49-F238E27FC236}">
                <a16:creationId xmlns:a16="http://schemas.microsoft.com/office/drawing/2014/main" id="{62A75090-4B50-7F40-9990-80E003C21FD8}"/>
              </a:ext>
            </a:extLst>
          </p:cNvPr>
          <p:cNvSpPr/>
          <p:nvPr userDrawn="1"/>
        </p:nvSpPr>
        <p:spPr>
          <a:xfrm>
            <a:off x="11719112" y="0"/>
            <a:ext cx="472888" cy="6858000"/>
          </a:xfrm>
          <a:prstGeom prst="rect">
            <a:avLst/>
          </a:prstGeom>
          <a:solidFill>
            <a:srgbClr val="009FD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" name="Elemento grafico 10">
            <a:extLst>
              <a:ext uri="{FF2B5EF4-FFF2-40B4-BE49-F238E27FC236}">
                <a16:creationId xmlns:a16="http://schemas.microsoft.com/office/drawing/2014/main" id="{405F0AF0-AC96-5241-81D9-04B5207F80E8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62770" y="6226421"/>
            <a:ext cx="1243014" cy="426383"/>
          </a:xfrm>
          <a:prstGeom prst="rect">
            <a:avLst/>
          </a:prstGeom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05DEDBC4-5406-D647-9F4F-EEA325BFF2DE}"/>
              </a:ext>
            </a:extLst>
          </p:cNvPr>
          <p:cNvSpPr txBox="1"/>
          <p:nvPr userDrawn="1"/>
        </p:nvSpPr>
        <p:spPr>
          <a:xfrm>
            <a:off x="9804720" y="765369"/>
            <a:ext cx="18122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3600" b="1" kern="1200" baseline="0">
                <a:solidFill>
                  <a:srgbClr val="009FDA"/>
                </a:solidFill>
                <a:latin typeface="Segoe UI" panose="020B0502040204020203" pitchFamily="34" charset="0"/>
                <a:ea typeface="+mj-ea"/>
                <a:cs typeface="+mj-cs"/>
              </a:rPr>
              <a:t>Indice</a:t>
            </a:r>
          </a:p>
        </p:txBody>
      </p:sp>
    </p:spTree>
    <p:extLst>
      <p:ext uri="{BB962C8B-B14F-4D97-AF65-F5344CB8AC3E}">
        <p14:creationId xmlns:p14="http://schemas.microsoft.com/office/powerpoint/2010/main" val="1308523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accacapitolo bi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1">
            <a:extLst>
              <a:ext uri="{FF2B5EF4-FFF2-40B4-BE49-F238E27FC236}">
                <a16:creationId xmlns:a16="http://schemas.microsoft.com/office/drawing/2014/main" id="{D41908D1-14A6-584E-8374-A371572A382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03950" y="3293214"/>
            <a:ext cx="5309464" cy="30777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r">
              <a:lnSpc>
                <a:spcPct val="100000"/>
              </a:lnSpc>
              <a:spcAft>
                <a:spcPts val="600"/>
              </a:spcAft>
              <a:buNone/>
              <a:defRPr sz="2000" baseline="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de-DE" err="1"/>
              <a:t>Informazioni</a:t>
            </a:r>
            <a:r>
              <a:rPr lang="de-DE"/>
              <a:t> </a:t>
            </a:r>
            <a:r>
              <a:rPr lang="de-DE" err="1"/>
              <a:t>aggiuntive</a:t>
            </a:r>
            <a:r>
              <a:rPr lang="de-DE"/>
              <a:t>, 20pt</a:t>
            </a:r>
          </a:p>
        </p:txBody>
      </p:sp>
      <p:sp>
        <p:nvSpPr>
          <p:cNvPr id="3" name="Titel 3">
            <a:extLst>
              <a:ext uri="{FF2B5EF4-FFF2-40B4-BE49-F238E27FC236}">
                <a16:creationId xmlns:a16="http://schemas.microsoft.com/office/drawing/2014/main" id="{2A77A84A-C94C-1942-94C6-5FB12EA160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03950" y="695984"/>
            <a:ext cx="5380847" cy="759311"/>
          </a:xfrm>
          <a:prstGeom prst="rect">
            <a:avLst/>
          </a:prstGeom>
        </p:spPr>
        <p:txBody>
          <a:bodyPr wrap="square">
            <a:spAutoFit/>
          </a:bodyPr>
          <a:lstStyle>
            <a:lvl1pPr algn="r">
              <a:lnSpc>
                <a:spcPct val="80000"/>
              </a:lnSpc>
              <a:defRPr sz="5400" b="1" cap="none" baseline="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de-DE" err="1"/>
              <a:t>Titolo</a:t>
            </a:r>
            <a:r>
              <a:rPr lang="de-DE"/>
              <a:t>, 54pt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042406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accacapitolo foto 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Bildplatzhalter 2">
            <a:extLst>
              <a:ext uri="{FF2B5EF4-FFF2-40B4-BE49-F238E27FC236}">
                <a16:creationId xmlns:a16="http://schemas.microsoft.com/office/drawing/2014/main" id="{AC6AC596-BC13-4ADC-9F89-565F9377B51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1717867" cy="6858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6350"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algn="ctr">
              <a:defRPr lang="de-DE" cap="all"/>
            </a:lvl1pPr>
          </a:lstStyle>
          <a:p>
            <a:pPr lvl="0" algn="ctr">
              <a:buNone/>
            </a:pPr>
            <a:r>
              <a:rPr lang="de-DE"/>
              <a:t>Foto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4D7DC163-16A3-6B4D-BD86-55DF641F30D3}"/>
              </a:ext>
            </a:extLst>
          </p:cNvPr>
          <p:cNvSpPr txBox="1"/>
          <p:nvPr userDrawn="1"/>
        </p:nvSpPr>
        <p:spPr>
          <a:xfrm>
            <a:off x="11492089" y="282222"/>
            <a:ext cx="65" cy="307777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algn="l"/>
            <a:endParaRPr lang="x-none" sz="2000" err="1">
              <a:solidFill>
                <a:schemeClr val="bg2"/>
              </a:solidFill>
            </a:endParaRPr>
          </a:p>
        </p:txBody>
      </p:sp>
      <p:sp>
        <p:nvSpPr>
          <p:cNvPr id="5" name="Textplatzhalter 11">
            <a:extLst>
              <a:ext uri="{FF2B5EF4-FFF2-40B4-BE49-F238E27FC236}">
                <a16:creationId xmlns:a16="http://schemas.microsoft.com/office/drawing/2014/main" id="{A7463064-DD9F-C948-819C-2C5CAC3A875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03950" y="3293214"/>
            <a:ext cx="5309464" cy="30777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r">
              <a:lnSpc>
                <a:spcPct val="100000"/>
              </a:lnSpc>
              <a:spcAft>
                <a:spcPts val="600"/>
              </a:spcAft>
              <a:buNone/>
              <a:defRPr sz="2000" baseline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de-DE" err="1"/>
              <a:t>Informazioni</a:t>
            </a:r>
            <a:r>
              <a:rPr lang="de-DE"/>
              <a:t> </a:t>
            </a:r>
            <a:r>
              <a:rPr lang="de-DE" err="1"/>
              <a:t>aggiuntive</a:t>
            </a:r>
            <a:r>
              <a:rPr lang="de-DE"/>
              <a:t>, 20pt</a:t>
            </a:r>
          </a:p>
        </p:txBody>
      </p:sp>
      <p:sp>
        <p:nvSpPr>
          <p:cNvPr id="8" name="Titel 3">
            <a:extLst>
              <a:ext uri="{FF2B5EF4-FFF2-40B4-BE49-F238E27FC236}">
                <a16:creationId xmlns:a16="http://schemas.microsoft.com/office/drawing/2014/main" id="{4D55E18E-2E41-7444-9850-F30EAB49DB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03950" y="672835"/>
            <a:ext cx="5380847" cy="759311"/>
          </a:xfrm>
          <a:prstGeom prst="rect">
            <a:avLst/>
          </a:prstGeom>
        </p:spPr>
        <p:txBody>
          <a:bodyPr wrap="square">
            <a:spAutoFit/>
          </a:bodyPr>
          <a:lstStyle>
            <a:lvl1pPr algn="r">
              <a:lnSpc>
                <a:spcPct val="80000"/>
              </a:lnSpc>
              <a:defRPr sz="5400" b="1" cap="none" baseline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de-DE" err="1"/>
              <a:t>Titolo</a:t>
            </a:r>
            <a:r>
              <a:rPr lang="de-DE"/>
              <a:t>, 54pt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371415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accacapitolo azzurro chiaro">
    <p:bg>
      <p:bgPr>
        <a:solidFill>
          <a:srgbClr val="D3EE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3">
            <a:extLst>
              <a:ext uri="{FF2B5EF4-FFF2-40B4-BE49-F238E27FC236}">
                <a16:creationId xmlns:a16="http://schemas.microsoft.com/office/drawing/2014/main" id="{2888F105-AE18-9146-96EF-8554CBF2AD4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03950" y="728663"/>
            <a:ext cx="5380847" cy="726629"/>
          </a:xfrm>
          <a:prstGeom prst="rect">
            <a:avLst/>
          </a:prstGeom>
        </p:spPr>
        <p:txBody>
          <a:bodyPr/>
          <a:lstStyle>
            <a:lvl1pPr algn="r">
              <a:lnSpc>
                <a:spcPct val="80000"/>
              </a:lnSpc>
              <a:defRPr sz="5400" b="1" cap="none" baseline="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de-DE" err="1"/>
              <a:t>Titolo</a:t>
            </a:r>
            <a:r>
              <a:rPr lang="de-DE"/>
              <a:t>, 54pt</a:t>
            </a:r>
            <a:endParaRPr lang="it-IT"/>
          </a:p>
        </p:txBody>
      </p:sp>
      <p:sp>
        <p:nvSpPr>
          <p:cNvPr id="4" name="Textplatzhalter 11">
            <a:extLst>
              <a:ext uri="{FF2B5EF4-FFF2-40B4-BE49-F238E27FC236}">
                <a16:creationId xmlns:a16="http://schemas.microsoft.com/office/drawing/2014/main" id="{1773C808-30D8-7142-A0D3-36F0091641C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03950" y="3293214"/>
            <a:ext cx="5309464" cy="30777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r">
              <a:lnSpc>
                <a:spcPct val="100000"/>
              </a:lnSpc>
              <a:spcAft>
                <a:spcPts val="600"/>
              </a:spcAft>
              <a:buNone/>
              <a:defRPr sz="2000" baseline="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de-DE" err="1"/>
              <a:t>Informazioni</a:t>
            </a:r>
            <a:r>
              <a:rPr lang="de-DE"/>
              <a:t> </a:t>
            </a:r>
            <a:r>
              <a:rPr lang="de-DE" err="1"/>
              <a:t>aggiuntive</a:t>
            </a:r>
            <a:r>
              <a:rPr lang="de-DE"/>
              <a:t>, 20pt</a:t>
            </a:r>
          </a:p>
        </p:txBody>
      </p:sp>
    </p:spTree>
    <p:extLst>
      <p:ext uri="{BB962C8B-B14F-4D97-AF65-F5344CB8AC3E}">
        <p14:creationId xmlns:p14="http://schemas.microsoft.com/office/powerpoint/2010/main" val="9826543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sto 18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egnaposto testo 4">
            <a:extLst>
              <a:ext uri="{FF2B5EF4-FFF2-40B4-BE49-F238E27FC236}">
                <a16:creationId xmlns:a16="http://schemas.microsoft.com/office/drawing/2014/main" id="{84407104-BF19-0C4E-B52C-AC0309184EB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19091" y="1561562"/>
            <a:ext cx="11089307" cy="130151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Clr>
                <a:schemeClr val="tx2"/>
              </a:buClr>
              <a:buSzPct val="140000"/>
              <a:buFontTx/>
              <a:buNone/>
              <a:defRPr sz="1800"/>
            </a:lvl1pPr>
            <a:lvl2pPr marL="452437" indent="0">
              <a:buClr>
                <a:schemeClr val="tx2"/>
              </a:buClr>
              <a:buSzPct val="140000"/>
              <a:buFontTx/>
              <a:buNone/>
              <a:defRPr sz="1600"/>
            </a:lvl2pPr>
            <a:lvl3pPr marL="895350" indent="0">
              <a:buClr>
                <a:schemeClr val="tx2"/>
              </a:buClr>
              <a:buSzPct val="140000"/>
              <a:buFontTx/>
              <a:buNone/>
              <a:defRPr sz="1400"/>
            </a:lvl3pPr>
            <a:lvl4pPr marL="1343025" indent="0">
              <a:buClr>
                <a:schemeClr val="tx2"/>
              </a:buClr>
              <a:buSzPct val="140000"/>
              <a:buFontTx/>
              <a:buNone/>
              <a:defRPr sz="1200"/>
            </a:lvl4pPr>
            <a:lvl5pPr marL="1795462" indent="0">
              <a:buClr>
                <a:schemeClr val="tx2"/>
              </a:buClr>
              <a:buSzPct val="140000"/>
              <a:buFontTx/>
              <a:buNone/>
              <a:defRPr sz="1100"/>
            </a:lvl5pPr>
          </a:lstStyle>
          <a:p>
            <a:pPr lvl="0"/>
            <a:r>
              <a:rPr lang="it-IT"/>
              <a:t>Testo 18pt</a:t>
            </a:r>
          </a:p>
          <a:p>
            <a:pPr lvl="1"/>
            <a:r>
              <a:rPr lang="it-IT"/>
              <a:t>Secondo livello 16pt</a:t>
            </a:r>
          </a:p>
          <a:p>
            <a:pPr lvl="2"/>
            <a:r>
              <a:rPr lang="it-IT"/>
              <a:t>Terzo livello 14pt</a:t>
            </a:r>
          </a:p>
          <a:p>
            <a:pPr lvl="4"/>
            <a:r>
              <a:rPr lang="it-IT"/>
              <a:t>Quarto livello 11pt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31FD38BF-083A-1146-B4FA-89F9FC959526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18523" y="409465"/>
            <a:ext cx="11089875" cy="454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6800" rIns="90000" bIns="46800" numCol="1" anchor="b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it-IT"/>
              <a:t>Titolo SEGOE </a:t>
            </a:r>
            <a:r>
              <a:rPr lang="it-IT" err="1"/>
              <a:t>Ui</a:t>
            </a:r>
            <a:r>
              <a:rPr lang="it-IT"/>
              <a:t> 26pt </a:t>
            </a:r>
          </a:p>
        </p:txBody>
      </p:sp>
      <p:sp>
        <p:nvSpPr>
          <p:cNvPr id="8" name="Segnaposto contenuto 3">
            <a:extLst>
              <a:ext uri="{FF2B5EF4-FFF2-40B4-BE49-F238E27FC236}">
                <a16:creationId xmlns:a16="http://schemas.microsoft.com/office/drawing/2014/main" id="{99437971-59AB-DE4E-9D40-49D1850FD78B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421548" y="912709"/>
            <a:ext cx="11089875" cy="301557"/>
          </a:xfrm>
        </p:spPr>
        <p:txBody>
          <a:bodyPr>
            <a:spAutoFit/>
          </a:bodyPr>
          <a:lstStyle>
            <a:lvl1pPr>
              <a:defRPr b="1"/>
            </a:lvl1pPr>
          </a:lstStyle>
          <a:p>
            <a:r>
              <a:rPr lang="x-none" sz="1800"/>
              <a:t>Sottotitolo Segoe UI 18pt</a:t>
            </a:r>
          </a:p>
        </p:txBody>
      </p:sp>
    </p:spTree>
    <p:extLst>
      <p:ext uri="{BB962C8B-B14F-4D97-AF65-F5344CB8AC3E}">
        <p14:creationId xmlns:p14="http://schemas.microsoft.com/office/powerpoint/2010/main" val="17308255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nto elenco 18p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platzhalter 2">
            <a:extLst>
              <a:ext uri="{FF2B5EF4-FFF2-40B4-BE49-F238E27FC236}">
                <a16:creationId xmlns:a16="http://schemas.microsoft.com/office/drawing/2014/main" id="{4727AA1E-AC7F-7644-AC0D-6A705643601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8524" y="1561562"/>
            <a:ext cx="11089874" cy="1301510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>
            <a:lvl1pPr marL="342900" indent="-342900">
              <a:buFont typeface="Arial" panose="020B0604020202020204" pitchFamily="34" charset="0"/>
              <a:buChar char="•"/>
              <a:defRPr lang="de-DE" sz="1800" baseline="0" dirty="0"/>
            </a:lvl1pPr>
            <a:lvl2pPr marL="538296" indent="-285750">
              <a:buFont typeface="Arial" panose="020B0604020202020204" pitchFamily="34" charset="0"/>
              <a:buChar char="•"/>
              <a:defRPr lang="de-DE" sz="1600" baseline="0" dirty="0"/>
            </a:lvl2pPr>
            <a:lvl3pPr marL="799915" indent="-285750">
              <a:buFont typeface="Arial" panose="020B0604020202020204" pitchFamily="34" charset="0"/>
              <a:buChar char="•"/>
              <a:defRPr lang="de-DE" sz="1400" baseline="0" dirty="0"/>
            </a:lvl3pPr>
            <a:lvl4pPr marL="1052462" indent="-285750">
              <a:buFont typeface="Arial" panose="020B0604020202020204" pitchFamily="34" charset="0"/>
              <a:buChar char="•"/>
              <a:defRPr lang="de-DE" sz="1200" baseline="0" dirty="0"/>
            </a:lvl4pPr>
            <a:lvl5pPr marL="1199781" indent="-171450">
              <a:buFont typeface="Arial" panose="020B0604020202020204" pitchFamily="34" charset="0"/>
              <a:buChar char="•"/>
              <a:defRPr lang="de-DE" sz="1100" baseline="0" dirty="0"/>
            </a:lvl5pPr>
          </a:lstStyle>
          <a:p>
            <a:pPr marL="254058" lvl="0" indent="-254058"/>
            <a:r>
              <a:rPr lang="de-DE" err="1"/>
              <a:t>Testo</a:t>
            </a:r>
            <a:r>
              <a:rPr lang="de-DE"/>
              <a:t> 18pt</a:t>
            </a:r>
          </a:p>
          <a:p>
            <a:pPr lvl="1"/>
            <a:r>
              <a:rPr lang="de-DE" err="1"/>
              <a:t>Secondo</a:t>
            </a:r>
            <a:r>
              <a:rPr lang="de-DE"/>
              <a:t> livello16pt</a:t>
            </a:r>
          </a:p>
          <a:p>
            <a:pPr lvl="2"/>
            <a:r>
              <a:rPr lang="de-DE" err="1"/>
              <a:t>Terzo</a:t>
            </a:r>
            <a:r>
              <a:rPr lang="de-DE"/>
              <a:t> </a:t>
            </a:r>
            <a:r>
              <a:rPr lang="de-DE" err="1"/>
              <a:t>livello</a:t>
            </a:r>
            <a:r>
              <a:rPr lang="de-DE"/>
              <a:t> 14pt</a:t>
            </a:r>
          </a:p>
          <a:p>
            <a:pPr lvl="4"/>
            <a:r>
              <a:rPr lang="de-DE"/>
              <a:t>Quarto </a:t>
            </a:r>
            <a:r>
              <a:rPr lang="de-DE" err="1"/>
              <a:t>livello</a:t>
            </a:r>
            <a:r>
              <a:rPr lang="de-DE"/>
              <a:t> 11pt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0C5BE165-738A-3E4A-87E9-00C20A5E5A36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18523" y="409465"/>
            <a:ext cx="11089875" cy="454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6800" rIns="90000" bIns="46800" numCol="1" anchor="b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it-IT"/>
              <a:t>Titolo SEGOE </a:t>
            </a:r>
            <a:r>
              <a:rPr lang="it-IT" err="1"/>
              <a:t>Ui</a:t>
            </a:r>
            <a:r>
              <a:rPr lang="it-IT"/>
              <a:t> 26pt </a:t>
            </a:r>
          </a:p>
        </p:txBody>
      </p:sp>
      <p:sp>
        <p:nvSpPr>
          <p:cNvPr id="7" name="Segnaposto contenuto 3">
            <a:extLst>
              <a:ext uri="{FF2B5EF4-FFF2-40B4-BE49-F238E27FC236}">
                <a16:creationId xmlns:a16="http://schemas.microsoft.com/office/drawing/2014/main" id="{2142C1E3-2EF9-8942-9566-1BE8788B1F44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421548" y="912709"/>
            <a:ext cx="11089875" cy="301557"/>
          </a:xfrm>
        </p:spPr>
        <p:txBody>
          <a:bodyPr>
            <a:spAutoFit/>
          </a:bodyPr>
          <a:lstStyle>
            <a:lvl1pPr>
              <a:defRPr b="1"/>
            </a:lvl1pPr>
          </a:lstStyle>
          <a:p>
            <a:r>
              <a:rPr lang="x-none" sz="1800"/>
              <a:t>Sottotitolo Segoe UI 18pt</a:t>
            </a:r>
          </a:p>
        </p:txBody>
      </p:sp>
    </p:spTree>
    <p:extLst>
      <p:ext uri="{BB962C8B-B14F-4D97-AF65-F5344CB8AC3E}">
        <p14:creationId xmlns:p14="http://schemas.microsoft.com/office/powerpoint/2010/main" val="22027161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ina base titolo/sottotitolo +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>
            <a:extLst>
              <a:ext uri="{FF2B5EF4-FFF2-40B4-BE49-F238E27FC236}">
                <a16:creationId xmlns:a16="http://schemas.microsoft.com/office/drawing/2014/main" id="{96EB98F7-B4AC-2E4C-8366-67FBF8E0C00F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18523" y="409465"/>
            <a:ext cx="11089875" cy="454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6800" rIns="90000" bIns="46800" numCol="1" anchor="b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it-IT"/>
              <a:t>Titolo SEGOE </a:t>
            </a:r>
            <a:r>
              <a:rPr lang="it-IT" err="1"/>
              <a:t>Ui</a:t>
            </a:r>
            <a:r>
              <a:rPr lang="it-IT"/>
              <a:t> 26pt </a:t>
            </a:r>
          </a:p>
        </p:txBody>
      </p:sp>
      <p:sp>
        <p:nvSpPr>
          <p:cNvPr id="7" name="Segnaposto contenuto 3">
            <a:extLst>
              <a:ext uri="{FF2B5EF4-FFF2-40B4-BE49-F238E27FC236}">
                <a16:creationId xmlns:a16="http://schemas.microsoft.com/office/drawing/2014/main" id="{12FB99E3-B7D6-864B-A6A2-4E87AF5BD193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421548" y="912709"/>
            <a:ext cx="11089875" cy="301557"/>
          </a:xfrm>
        </p:spPr>
        <p:txBody>
          <a:bodyPr>
            <a:spAutoFit/>
          </a:bodyPr>
          <a:lstStyle>
            <a:lvl1pPr>
              <a:defRPr b="1"/>
            </a:lvl1pPr>
          </a:lstStyle>
          <a:p>
            <a:r>
              <a:rPr lang="x-none" sz="1800"/>
              <a:t>Sottotitolo Segoe UI 18pt</a:t>
            </a:r>
          </a:p>
        </p:txBody>
      </p:sp>
      <p:sp>
        <p:nvSpPr>
          <p:cNvPr id="4" name="Textplatzhalter 2">
            <a:extLst>
              <a:ext uri="{FF2B5EF4-FFF2-40B4-BE49-F238E27FC236}">
                <a16:creationId xmlns:a16="http://schemas.microsoft.com/office/drawing/2014/main" id="{A093D0EC-1E93-4144-B852-20D31330A29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8524" y="1561563"/>
            <a:ext cx="11089874" cy="301557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>
            <a:lvl1pPr marL="0" indent="0">
              <a:buFont typeface="Arial" panose="020B0604020202020204" pitchFamily="34" charset="0"/>
              <a:buNone/>
              <a:defRPr lang="de-DE" sz="1800" baseline="0" dirty="0"/>
            </a:lvl1pPr>
            <a:lvl2pPr marL="538296" indent="-285750">
              <a:buFont typeface="Arial" panose="020B0604020202020204" pitchFamily="34" charset="0"/>
              <a:buChar char="•"/>
              <a:defRPr lang="de-DE" sz="1600" baseline="0" dirty="0"/>
            </a:lvl2pPr>
            <a:lvl3pPr marL="799915" indent="-285750">
              <a:buFont typeface="Arial" panose="020B0604020202020204" pitchFamily="34" charset="0"/>
              <a:buChar char="•"/>
              <a:defRPr lang="de-DE" sz="1400" baseline="0" dirty="0"/>
            </a:lvl3pPr>
            <a:lvl4pPr marL="1052462" indent="-285750">
              <a:buFont typeface="Arial" panose="020B0604020202020204" pitchFamily="34" charset="0"/>
              <a:buChar char="•"/>
              <a:defRPr lang="de-DE" sz="1200" baseline="0" dirty="0"/>
            </a:lvl4pPr>
            <a:lvl5pPr marL="1199781" indent="-171450">
              <a:buFont typeface="Arial" panose="020B0604020202020204" pitchFamily="34" charset="0"/>
              <a:buChar char="•"/>
              <a:defRPr lang="de-DE" sz="1100" baseline="0" dirty="0"/>
            </a:lvl5pPr>
          </a:lstStyle>
          <a:p>
            <a:pPr marL="254058" lvl="0" indent="-254058"/>
            <a:r>
              <a:rPr lang="de-DE" err="1"/>
              <a:t>Testo</a:t>
            </a:r>
            <a:r>
              <a:rPr lang="de-DE"/>
              <a:t> 18pt</a:t>
            </a:r>
          </a:p>
        </p:txBody>
      </p:sp>
    </p:spTree>
    <p:extLst>
      <p:ext uri="{BB962C8B-B14F-4D97-AF65-F5344CB8AC3E}">
        <p14:creationId xmlns:p14="http://schemas.microsoft.com/office/powerpoint/2010/main" val="33392921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ina testo approfondimento">
    <p:bg>
      <p:bgPr>
        <a:solidFill>
          <a:srgbClr val="D3EE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2">
            <a:extLst>
              <a:ext uri="{FF2B5EF4-FFF2-40B4-BE49-F238E27FC236}">
                <a16:creationId xmlns:a16="http://schemas.microsoft.com/office/drawing/2014/main" id="{6889EC7B-A553-0347-A533-1F96952CA98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8524" y="1561563"/>
            <a:ext cx="11089874" cy="301557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>
            <a:lvl1pPr marL="0" indent="0">
              <a:buFont typeface="Arial" panose="020B0604020202020204" pitchFamily="34" charset="0"/>
              <a:buNone/>
              <a:defRPr lang="de-DE" sz="1800" baseline="0" dirty="0">
                <a:solidFill>
                  <a:schemeClr val="accent1"/>
                </a:solidFill>
              </a:defRPr>
            </a:lvl1pPr>
            <a:lvl2pPr marL="538296" indent="-285750">
              <a:buFont typeface="Arial" panose="020B0604020202020204" pitchFamily="34" charset="0"/>
              <a:buChar char="•"/>
              <a:defRPr lang="de-DE" sz="1600" baseline="0" dirty="0">
                <a:solidFill>
                  <a:schemeClr val="accent1"/>
                </a:solidFill>
              </a:defRPr>
            </a:lvl2pPr>
            <a:lvl3pPr marL="799915" indent="-285750">
              <a:buFont typeface="Arial" panose="020B0604020202020204" pitchFamily="34" charset="0"/>
              <a:buChar char="•"/>
              <a:defRPr lang="de-DE" sz="1400" baseline="0" dirty="0">
                <a:solidFill>
                  <a:schemeClr val="accent1"/>
                </a:solidFill>
              </a:defRPr>
            </a:lvl3pPr>
            <a:lvl4pPr marL="1052462" indent="-285750">
              <a:buFont typeface="Arial" panose="020B0604020202020204" pitchFamily="34" charset="0"/>
              <a:buChar char="•"/>
              <a:defRPr lang="de-DE" sz="1200" baseline="0" dirty="0"/>
            </a:lvl4pPr>
            <a:lvl5pPr marL="1199781" indent="-171450">
              <a:buFont typeface="Arial" panose="020B0604020202020204" pitchFamily="34" charset="0"/>
              <a:buChar char="•"/>
              <a:defRPr lang="de-DE" sz="1100" baseline="0" dirty="0">
                <a:solidFill>
                  <a:schemeClr val="accent1"/>
                </a:solidFill>
              </a:defRPr>
            </a:lvl5pPr>
          </a:lstStyle>
          <a:p>
            <a:pPr marL="254058" lvl="0" indent="-254058"/>
            <a:r>
              <a:rPr lang="de-DE" err="1"/>
              <a:t>Testo</a:t>
            </a:r>
            <a:r>
              <a:rPr lang="de-DE"/>
              <a:t> 18pt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267F95CF-9963-8142-A49C-F4925B1E6053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18523" y="409465"/>
            <a:ext cx="11089875" cy="454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6800" rIns="90000" bIns="46800" numCol="1" anchor="b" anchorCtr="0" compatLnSpc="1">
            <a:prstTxWarp prst="textNoShape">
              <a:avLst/>
            </a:prstTxWarp>
            <a:spAutoFit/>
          </a:bodyPr>
          <a:lstStyle>
            <a:lvl1pPr>
              <a:defRPr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it-IT"/>
              <a:t>Titolo SEGOE </a:t>
            </a:r>
            <a:r>
              <a:rPr lang="it-IT" err="1"/>
              <a:t>Ui</a:t>
            </a:r>
            <a:r>
              <a:rPr lang="it-IT"/>
              <a:t> 26pt </a:t>
            </a:r>
          </a:p>
        </p:txBody>
      </p:sp>
      <p:sp>
        <p:nvSpPr>
          <p:cNvPr id="6" name="Segnaposto contenuto 3">
            <a:extLst>
              <a:ext uri="{FF2B5EF4-FFF2-40B4-BE49-F238E27FC236}">
                <a16:creationId xmlns:a16="http://schemas.microsoft.com/office/drawing/2014/main" id="{7D58D561-D71A-C440-885F-614E033BCD72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421548" y="912709"/>
            <a:ext cx="11089875" cy="301557"/>
          </a:xfrm>
        </p:spPr>
        <p:txBody>
          <a:bodyPr>
            <a:spAutoFit/>
          </a:bodyPr>
          <a:lstStyle>
            <a:lvl1pPr>
              <a:defRPr b="1" baseline="0">
                <a:solidFill>
                  <a:schemeClr val="accent1"/>
                </a:solidFill>
              </a:defRPr>
            </a:lvl1pPr>
          </a:lstStyle>
          <a:p>
            <a:r>
              <a:rPr lang="x-none" sz="1800"/>
              <a:t>Sottotitolo Segoe UI 18pt</a:t>
            </a:r>
          </a:p>
        </p:txBody>
      </p:sp>
    </p:spTree>
    <p:extLst>
      <p:ext uri="{BB962C8B-B14F-4D97-AF65-F5344CB8AC3E}">
        <p14:creationId xmlns:p14="http://schemas.microsoft.com/office/powerpoint/2010/main" val="27748489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ggetto+punto elenco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gnaposto contenuto 3"/>
          <p:cNvSpPr>
            <a:spLocks noGrp="1"/>
          </p:cNvSpPr>
          <p:nvPr>
            <p:ph sz="quarter" idx="14"/>
          </p:nvPr>
        </p:nvSpPr>
        <p:spPr>
          <a:xfrm>
            <a:off x="419711" y="1526838"/>
            <a:ext cx="5230813" cy="335028"/>
          </a:xfrm>
          <a:prstGeom prst="rect">
            <a:avLst/>
          </a:prstGeom>
        </p:spPr>
        <p:txBody>
          <a:bodyPr>
            <a:spAutoFit/>
          </a:bodyPr>
          <a:lstStyle/>
          <a:p>
            <a:pPr lvl="0"/>
            <a:endParaRPr lang="it-IT"/>
          </a:p>
        </p:txBody>
      </p:sp>
      <p:sp>
        <p:nvSpPr>
          <p:cNvPr id="17" name="Segnaposto testo 16"/>
          <p:cNvSpPr>
            <a:spLocks noGrp="1"/>
          </p:cNvSpPr>
          <p:nvPr>
            <p:ph type="body" sz="quarter" idx="15" hasCustomPrompt="1"/>
          </p:nvPr>
        </p:nvSpPr>
        <p:spPr>
          <a:xfrm>
            <a:off x="6215673" y="1525950"/>
            <a:ext cx="5292725" cy="301557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1800" b="1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it-IT"/>
              <a:t>Titolo del testo 18pt</a:t>
            </a:r>
          </a:p>
        </p:txBody>
      </p:sp>
      <p:sp>
        <p:nvSpPr>
          <p:cNvPr id="18" name="Segnaposto testo 16"/>
          <p:cNvSpPr>
            <a:spLocks noGrp="1"/>
          </p:cNvSpPr>
          <p:nvPr>
            <p:ph type="body" sz="quarter" idx="16" hasCustomPrompt="1"/>
          </p:nvPr>
        </p:nvSpPr>
        <p:spPr>
          <a:xfrm>
            <a:off x="6215673" y="1852558"/>
            <a:ext cx="5292725" cy="268087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1600" b="0" baseline="0"/>
            </a:lvl1pPr>
          </a:lstStyle>
          <a:p>
            <a:pPr lvl="0"/>
            <a:r>
              <a:rPr lang="it-IT"/>
              <a:t>Titolo del testo 16pt</a:t>
            </a:r>
          </a:p>
        </p:txBody>
      </p:sp>
      <p:sp>
        <p:nvSpPr>
          <p:cNvPr id="21" name="Segnaposto testo 16"/>
          <p:cNvSpPr>
            <a:spLocks noGrp="1"/>
          </p:cNvSpPr>
          <p:nvPr>
            <p:ph type="body" sz="quarter" idx="17" hasCustomPrompt="1"/>
          </p:nvPr>
        </p:nvSpPr>
        <p:spPr>
          <a:xfrm>
            <a:off x="6215673" y="2616642"/>
            <a:ext cx="5292725" cy="301557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1800" b="1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it-IT"/>
              <a:t>Titolo del testo 18pt</a:t>
            </a:r>
          </a:p>
        </p:txBody>
      </p:sp>
      <p:sp>
        <p:nvSpPr>
          <p:cNvPr id="22" name="Segnaposto testo 16"/>
          <p:cNvSpPr>
            <a:spLocks noGrp="1"/>
          </p:cNvSpPr>
          <p:nvPr>
            <p:ph type="body" sz="quarter" idx="18" hasCustomPrompt="1"/>
          </p:nvPr>
        </p:nvSpPr>
        <p:spPr>
          <a:xfrm>
            <a:off x="6215673" y="2943250"/>
            <a:ext cx="5292725" cy="268087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1600" b="0" baseline="0"/>
            </a:lvl1pPr>
          </a:lstStyle>
          <a:p>
            <a:pPr lvl="0"/>
            <a:r>
              <a:rPr lang="it-IT"/>
              <a:t>Titolo del testo 16pt</a:t>
            </a:r>
          </a:p>
        </p:txBody>
      </p:sp>
      <p:sp>
        <p:nvSpPr>
          <p:cNvPr id="16" name="Segnaposto testo 16">
            <a:extLst>
              <a:ext uri="{FF2B5EF4-FFF2-40B4-BE49-F238E27FC236}">
                <a16:creationId xmlns:a16="http://schemas.microsoft.com/office/drawing/2014/main" id="{365B6A9C-B696-BC4A-989E-DA6DBF454D4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215673" y="3693531"/>
            <a:ext cx="5292725" cy="301557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1800" b="1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it-IT"/>
              <a:t>Titolo del testo 18pt</a:t>
            </a:r>
          </a:p>
        </p:txBody>
      </p:sp>
      <p:sp>
        <p:nvSpPr>
          <p:cNvPr id="20" name="Segnaposto testo 16">
            <a:extLst>
              <a:ext uri="{FF2B5EF4-FFF2-40B4-BE49-F238E27FC236}">
                <a16:creationId xmlns:a16="http://schemas.microsoft.com/office/drawing/2014/main" id="{5BEE2A4B-4156-7B43-9BDF-7AFF61F20E2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215673" y="4020139"/>
            <a:ext cx="5292725" cy="268087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1600" b="0" baseline="0"/>
            </a:lvl1pPr>
          </a:lstStyle>
          <a:p>
            <a:pPr lvl="0"/>
            <a:r>
              <a:rPr lang="it-IT"/>
              <a:t>Titolo del testo 16pt</a:t>
            </a:r>
          </a:p>
        </p:txBody>
      </p:sp>
      <p:sp>
        <p:nvSpPr>
          <p:cNvPr id="27" name="Segnaposto testo 16">
            <a:extLst>
              <a:ext uri="{FF2B5EF4-FFF2-40B4-BE49-F238E27FC236}">
                <a16:creationId xmlns:a16="http://schemas.microsoft.com/office/drawing/2014/main" id="{26485CDD-3EA4-C644-9414-A00ECB22E46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215673" y="4784223"/>
            <a:ext cx="5292725" cy="301557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1800" b="1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it-IT"/>
              <a:t>Titolo del testo 18pt</a:t>
            </a:r>
          </a:p>
        </p:txBody>
      </p:sp>
      <p:sp>
        <p:nvSpPr>
          <p:cNvPr id="28" name="Segnaposto testo 16">
            <a:extLst>
              <a:ext uri="{FF2B5EF4-FFF2-40B4-BE49-F238E27FC236}">
                <a16:creationId xmlns:a16="http://schemas.microsoft.com/office/drawing/2014/main" id="{316B5858-7E61-0049-8F6A-930035EAF10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215673" y="5110831"/>
            <a:ext cx="5292725" cy="268087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1600" b="0" baseline="0"/>
            </a:lvl1pPr>
          </a:lstStyle>
          <a:p>
            <a:pPr lvl="0"/>
            <a:r>
              <a:rPr lang="it-IT"/>
              <a:t>Titolo del testo 16pt</a:t>
            </a:r>
          </a:p>
        </p:txBody>
      </p:sp>
      <p:sp>
        <p:nvSpPr>
          <p:cNvPr id="19" name="Segnaposto contenuto 3">
            <a:extLst>
              <a:ext uri="{FF2B5EF4-FFF2-40B4-BE49-F238E27FC236}">
                <a16:creationId xmlns:a16="http://schemas.microsoft.com/office/drawing/2014/main" id="{2533844B-2737-DE4F-AD45-7AC76CE6FA4B}"/>
              </a:ext>
            </a:extLst>
          </p:cNvPr>
          <p:cNvSpPr>
            <a:spLocks noGrp="1"/>
          </p:cNvSpPr>
          <p:nvPr>
            <p:ph idx="28" hasCustomPrompt="1"/>
          </p:nvPr>
        </p:nvSpPr>
        <p:spPr>
          <a:xfrm>
            <a:off x="421548" y="912709"/>
            <a:ext cx="11089875" cy="301557"/>
          </a:xfrm>
        </p:spPr>
        <p:txBody>
          <a:bodyPr>
            <a:spAutoFit/>
          </a:bodyPr>
          <a:lstStyle>
            <a:lvl1pPr>
              <a:defRPr b="1"/>
            </a:lvl1pPr>
          </a:lstStyle>
          <a:p>
            <a:r>
              <a:rPr lang="x-none" sz="1800"/>
              <a:t>Sottotitolo Segoe UI 18pt</a:t>
            </a: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66356787-1A40-3941-955C-C81764D38767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18523" y="409465"/>
            <a:ext cx="11089875" cy="454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6800" rIns="90000" bIns="46800" numCol="1" anchor="b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it-IT"/>
              <a:t>Titolo SEGOE </a:t>
            </a:r>
            <a:r>
              <a:rPr lang="it-IT" err="1"/>
              <a:t>Ui</a:t>
            </a:r>
            <a:r>
              <a:rPr lang="it-IT"/>
              <a:t> 26pt </a:t>
            </a:r>
          </a:p>
        </p:txBody>
      </p:sp>
    </p:spTree>
    <p:extLst>
      <p:ext uri="{BB962C8B-B14F-4D97-AF65-F5344CB8AC3E}">
        <p14:creationId xmlns:p14="http://schemas.microsoft.com/office/powerpoint/2010/main" val="20393598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box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2">
            <a:extLst>
              <a:ext uri="{FF2B5EF4-FFF2-40B4-BE49-F238E27FC236}">
                <a16:creationId xmlns:a16="http://schemas.microsoft.com/office/drawing/2014/main" id="{E1094FDE-DA4E-9644-A0FB-043465BFA23B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18523" y="409465"/>
            <a:ext cx="11089875" cy="454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6800" rIns="90000" bIns="46800" numCol="1" anchor="b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it-IT"/>
              <a:t>Titolo SEGOE </a:t>
            </a:r>
            <a:r>
              <a:rPr lang="it-IT" err="1"/>
              <a:t>Ui</a:t>
            </a:r>
            <a:r>
              <a:rPr lang="it-IT"/>
              <a:t> 26pt </a:t>
            </a:r>
          </a:p>
        </p:txBody>
      </p:sp>
      <p:sp>
        <p:nvSpPr>
          <p:cNvPr id="17" name="Segnaposto contenuto 3">
            <a:extLst>
              <a:ext uri="{FF2B5EF4-FFF2-40B4-BE49-F238E27FC236}">
                <a16:creationId xmlns:a16="http://schemas.microsoft.com/office/drawing/2014/main" id="{291E2C6C-9538-9F46-B6E4-7D15C05D71A6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421548" y="912709"/>
            <a:ext cx="11089875" cy="301557"/>
          </a:xfrm>
        </p:spPr>
        <p:txBody>
          <a:bodyPr>
            <a:spAutoFit/>
          </a:bodyPr>
          <a:lstStyle>
            <a:lvl1pPr>
              <a:defRPr b="1"/>
            </a:lvl1pPr>
          </a:lstStyle>
          <a:p>
            <a:r>
              <a:rPr lang="x-none" sz="1800"/>
              <a:t>Sottotitolo Segoe UI 18pt</a:t>
            </a:r>
          </a:p>
        </p:txBody>
      </p:sp>
      <p:sp>
        <p:nvSpPr>
          <p:cNvPr id="13" name="Textplatzhalter 5">
            <a:extLst>
              <a:ext uri="{FF2B5EF4-FFF2-40B4-BE49-F238E27FC236}">
                <a16:creationId xmlns:a16="http://schemas.microsoft.com/office/drawing/2014/main" id="{CA0383F4-0EA3-3F40-9A4E-BA4C0180E4B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15203" y="1524472"/>
            <a:ext cx="3328970" cy="567011"/>
          </a:xfrm>
          <a:prstGeom prst="rect">
            <a:avLst/>
          </a:prstGeom>
          <a:solidFill>
            <a:schemeClr val="accent1"/>
          </a:solidFill>
        </p:spPr>
        <p:txBody>
          <a:bodyPr vert="horz" lIns="14400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Aft>
                <a:spcPts val="600"/>
              </a:spcAft>
              <a:buNone/>
              <a:defRPr lang="de-DE" sz="1800" b="1" dirty="0">
                <a:solidFill>
                  <a:schemeClr val="bg1"/>
                </a:solidFill>
              </a:defRPr>
            </a:lvl1pPr>
            <a:lvl2pPr>
              <a:defRPr lang="de-DE" dirty="0"/>
            </a:lvl2pPr>
            <a:lvl3pPr>
              <a:defRPr lang="de-DE" dirty="0"/>
            </a:lvl3pPr>
            <a:lvl4pPr>
              <a:defRPr lang="de-DE" dirty="0"/>
            </a:lvl4pPr>
            <a:lvl5pPr>
              <a:defRPr lang="de-DE" dirty="0"/>
            </a:lvl5pPr>
          </a:lstStyle>
          <a:p>
            <a:pPr lvl="0"/>
            <a:r>
              <a:rPr lang="de-DE" err="1"/>
              <a:t>Titolo</a:t>
            </a:r>
            <a:r>
              <a:rPr lang="de-DE"/>
              <a:t>, 18pt</a:t>
            </a:r>
          </a:p>
        </p:txBody>
      </p:sp>
      <p:sp>
        <p:nvSpPr>
          <p:cNvPr id="18" name="Textplatzhalter 5">
            <a:extLst>
              <a:ext uri="{FF2B5EF4-FFF2-40B4-BE49-F238E27FC236}">
                <a16:creationId xmlns:a16="http://schemas.microsoft.com/office/drawing/2014/main" id="{18E1A357-F7F4-D240-92DB-A98E681F851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941889" y="1524472"/>
            <a:ext cx="3328970" cy="567011"/>
          </a:xfrm>
          <a:prstGeom prst="rect">
            <a:avLst/>
          </a:prstGeom>
          <a:solidFill>
            <a:schemeClr val="accent1"/>
          </a:solidFill>
        </p:spPr>
        <p:txBody>
          <a:bodyPr vert="horz" lIns="14400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Aft>
                <a:spcPts val="600"/>
              </a:spcAft>
              <a:buNone/>
              <a:defRPr lang="de-DE" sz="1800" b="1" dirty="0">
                <a:solidFill>
                  <a:schemeClr val="bg1"/>
                </a:solidFill>
              </a:defRPr>
            </a:lvl1pPr>
            <a:lvl2pPr>
              <a:defRPr lang="de-DE" dirty="0"/>
            </a:lvl2pPr>
            <a:lvl3pPr>
              <a:defRPr lang="de-DE" dirty="0"/>
            </a:lvl3pPr>
            <a:lvl4pPr>
              <a:defRPr lang="de-DE" dirty="0"/>
            </a:lvl4pPr>
            <a:lvl5pPr>
              <a:defRPr lang="de-DE" dirty="0"/>
            </a:lvl5pPr>
          </a:lstStyle>
          <a:p>
            <a:pPr lvl="0"/>
            <a:r>
              <a:rPr lang="de-DE" err="1"/>
              <a:t>Titolo</a:t>
            </a:r>
            <a:r>
              <a:rPr lang="de-DE"/>
              <a:t>, 18pt</a:t>
            </a:r>
          </a:p>
        </p:txBody>
      </p:sp>
      <p:sp>
        <p:nvSpPr>
          <p:cNvPr id="19" name="Textplatzhalter 5">
            <a:extLst>
              <a:ext uri="{FF2B5EF4-FFF2-40B4-BE49-F238E27FC236}">
                <a16:creationId xmlns:a16="http://schemas.microsoft.com/office/drawing/2014/main" id="{66B493EE-38B3-3F47-ACB3-557F3057548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481275" y="1524472"/>
            <a:ext cx="3327402" cy="567011"/>
          </a:xfrm>
          <a:prstGeom prst="rect">
            <a:avLst/>
          </a:prstGeom>
          <a:solidFill>
            <a:schemeClr val="accent1"/>
          </a:solidFill>
        </p:spPr>
        <p:txBody>
          <a:bodyPr vert="horz" lIns="14400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Aft>
                <a:spcPts val="600"/>
              </a:spcAft>
              <a:buNone/>
              <a:defRPr lang="de-DE" sz="1800" b="1" dirty="0">
                <a:solidFill>
                  <a:schemeClr val="bg1"/>
                </a:solidFill>
              </a:defRPr>
            </a:lvl1pPr>
            <a:lvl2pPr>
              <a:defRPr lang="de-DE" dirty="0"/>
            </a:lvl2pPr>
            <a:lvl3pPr>
              <a:defRPr lang="de-DE" dirty="0"/>
            </a:lvl3pPr>
            <a:lvl4pPr>
              <a:defRPr lang="de-DE" dirty="0"/>
            </a:lvl4pPr>
            <a:lvl5pPr>
              <a:defRPr lang="de-DE" dirty="0"/>
            </a:lvl5pPr>
          </a:lstStyle>
          <a:p>
            <a:pPr lvl="0"/>
            <a:r>
              <a:rPr lang="de-DE" err="1"/>
              <a:t>Titolo</a:t>
            </a:r>
            <a:r>
              <a:rPr lang="de-DE"/>
              <a:t>, 18pt</a:t>
            </a:r>
          </a:p>
        </p:txBody>
      </p:sp>
      <p:sp>
        <p:nvSpPr>
          <p:cNvPr id="20" name="Segnaposto testo 4">
            <a:extLst>
              <a:ext uri="{FF2B5EF4-FFF2-40B4-BE49-F238E27FC236}">
                <a16:creationId xmlns:a16="http://schemas.microsoft.com/office/drawing/2014/main" id="{83EAEFB4-8D1D-3144-BBB3-D18DFCFC9AC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15203" y="2109083"/>
            <a:ext cx="3328969" cy="3912305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>
            <a:noAutofit/>
          </a:bodyPr>
          <a:lstStyle>
            <a:lvl1pPr marL="138113" indent="0">
              <a:buClr>
                <a:schemeClr val="tx2"/>
              </a:buClr>
              <a:buSzPct val="140000"/>
              <a:buFontTx/>
              <a:buNone/>
              <a:tabLst/>
              <a:defRPr sz="1800">
                <a:solidFill>
                  <a:schemeClr val="tx2"/>
                </a:solidFill>
              </a:defRPr>
            </a:lvl1pPr>
            <a:lvl2pPr marL="452437" indent="0">
              <a:buClr>
                <a:schemeClr val="tx2"/>
              </a:buClr>
              <a:buSzPct val="140000"/>
              <a:buFontTx/>
              <a:buNone/>
              <a:defRPr sz="1800">
                <a:solidFill>
                  <a:schemeClr val="tx2"/>
                </a:solidFill>
              </a:defRPr>
            </a:lvl2pPr>
            <a:lvl3pPr marL="895350" indent="0">
              <a:buClr>
                <a:schemeClr val="tx2"/>
              </a:buClr>
              <a:buSzPct val="140000"/>
              <a:buFontTx/>
              <a:buNone/>
              <a:defRPr sz="1600">
                <a:solidFill>
                  <a:schemeClr val="tx2"/>
                </a:solidFill>
              </a:defRPr>
            </a:lvl3pPr>
            <a:lvl4pPr marL="1343025" indent="0">
              <a:buClr>
                <a:schemeClr val="tx2"/>
              </a:buClr>
              <a:buSzPct val="140000"/>
              <a:buFontTx/>
              <a:buNone/>
              <a:defRPr sz="1400">
                <a:solidFill>
                  <a:schemeClr val="tx2"/>
                </a:solidFill>
              </a:defRPr>
            </a:lvl4pPr>
            <a:lvl5pPr marL="1795462" indent="0">
              <a:buClr>
                <a:schemeClr val="tx2"/>
              </a:buClr>
              <a:buSzPct val="140000"/>
              <a:buFontTx/>
              <a:buNone/>
              <a:defRPr sz="1200">
                <a:solidFill>
                  <a:schemeClr val="tx2"/>
                </a:solidFill>
              </a:defRPr>
            </a:lvl5pPr>
          </a:lstStyle>
          <a:p>
            <a:pPr lvl="0"/>
            <a:r>
              <a:rPr lang="it-IT"/>
              <a:t>Testo 18pt</a:t>
            </a:r>
          </a:p>
          <a:p>
            <a:pPr lvl="1"/>
            <a:endParaRPr lang="it-IT"/>
          </a:p>
        </p:txBody>
      </p:sp>
      <p:sp>
        <p:nvSpPr>
          <p:cNvPr id="21" name="Segnaposto testo 4">
            <a:extLst>
              <a:ext uri="{FF2B5EF4-FFF2-40B4-BE49-F238E27FC236}">
                <a16:creationId xmlns:a16="http://schemas.microsoft.com/office/drawing/2014/main" id="{D6886F76-8F88-C749-B342-60E44C5AFD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942323" y="2109083"/>
            <a:ext cx="3328969" cy="3912305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>
            <a:noAutofit/>
          </a:bodyPr>
          <a:lstStyle>
            <a:lvl1pPr marL="138113" indent="0">
              <a:buClr>
                <a:schemeClr val="tx2"/>
              </a:buClr>
              <a:buSzPct val="140000"/>
              <a:buFontTx/>
              <a:buNone/>
              <a:tabLst/>
              <a:defRPr sz="1800">
                <a:solidFill>
                  <a:schemeClr val="tx2"/>
                </a:solidFill>
              </a:defRPr>
            </a:lvl1pPr>
            <a:lvl2pPr marL="452437" indent="0">
              <a:buClr>
                <a:schemeClr val="tx2"/>
              </a:buClr>
              <a:buSzPct val="140000"/>
              <a:buFontTx/>
              <a:buNone/>
              <a:defRPr sz="1800">
                <a:solidFill>
                  <a:schemeClr val="tx2"/>
                </a:solidFill>
              </a:defRPr>
            </a:lvl2pPr>
            <a:lvl3pPr marL="895350" indent="0">
              <a:buClr>
                <a:schemeClr val="tx2"/>
              </a:buClr>
              <a:buSzPct val="140000"/>
              <a:buFontTx/>
              <a:buNone/>
              <a:defRPr sz="1600">
                <a:solidFill>
                  <a:schemeClr val="tx2"/>
                </a:solidFill>
              </a:defRPr>
            </a:lvl3pPr>
            <a:lvl4pPr marL="1343025" indent="0">
              <a:buClr>
                <a:schemeClr val="tx2"/>
              </a:buClr>
              <a:buSzPct val="140000"/>
              <a:buFontTx/>
              <a:buNone/>
              <a:defRPr sz="1400">
                <a:solidFill>
                  <a:schemeClr val="tx2"/>
                </a:solidFill>
              </a:defRPr>
            </a:lvl4pPr>
            <a:lvl5pPr marL="1795462" indent="0">
              <a:buClr>
                <a:schemeClr val="tx2"/>
              </a:buClr>
              <a:buSzPct val="140000"/>
              <a:buFontTx/>
              <a:buNone/>
              <a:defRPr sz="1200">
                <a:solidFill>
                  <a:schemeClr val="tx2"/>
                </a:solidFill>
              </a:defRPr>
            </a:lvl5pPr>
          </a:lstStyle>
          <a:p>
            <a:pPr lvl="0"/>
            <a:r>
              <a:rPr lang="it-IT"/>
              <a:t>Testo 18pt</a:t>
            </a:r>
          </a:p>
          <a:p>
            <a:pPr lvl="1"/>
            <a:endParaRPr lang="it-IT"/>
          </a:p>
        </p:txBody>
      </p:sp>
      <p:sp>
        <p:nvSpPr>
          <p:cNvPr id="22" name="Segnaposto testo 4">
            <a:extLst>
              <a:ext uri="{FF2B5EF4-FFF2-40B4-BE49-F238E27FC236}">
                <a16:creationId xmlns:a16="http://schemas.microsoft.com/office/drawing/2014/main" id="{AFFD9B87-5039-8D48-B780-8214C541A3A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481275" y="2109083"/>
            <a:ext cx="3328969" cy="3912305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>
            <a:noAutofit/>
          </a:bodyPr>
          <a:lstStyle>
            <a:lvl1pPr marL="138113" indent="0">
              <a:buClr>
                <a:schemeClr val="tx2"/>
              </a:buClr>
              <a:buSzPct val="140000"/>
              <a:buFontTx/>
              <a:buNone/>
              <a:tabLst/>
              <a:defRPr sz="1800">
                <a:solidFill>
                  <a:schemeClr val="tx2"/>
                </a:solidFill>
              </a:defRPr>
            </a:lvl1pPr>
            <a:lvl2pPr marL="452437" indent="0">
              <a:buClr>
                <a:schemeClr val="tx2"/>
              </a:buClr>
              <a:buSzPct val="140000"/>
              <a:buFontTx/>
              <a:buNone/>
              <a:defRPr sz="1800">
                <a:solidFill>
                  <a:schemeClr val="tx2"/>
                </a:solidFill>
              </a:defRPr>
            </a:lvl2pPr>
            <a:lvl3pPr marL="895350" indent="0">
              <a:buClr>
                <a:schemeClr val="tx2"/>
              </a:buClr>
              <a:buSzPct val="140000"/>
              <a:buFontTx/>
              <a:buNone/>
              <a:defRPr sz="1600">
                <a:solidFill>
                  <a:schemeClr val="tx2"/>
                </a:solidFill>
              </a:defRPr>
            </a:lvl3pPr>
            <a:lvl4pPr marL="1343025" indent="0">
              <a:buClr>
                <a:schemeClr val="tx2"/>
              </a:buClr>
              <a:buSzPct val="140000"/>
              <a:buFontTx/>
              <a:buNone/>
              <a:defRPr sz="1400">
                <a:solidFill>
                  <a:schemeClr val="tx2"/>
                </a:solidFill>
              </a:defRPr>
            </a:lvl4pPr>
            <a:lvl5pPr marL="1795462" indent="0">
              <a:buClr>
                <a:schemeClr val="tx2"/>
              </a:buClr>
              <a:buSzPct val="140000"/>
              <a:buFontTx/>
              <a:buNone/>
              <a:defRPr sz="1200">
                <a:solidFill>
                  <a:schemeClr val="tx2"/>
                </a:solidFill>
              </a:defRPr>
            </a:lvl5pPr>
          </a:lstStyle>
          <a:p>
            <a:pPr lvl="0"/>
            <a:r>
              <a:rPr lang="it-IT"/>
              <a:t>Testo 18pt</a:t>
            </a:r>
          </a:p>
          <a:p>
            <a:pPr lvl="1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973511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box multime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2">
            <a:extLst>
              <a:ext uri="{FF2B5EF4-FFF2-40B4-BE49-F238E27FC236}">
                <a16:creationId xmlns:a16="http://schemas.microsoft.com/office/drawing/2014/main" id="{635CA5DA-DBB6-F346-9B31-67E5F5BDEE56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18523" y="409465"/>
            <a:ext cx="11089875" cy="454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6800" rIns="90000" bIns="46800" numCol="1" anchor="b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it-IT"/>
              <a:t>Titolo SEGOE </a:t>
            </a:r>
            <a:r>
              <a:rPr lang="it-IT" err="1"/>
              <a:t>Ui</a:t>
            </a:r>
            <a:r>
              <a:rPr lang="it-IT"/>
              <a:t> 26pt </a:t>
            </a:r>
          </a:p>
        </p:txBody>
      </p:sp>
      <p:sp>
        <p:nvSpPr>
          <p:cNvPr id="17" name="Segnaposto contenuto 3">
            <a:extLst>
              <a:ext uri="{FF2B5EF4-FFF2-40B4-BE49-F238E27FC236}">
                <a16:creationId xmlns:a16="http://schemas.microsoft.com/office/drawing/2014/main" id="{67C76C8F-CBE4-174B-B924-16A49FAAE18B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421548" y="912709"/>
            <a:ext cx="11089875" cy="301557"/>
          </a:xfrm>
        </p:spPr>
        <p:txBody>
          <a:bodyPr>
            <a:spAutoFit/>
          </a:bodyPr>
          <a:lstStyle>
            <a:lvl1pPr>
              <a:defRPr b="1"/>
            </a:lvl1pPr>
          </a:lstStyle>
          <a:p>
            <a:r>
              <a:rPr lang="x-none" sz="1800"/>
              <a:t>Sottotitolo Segoe UI 18pt</a:t>
            </a:r>
          </a:p>
        </p:txBody>
      </p:sp>
      <p:sp>
        <p:nvSpPr>
          <p:cNvPr id="25" name="Textplatzhalter 5">
            <a:extLst>
              <a:ext uri="{FF2B5EF4-FFF2-40B4-BE49-F238E27FC236}">
                <a16:creationId xmlns:a16="http://schemas.microsoft.com/office/drawing/2014/main" id="{55FAF439-A1D2-3D40-A338-E989B73D78B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15203" y="1524472"/>
            <a:ext cx="3328970" cy="567011"/>
          </a:xfrm>
          <a:prstGeom prst="rect">
            <a:avLst/>
          </a:prstGeom>
          <a:solidFill>
            <a:schemeClr val="accent1"/>
          </a:solidFill>
        </p:spPr>
        <p:txBody>
          <a:bodyPr vert="horz" lIns="14400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Aft>
                <a:spcPts val="600"/>
              </a:spcAft>
              <a:buNone/>
              <a:defRPr lang="de-DE" sz="1800" b="1" dirty="0">
                <a:solidFill>
                  <a:schemeClr val="bg1"/>
                </a:solidFill>
              </a:defRPr>
            </a:lvl1pPr>
            <a:lvl2pPr>
              <a:defRPr lang="de-DE" dirty="0"/>
            </a:lvl2pPr>
            <a:lvl3pPr>
              <a:defRPr lang="de-DE" dirty="0"/>
            </a:lvl3pPr>
            <a:lvl4pPr>
              <a:defRPr lang="de-DE" dirty="0"/>
            </a:lvl4pPr>
            <a:lvl5pPr>
              <a:defRPr lang="de-DE" dirty="0"/>
            </a:lvl5pPr>
          </a:lstStyle>
          <a:p>
            <a:pPr lvl="0"/>
            <a:r>
              <a:rPr lang="de-DE" err="1"/>
              <a:t>Titolo</a:t>
            </a:r>
            <a:r>
              <a:rPr lang="de-DE"/>
              <a:t>, 18pt</a:t>
            </a:r>
          </a:p>
        </p:txBody>
      </p:sp>
      <p:sp>
        <p:nvSpPr>
          <p:cNvPr id="26" name="Inhaltsplatzhalter 4">
            <a:extLst>
              <a:ext uri="{FF2B5EF4-FFF2-40B4-BE49-F238E27FC236}">
                <a16:creationId xmlns:a16="http://schemas.microsoft.com/office/drawing/2014/main" id="{7EF1D76E-C8AB-5647-8B05-9D8BD690A6D9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415203" y="2091483"/>
            <a:ext cx="3328970" cy="252565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vert="horz" wrap="square" lIns="144000" tIns="144000" rIns="144000" bIns="45720" numCol="1" rtlCol="0" anchor="t" anchorCtr="0" compatLnSpc="1">
            <a:prstTxWarp prst="textNoShape">
              <a:avLst/>
            </a:prstTxWarp>
            <a:noAutofit/>
          </a:bodyPr>
          <a:lstStyle>
            <a:lvl1pPr marL="0" indent="0" algn="l">
              <a:buNone/>
              <a:defRPr lang="de-DE" sz="1800" b="0" dirty="0">
                <a:solidFill>
                  <a:schemeClr val="bg1"/>
                </a:solidFill>
                <a:latin typeface="+mn-lt"/>
                <a:cs typeface="+mn-cs"/>
              </a:defRPr>
            </a:lvl1pPr>
          </a:lstStyle>
          <a:p>
            <a:pPr marL="254058" lvl="0" indent="-254058" defTabSz="914400">
              <a:lnSpc>
                <a:spcPct val="90000"/>
              </a:lnSpc>
              <a:spcBef>
                <a:spcPts val="1200"/>
              </a:spcBef>
            </a:pPr>
            <a:r>
              <a:rPr lang="de-DE" err="1"/>
              <a:t>Segnaposto</a:t>
            </a:r>
            <a:r>
              <a:rPr lang="de-DE"/>
              <a:t>, 18pt</a:t>
            </a:r>
          </a:p>
        </p:txBody>
      </p:sp>
      <p:sp>
        <p:nvSpPr>
          <p:cNvPr id="27" name="Textplatzhalter 5">
            <a:extLst>
              <a:ext uri="{FF2B5EF4-FFF2-40B4-BE49-F238E27FC236}">
                <a16:creationId xmlns:a16="http://schemas.microsoft.com/office/drawing/2014/main" id="{91684359-B86B-CE4E-A34F-8FEC479A2FE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941889" y="1524472"/>
            <a:ext cx="3328970" cy="567011"/>
          </a:xfrm>
          <a:prstGeom prst="rect">
            <a:avLst/>
          </a:prstGeom>
          <a:solidFill>
            <a:schemeClr val="accent1"/>
          </a:solidFill>
        </p:spPr>
        <p:txBody>
          <a:bodyPr vert="horz" lIns="14400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Aft>
                <a:spcPts val="600"/>
              </a:spcAft>
              <a:buNone/>
              <a:defRPr lang="de-DE" sz="1800" b="1" dirty="0">
                <a:solidFill>
                  <a:schemeClr val="bg1"/>
                </a:solidFill>
              </a:defRPr>
            </a:lvl1pPr>
            <a:lvl2pPr>
              <a:defRPr lang="de-DE" dirty="0"/>
            </a:lvl2pPr>
            <a:lvl3pPr>
              <a:defRPr lang="de-DE" dirty="0"/>
            </a:lvl3pPr>
            <a:lvl4pPr>
              <a:defRPr lang="de-DE" dirty="0"/>
            </a:lvl4pPr>
            <a:lvl5pPr>
              <a:defRPr lang="de-DE" dirty="0"/>
            </a:lvl5pPr>
          </a:lstStyle>
          <a:p>
            <a:pPr lvl="0"/>
            <a:r>
              <a:rPr lang="de-DE" err="1"/>
              <a:t>Titolo</a:t>
            </a:r>
            <a:r>
              <a:rPr lang="de-DE"/>
              <a:t>, 18pt</a:t>
            </a:r>
          </a:p>
        </p:txBody>
      </p:sp>
      <p:sp>
        <p:nvSpPr>
          <p:cNvPr id="28" name="Inhaltsplatzhalter 4">
            <a:extLst>
              <a:ext uri="{FF2B5EF4-FFF2-40B4-BE49-F238E27FC236}">
                <a16:creationId xmlns:a16="http://schemas.microsoft.com/office/drawing/2014/main" id="{76E8FF17-A76E-D846-9CDF-99299E172CB9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3941889" y="2091483"/>
            <a:ext cx="3328970" cy="252565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vert="horz" wrap="square" lIns="144000" tIns="144000" rIns="144000" bIns="45720" numCol="1" rtlCol="0" anchor="t" anchorCtr="0" compatLnSpc="1">
            <a:prstTxWarp prst="textNoShape">
              <a:avLst/>
            </a:prstTxWarp>
            <a:noAutofit/>
          </a:bodyPr>
          <a:lstStyle>
            <a:lvl1pPr marL="0" indent="0" algn="l">
              <a:buNone/>
              <a:defRPr lang="de-DE" sz="1800" b="0" dirty="0">
                <a:solidFill>
                  <a:schemeClr val="bg1"/>
                </a:solidFill>
                <a:latin typeface="+mn-lt"/>
                <a:cs typeface="+mn-cs"/>
              </a:defRPr>
            </a:lvl1pPr>
          </a:lstStyle>
          <a:p>
            <a:pPr marL="254058" lvl="0" indent="-254058" defTabSz="914400">
              <a:lnSpc>
                <a:spcPct val="90000"/>
              </a:lnSpc>
              <a:spcBef>
                <a:spcPts val="1200"/>
              </a:spcBef>
            </a:pPr>
            <a:r>
              <a:rPr lang="de-DE" err="1"/>
              <a:t>Segnaposto</a:t>
            </a:r>
            <a:r>
              <a:rPr lang="de-DE"/>
              <a:t>, 18pt</a:t>
            </a:r>
          </a:p>
        </p:txBody>
      </p:sp>
      <p:sp>
        <p:nvSpPr>
          <p:cNvPr id="29" name="Textplatzhalter 5">
            <a:extLst>
              <a:ext uri="{FF2B5EF4-FFF2-40B4-BE49-F238E27FC236}">
                <a16:creationId xmlns:a16="http://schemas.microsoft.com/office/drawing/2014/main" id="{46A88E3A-6F26-1149-8ECB-6FB3EA2A219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468575" y="1524472"/>
            <a:ext cx="3328970" cy="567011"/>
          </a:xfrm>
          <a:prstGeom prst="rect">
            <a:avLst/>
          </a:prstGeom>
          <a:solidFill>
            <a:schemeClr val="accent1"/>
          </a:solidFill>
        </p:spPr>
        <p:txBody>
          <a:bodyPr vert="horz" lIns="14400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Aft>
                <a:spcPts val="600"/>
              </a:spcAft>
              <a:buNone/>
              <a:defRPr lang="de-DE" sz="1800" b="1" dirty="0">
                <a:solidFill>
                  <a:schemeClr val="bg1"/>
                </a:solidFill>
              </a:defRPr>
            </a:lvl1pPr>
            <a:lvl2pPr>
              <a:defRPr lang="de-DE" dirty="0"/>
            </a:lvl2pPr>
            <a:lvl3pPr>
              <a:defRPr lang="de-DE" dirty="0"/>
            </a:lvl3pPr>
            <a:lvl4pPr>
              <a:defRPr lang="de-DE" dirty="0"/>
            </a:lvl4pPr>
            <a:lvl5pPr>
              <a:defRPr lang="de-DE" dirty="0"/>
            </a:lvl5pPr>
          </a:lstStyle>
          <a:p>
            <a:pPr lvl="0"/>
            <a:r>
              <a:rPr lang="de-DE" err="1"/>
              <a:t>Titolo</a:t>
            </a:r>
            <a:r>
              <a:rPr lang="de-DE"/>
              <a:t>, 18pt</a:t>
            </a:r>
          </a:p>
        </p:txBody>
      </p:sp>
      <p:sp>
        <p:nvSpPr>
          <p:cNvPr id="30" name="Inhaltsplatzhalter 4">
            <a:extLst>
              <a:ext uri="{FF2B5EF4-FFF2-40B4-BE49-F238E27FC236}">
                <a16:creationId xmlns:a16="http://schemas.microsoft.com/office/drawing/2014/main" id="{7AB1916B-521A-3142-9041-8547D28363FA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7468575" y="2091483"/>
            <a:ext cx="3328970" cy="252565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vert="horz" wrap="square" lIns="144000" tIns="144000" rIns="144000" bIns="45720" numCol="1" rtlCol="0" anchor="t" anchorCtr="0" compatLnSpc="1">
            <a:prstTxWarp prst="textNoShape">
              <a:avLst/>
            </a:prstTxWarp>
            <a:noAutofit/>
          </a:bodyPr>
          <a:lstStyle>
            <a:lvl1pPr marL="0" indent="0" algn="l">
              <a:buNone/>
              <a:defRPr lang="de-DE" sz="1800" b="0" dirty="0">
                <a:solidFill>
                  <a:schemeClr val="bg1"/>
                </a:solidFill>
                <a:latin typeface="+mn-lt"/>
                <a:cs typeface="+mn-cs"/>
              </a:defRPr>
            </a:lvl1pPr>
          </a:lstStyle>
          <a:p>
            <a:pPr marL="254058" lvl="0" indent="-254058" defTabSz="914400">
              <a:lnSpc>
                <a:spcPct val="90000"/>
              </a:lnSpc>
              <a:spcBef>
                <a:spcPts val="1200"/>
              </a:spcBef>
            </a:pPr>
            <a:r>
              <a:rPr lang="de-DE" err="1"/>
              <a:t>Segnaposto</a:t>
            </a:r>
            <a:r>
              <a:rPr lang="de-DE"/>
              <a:t>, 18pt</a:t>
            </a:r>
          </a:p>
        </p:txBody>
      </p:sp>
    </p:spTree>
    <p:extLst>
      <p:ext uri="{BB962C8B-B14F-4D97-AF65-F5344CB8AC3E}">
        <p14:creationId xmlns:p14="http://schemas.microsoft.com/office/powerpoint/2010/main" val="40242859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box multime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BFE9D297-397C-F64E-A095-7ED1D320EFFC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18523" y="409465"/>
            <a:ext cx="11089875" cy="454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6800" rIns="90000" bIns="46800" numCol="1" anchor="b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it-IT"/>
              <a:t>Titolo SEGOE </a:t>
            </a:r>
            <a:r>
              <a:rPr lang="it-IT" err="1"/>
              <a:t>Ui</a:t>
            </a:r>
            <a:r>
              <a:rPr lang="it-IT"/>
              <a:t> 26pt </a:t>
            </a:r>
          </a:p>
        </p:txBody>
      </p:sp>
      <p:sp>
        <p:nvSpPr>
          <p:cNvPr id="19" name="Segnaposto contenuto 3">
            <a:extLst>
              <a:ext uri="{FF2B5EF4-FFF2-40B4-BE49-F238E27FC236}">
                <a16:creationId xmlns:a16="http://schemas.microsoft.com/office/drawing/2014/main" id="{08C67768-7AA1-694B-BBD3-4D2BED23D970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421548" y="912709"/>
            <a:ext cx="11089875" cy="301557"/>
          </a:xfrm>
        </p:spPr>
        <p:txBody>
          <a:bodyPr>
            <a:spAutoFit/>
          </a:bodyPr>
          <a:lstStyle>
            <a:lvl1pPr>
              <a:defRPr b="1"/>
            </a:lvl1pPr>
          </a:lstStyle>
          <a:p>
            <a:r>
              <a:rPr lang="x-none" sz="1800"/>
              <a:t>Sottotitolo Segoe UI 18pt</a:t>
            </a:r>
          </a:p>
        </p:txBody>
      </p:sp>
      <p:sp>
        <p:nvSpPr>
          <p:cNvPr id="22" name="Textplatzhalter 5">
            <a:extLst>
              <a:ext uri="{FF2B5EF4-FFF2-40B4-BE49-F238E27FC236}">
                <a16:creationId xmlns:a16="http://schemas.microsoft.com/office/drawing/2014/main" id="{A3CCC18F-DE49-AE40-A446-9359D8DDB55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13071" y="1524064"/>
            <a:ext cx="3328970" cy="567011"/>
          </a:xfrm>
          <a:prstGeom prst="rect">
            <a:avLst/>
          </a:prstGeom>
          <a:solidFill>
            <a:schemeClr val="accent1"/>
          </a:solidFill>
        </p:spPr>
        <p:txBody>
          <a:bodyPr vert="horz" lIns="14400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Aft>
                <a:spcPts val="600"/>
              </a:spcAft>
              <a:buNone/>
              <a:defRPr lang="de-DE" sz="1800" b="1" dirty="0">
                <a:solidFill>
                  <a:schemeClr val="bg1"/>
                </a:solidFill>
              </a:defRPr>
            </a:lvl1pPr>
            <a:lvl2pPr>
              <a:defRPr lang="de-DE" dirty="0"/>
            </a:lvl2pPr>
            <a:lvl3pPr>
              <a:defRPr lang="de-DE" dirty="0"/>
            </a:lvl3pPr>
            <a:lvl4pPr>
              <a:defRPr lang="de-DE" dirty="0"/>
            </a:lvl4pPr>
            <a:lvl5pPr>
              <a:defRPr lang="de-DE" dirty="0"/>
            </a:lvl5pPr>
          </a:lstStyle>
          <a:p>
            <a:pPr lvl="0"/>
            <a:r>
              <a:rPr lang="de-DE" err="1"/>
              <a:t>Titolo</a:t>
            </a:r>
            <a:r>
              <a:rPr lang="de-DE"/>
              <a:t>, 18pt</a:t>
            </a:r>
          </a:p>
        </p:txBody>
      </p:sp>
      <p:sp>
        <p:nvSpPr>
          <p:cNvPr id="23" name="Inhaltsplatzhalter 4">
            <a:extLst>
              <a:ext uri="{FF2B5EF4-FFF2-40B4-BE49-F238E27FC236}">
                <a16:creationId xmlns:a16="http://schemas.microsoft.com/office/drawing/2014/main" id="{59DE8EDC-5F79-7141-95C9-4A2F2C5DE6F7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413071" y="2091075"/>
            <a:ext cx="3328970" cy="133662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vert="horz" wrap="square" lIns="144000" tIns="144000" rIns="144000" bIns="45720" numCol="1" rtlCol="0" anchor="t" anchorCtr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de-DE" sz="1800" b="0" dirty="0">
                <a:solidFill>
                  <a:schemeClr val="bg1"/>
                </a:solidFill>
                <a:latin typeface="+mn-lt"/>
                <a:cs typeface="+mn-cs"/>
              </a:defRPr>
            </a:lvl1pPr>
          </a:lstStyle>
          <a:p>
            <a:pPr marL="254058" lvl="0" indent="-254058" defTabSz="914400">
              <a:lnSpc>
                <a:spcPct val="90000"/>
              </a:lnSpc>
              <a:spcBef>
                <a:spcPts val="1200"/>
              </a:spcBef>
            </a:pPr>
            <a:r>
              <a:rPr lang="de-DE" err="1"/>
              <a:t>Segnaposto</a:t>
            </a:r>
            <a:r>
              <a:rPr lang="de-DE"/>
              <a:t>, 18pt</a:t>
            </a:r>
          </a:p>
        </p:txBody>
      </p:sp>
      <p:sp>
        <p:nvSpPr>
          <p:cNvPr id="24" name="Textplatzhalter 5">
            <a:extLst>
              <a:ext uri="{FF2B5EF4-FFF2-40B4-BE49-F238E27FC236}">
                <a16:creationId xmlns:a16="http://schemas.microsoft.com/office/drawing/2014/main" id="{947FB7C3-063F-5346-A154-922772E1656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939757" y="1524064"/>
            <a:ext cx="3328970" cy="567011"/>
          </a:xfrm>
          <a:prstGeom prst="rect">
            <a:avLst/>
          </a:prstGeom>
          <a:solidFill>
            <a:schemeClr val="accent1"/>
          </a:solidFill>
        </p:spPr>
        <p:txBody>
          <a:bodyPr vert="horz" lIns="14400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Aft>
                <a:spcPts val="600"/>
              </a:spcAft>
              <a:buNone/>
              <a:defRPr lang="de-DE" sz="1800" b="1" dirty="0">
                <a:solidFill>
                  <a:schemeClr val="bg1"/>
                </a:solidFill>
              </a:defRPr>
            </a:lvl1pPr>
            <a:lvl2pPr>
              <a:defRPr lang="de-DE" dirty="0"/>
            </a:lvl2pPr>
            <a:lvl3pPr>
              <a:defRPr lang="de-DE" dirty="0"/>
            </a:lvl3pPr>
            <a:lvl4pPr>
              <a:defRPr lang="de-DE" dirty="0"/>
            </a:lvl4pPr>
            <a:lvl5pPr>
              <a:defRPr lang="de-DE" dirty="0"/>
            </a:lvl5pPr>
          </a:lstStyle>
          <a:p>
            <a:pPr lvl="0"/>
            <a:r>
              <a:rPr lang="de-DE" err="1"/>
              <a:t>Titolo</a:t>
            </a:r>
            <a:r>
              <a:rPr lang="de-DE"/>
              <a:t>, 18pt</a:t>
            </a:r>
          </a:p>
        </p:txBody>
      </p:sp>
      <p:sp>
        <p:nvSpPr>
          <p:cNvPr id="25" name="Inhaltsplatzhalter 4">
            <a:extLst>
              <a:ext uri="{FF2B5EF4-FFF2-40B4-BE49-F238E27FC236}">
                <a16:creationId xmlns:a16="http://schemas.microsoft.com/office/drawing/2014/main" id="{5140A686-ED5B-1045-8A3E-EF22C8E68BF5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3939757" y="2091075"/>
            <a:ext cx="3328970" cy="133662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vert="horz" wrap="square" lIns="144000" tIns="144000" rIns="144000" bIns="45720" numCol="1" rtlCol="0" anchor="t" anchorCtr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de-DE" sz="1800" b="0" dirty="0">
                <a:solidFill>
                  <a:schemeClr val="bg1"/>
                </a:solidFill>
                <a:latin typeface="+mn-lt"/>
                <a:cs typeface="+mn-cs"/>
              </a:defRPr>
            </a:lvl1pPr>
          </a:lstStyle>
          <a:p>
            <a:pPr marL="254058" lvl="0" indent="-254058" defTabSz="914400">
              <a:lnSpc>
                <a:spcPct val="90000"/>
              </a:lnSpc>
              <a:spcBef>
                <a:spcPts val="1200"/>
              </a:spcBef>
            </a:pPr>
            <a:r>
              <a:rPr lang="de-DE" err="1"/>
              <a:t>Segnaposto</a:t>
            </a:r>
            <a:r>
              <a:rPr lang="de-DE"/>
              <a:t>, 18pt</a:t>
            </a:r>
          </a:p>
        </p:txBody>
      </p:sp>
      <p:sp>
        <p:nvSpPr>
          <p:cNvPr id="26" name="Textplatzhalter 5">
            <a:extLst>
              <a:ext uri="{FF2B5EF4-FFF2-40B4-BE49-F238E27FC236}">
                <a16:creationId xmlns:a16="http://schemas.microsoft.com/office/drawing/2014/main" id="{43620B12-D93E-1142-BEE7-03EF0A8E5E7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466443" y="1524064"/>
            <a:ext cx="3328970" cy="567011"/>
          </a:xfrm>
          <a:prstGeom prst="rect">
            <a:avLst/>
          </a:prstGeom>
          <a:solidFill>
            <a:schemeClr val="accent1"/>
          </a:solidFill>
        </p:spPr>
        <p:txBody>
          <a:bodyPr vert="horz" lIns="14400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Aft>
                <a:spcPts val="600"/>
              </a:spcAft>
              <a:buNone/>
              <a:defRPr lang="de-DE" sz="1800" b="1" dirty="0">
                <a:solidFill>
                  <a:schemeClr val="bg1"/>
                </a:solidFill>
              </a:defRPr>
            </a:lvl1pPr>
            <a:lvl2pPr>
              <a:defRPr lang="de-DE" dirty="0"/>
            </a:lvl2pPr>
            <a:lvl3pPr>
              <a:defRPr lang="de-DE" dirty="0"/>
            </a:lvl3pPr>
            <a:lvl4pPr>
              <a:defRPr lang="de-DE" dirty="0"/>
            </a:lvl4pPr>
            <a:lvl5pPr>
              <a:defRPr lang="de-DE" dirty="0"/>
            </a:lvl5pPr>
          </a:lstStyle>
          <a:p>
            <a:pPr lvl="0"/>
            <a:r>
              <a:rPr lang="de-DE" err="1"/>
              <a:t>Titolo</a:t>
            </a:r>
            <a:r>
              <a:rPr lang="de-DE"/>
              <a:t>, 18pt</a:t>
            </a:r>
          </a:p>
        </p:txBody>
      </p:sp>
      <p:sp>
        <p:nvSpPr>
          <p:cNvPr id="27" name="Inhaltsplatzhalter 4">
            <a:extLst>
              <a:ext uri="{FF2B5EF4-FFF2-40B4-BE49-F238E27FC236}">
                <a16:creationId xmlns:a16="http://schemas.microsoft.com/office/drawing/2014/main" id="{8A17E38A-C701-8240-B1FD-59321750BA71}"/>
              </a:ext>
            </a:extLst>
          </p:cNvPr>
          <p:cNvSpPr>
            <a:spLocks noGrp="1"/>
          </p:cNvSpPr>
          <p:nvPr>
            <p:ph sz="quarter" idx="29" hasCustomPrompt="1"/>
          </p:nvPr>
        </p:nvSpPr>
        <p:spPr>
          <a:xfrm>
            <a:off x="7466443" y="2091075"/>
            <a:ext cx="3328970" cy="133662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vert="horz" wrap="square" lIns="144000" tIns="144000" rIns="144000" bIns="45720" numCol="1" rtlCol="0" anchor="t" anchorCtr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de-DE" sz="1800" b="0" dirty="0">
                <a:solidFill>
                  <a:schemeClr val="bg1"/>
                </a:solidFill>
                <a:latin typeface="+mn-lt"/>
                <a:cs typeface="+mn-cs"/>
              </a:defRPr>
            </a:lvl1pPr>
          </a:lstStyle>
          <a:p>
            <a:pPr marL="254058" lvl="0" indent="-254058" defTabSz="914400">
              <a:lnSpc>
                <a:spcPct val="90000"/>
              </a:lnSpc>
              <a:spcBef>
                <a:spcPts val="1200"/>
              </a:spcBef>
            </a:pPr>
            <a:r>
              <a:rPr lang="de-DE" err="1"/>
              <a:t>Segnaposto</a:t>
            </a:r>
            <a:r>
              <a:rPr lang="de-DE"/>
              <a:t>, 18pt</a:t>
            </a:r>
          </a:p>
        </p:txBody>
      </p:sp>
      <p:sp>
        <p:nvSpPr>
          <p:cNvPr id="28" name="Textplatzhalter 5">
            <a:extLst>
              <a:ext uri="{FF2B5EF4-FFF2-40B4-BE49-F238E27FC236}">
                <a16:creationId xmlns:a16="http://schemas.microsoft.com/office/drawing/2014/main" id="{31A5AF69-B971-E847-92D4-2CB669C7A3A3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13071" y="3974543"/>
            <a:ext cx="3328970" cy="567011"/>
          </a:xfrm>
          <a:prstGeom prst="rect">
            <a:avLst/>
          </a:prstGeom>
          <a:solidFill>
            <a:schemeClr val="accent1"/>
          </a:solidFill>
        </p:spPr>
        <p:txBody>
          <a:bodyPr vert="horz" lIns="14400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Aft>
                <a:spcPts val="600"/>
              </a:spcAft>
              <a:buNone/>
              <a:defRPr lang="de-DE" sz="1800" b="1" dirty="0">
                <a:solidFill>
                  <a:schemeClr val="bg1"/>
                </a:solidFill>
              </a:defRPr>
            </a:lvl1pPr>
            <a:lvl2pPr>
              <a:defRPr lang="de-DE" dirty="0"/>
            </a:lvl2pPr>
            <a:lvl3pPr>
              <a:defRPr lang="de-DE" dirty="0"/>
            </a:lvl3pPr>
            <a:lvl4pPr>
              <a:defRPr lang="de-DE" dirty="0"/>
            </a:lvl4pPr>
            <a:lvl5pPr>
              <a:defRPr lang="de-DE" dirty="0"/>
            </a:lvl5pPr>
          </a:lstStyle>
          <a:p>
            <a:pPr lvl="0"/>
            <a:r>
              <a:rPr lang="de-DE" err="1"/>
              <a:t>Titolo</a:t>
            </a:r>
            <a:r>
              <a:rPr lang="de-DE"/>
              <a:t>, 18pt</a:t>
            </a:r>
          </a:p>
        </p:txBody>
      </p:sp>
      <p:sp>
        <p:nvSpPr>
          <p:cNvPr id="29" name="Inhaltsplatzhalter 4">
            <a:extLst>
              <a:ext uri="{FF2B5EF4-FFF2-40B4-BE49-F238E27FC236}">
                <a16:creationId xmlns:a16="http://schemas.microsoft.com/office/drawing/2014/main" id="{1165C76D-FA45-A143-976D-713ED02B2E40}"/>
              </a:ext>
            </a:extLst>
          </p:cNvPr>
          <p:cNvSpPr>
            <a:spLocks noGrp="1"/>
          </p:cNvSpPr>
          <p:nvPr>
            <p:ph sz="quarter" idx="31" hasCustomPrompt="1"/>
          </p:nvPr>
        </p:nvSpPr>
        <p:spPr>
          <a:xfrm>
            <a:off x="413071" y="4541554"/>
            <a:ext cx="3328970" cy="133662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vert="horz" wrap="square" lIns="144000" tIns="144000" rIns="144000" bIns="45720" numCol="1" rtlCol="0" anchor="t" anchorCtr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de-DE" sz="1800" b="0" dirty="0">
                <a:solidFill>
                  <a:schemeClr val="bg1"/>
                </a:solidFill>
                <a:latin typeface="+mn-lt"/>
                <a:cs typeface="+mn-cs"/>
              </a:defRPr>
            </a:lvl1pPr>
          </a:lstStyle>
          <a:p>
            <a:pPr marL="254058" lvl="0" indent="-254058" defTabSz="914400">
              <a:lnSpc>
                <a:spcPct val="90000"/>
              </a:lnSpc>
              <a:spcBef>
                <a:spcPts val="1200"/>
              </a:spcBef>
            </a:pPr>
            <a:r>
              <a:rPr lang="de-DE" err="1"/>
              <a:t>Segnaposto</a:t>
            </a:r>
            <a:r>
              <a:rPr lang="de-DE"/>
              <a:t>, 18pt</a:t>
            </a:r>
          </a:p>
        </p:txBody>
      </p:sp>
      <p:sp>
        <p:nvSpPr>
          <p:cNvPr id="30" name="Textplatzhalter 5">
            <a:extLst>
              <a:ext uri="{FF2B5EF4-FFF2-40B4-BE49-F238E27FC236}">
                <a16:creationId xmlns:a16="http://schemas.microsoft.com/office/drawing/2014/main" id="{E8819D2A-3136-4E4F-9265-9761C2CA491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939757" y="3974543"/>
            <a:ext cx="3328970" cy="567011"/>
          </a:xfrm>
          <a:prstGeom prst="rect">
            <a:avLst/>
          </a:prstGeom>
          <a:solidFill>
            <a:schemeClr val="accent1"/>
          </a:solidFill>
        </p:spPr>
        <p:txBody>
          <a:bodyPr vert="horz" lIns="14400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Aft>
                <a:spcPts val="600"/>
              </a:spcAft>
              <a:buNone/>
              <a:defRPr lang="de-DE" sz="1800" b="1" dirty="0">
                <a:solidFill>
                  <a:schemeClr val="bg1"/>
                </a:solidFill>
              </a:defRPr>
            </a:lvl1pPr>
            <a:lvl2pPr>
              <a:defRPr lang="de-DE" dirty="0"/>
            </a:lvl2pPr>
            <a:lvl3pPr>
              <a:defRPr lang="de-DE" dirty="0"/>
            </a:lvl3pPr>
            <a:lvl4pPr>
              <a:defRPr lang="de-DE" dirty="0"/>
            </a:lvl4pPr>
            <a:lvl5pPr>
              <a:defRPr lang="de-DE" dirty="0"/>
            </a:lvl5pPr>
          </a:lstStyle>
          <a:p>
            <a:pPr lvl="0"/>
            <a:r>
              <a:rPr lang="de-DE" err="1"/>
              <a:t>Titolo</a:t>
            </a:r>
            <a:r>
              <a:rPr lang="de-DE"/>
              <a:t>, 18pt</a:t>
            </a:r>
          </a:p>
        </p:txBody>
      </p:sp>
      <p:sp>
        <p:nvSpPr>
          <p:cNvPr id="31" name="Inhaltsplatzhalter 4">
            <a:extLst>
              <a:ext uri="{FF2B5EF4-FFF2-40B4-BE49-F238E27FC236}">
                <a16:creationId xmlns:a16="http://schemas.microsoft.com/office/drawing/2014/main" id="{2F58CD45-9D5E-C047-A583-5BF531E4D5DD}"/>
              </a:ext>
            </a:extLst>
          </p:cNvPr>
          <p:cNvSpPr>
            <a:spLocks noGrp="1"/>
          </p:cNvSpPr>
          <p:nvPr>
            <p:ph sz="quarter" idx="33" hasCustomPrompt="1"/>
          </p:nvPr>
        </p:nvSpPr>
        <p:spPr>
          <a:xfrm>
            <a:off x="3939757" y="4541554"/>
            <a:ext cx="3328970" cy="133662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vert="horz" wrap="square" lIns="144000" tIns="144000" rIns="144000" bIns="45720" numCol="1" rtlCol="0" anchor="t" anchorCtr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de-DE" sz="1800" b="0" dirty="0">
                <a:solidFill>
                  <a:schemeClr val="bg1"/>
                </a:solidFill>
                <a:latin typeface="+mn-lt"/>
                <a:cs typeface="+mn-cs"/>
              </a:defRPr>
            </a:lvl1pPr>
          </a:lstStyle>
          <a:p>
            <a:pPr marL="254058" lvl="0" indent="-254058" defTabSz="914400">
              <a:lnSpc>
                <a:spcPct val="90000"/>
              </a:lnSpc>
              <a:spcBef>
                <a:spcPts val="1200"/>
              </a:spcBef>
            </a:pPr>
            <a:r>
              <a:rPr lang="de-DE" err="1"/>
              <a:t>Segnaposto</a:t>
            </a:r>
            <a:r>
              <a:rPr lang="de-DE"/>
              <a:t>, 18pt</a:t>
            </a:r>
          </a:p>
        </p:txBody>
      </p:sp>
      <p:sp>
        <p:nvSpPr>
          <p:cNvPr id="32" name="Textplatzhalter 5">
            <a:extLst>
              <a:ext uri="{FF2B5EF4-FFF2-40B4-BE49-F238E27FC236}">
                <a16:creationId xmlns:a16="http://schemas.microsoft.com/office/drawing/2014/main" id="{2219DB30-5B94-4F4B-AAE0-A8087176D398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7466443" y="3974543"/>
            <a:ext cx="3328970" cy="567011"/>
          </a:xfrm>
          <a:prstGeom prst="rect">
            <a:avLst/>
          </a:prstGeom>
          <a:solidFill>
            <a:schemeClr val="accent1"/>
          </a:solidFill>
        </p:spPr>
        <p:txBody>
          <a:bodyPr vert="horz" lIns="14400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Aft>
                <a:spcPts val="600"/>
              </a:spcAft>
              <a:buNone/>
              <a:defRPr lang="de-DE" sz="1800" b="1" dirty="0">
                <a:solidFill>
                  <a:schemeClr val="bg1"/>
                </a:solidFill>
              </a:defRPr>
            </a:lvl1pPr>
            <a:lvl2pPr>
              <a:defRPr lang="de-DE" dirty="0"/>
            </a:lvl2pPr>
            <a:lvl3pPr>
              <a:defRPr lang="de-DE" dirty="0"/>
            </a:lvl3pPr>
            <a:lvl4pPr>
              <a:defRPr lang="de-DE" dirty="0"/>
            </a:lvl4pPr>
            <a:lvl5pPr>
              <a:defRPr lang="de-DE" dirty="0"/>
            </a:lvl5pPr>
          </a:lstStyle>
          <a:p>
            <a:pPr lvl="0"/>
            <a:r>
              <a:rPr lang="de-DE" err="1"/>
              <a:t>Titolo</a:t>
            </a:r>
            <a:r>
              <a:rPr lang="de-DE"/>
              <a:t>, 18pt</a:t>
            </a:r>
          </a:p>
        </p:txBody>
      </p:sp>
      <p:sp>
        <p:nvSpPr>
          <p:cNvPr id="33" name="Inhaltsplatzhalter 4">
            <a:extLst>
              <a:ext uri="{FF2B5EF4-FFF2-40B4-BE49-F238E27FC236}">
                <a16:creationId xmlns:a16="http://schemas.microsoft.com/office/drawing/2014/main" id="{51259A08-57D0-8F44-B67D-B1B6942103BA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7466443" y="4541554"/>
            <a:ext cx="3328970" cy="133662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vert="horz" wrap="square" lIns="144000" tIns="144000" rIns="144000" bIns="45720" numCol="1" rtlCol="0" anchor="t" anchorCtr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de-DE" sz="1800" b="0" dirty="0">
                <a:solidFill>
                  <a:schemeClr val="bg1"/>
                </a:solidFill>
                <a:latin typeface="+mn-lt"/>
                <a:cs typeface="+mn-cs"/>
              </a:defRPr>
            </a:lvl1pPr>
          </a:lstStyle>
          <a:p>
            <a:pPr marL="254058" lvl="0" indent="-254058" defTabSz="914400">
              <a:lnSpc>
                <a:spcPct val="90000"/>
              </a:lnSpc>
              <a:spcBef>
                <a:spcPts val="1200"/>
              </a:spcBef>
            </a:pPr>
            <a:r>
              <a:rPr lang="de-DE" err="1"/>
              <a:t>Segnaposto</a:t>
            </a:r>
            <a:r>
              <a:rPr lang="de-DE"/>
              <a:t>, 18pt</a:t>
            </a:r>
          </a:p>
        </p:txBody>
      </p:sp>
    </p:spTree>
    <p:extLst>
      <p:ext uri="{BB962C8B-B14F-4D97-AF65-F5344CB8AC3E}">
        <p14:creationId xmlns:p14="http://schemas.microsoft.com/office/powerpoint/2010/main" val="10570916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sto+foto grande d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5">
            <a:extLst>
              <a:ext uri="{FF2B5EF4-FFF2-40B4-BE49-F238E27FC236}">
                <a16:creationId xmlns:a16="http://schemas.microsoft.com/office/drawing/2014/main" id="{E63174D1-57FE-6142-9774-C91D5C1B58E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9091" y="1539582"/>
            <a:ext cx="3529201" cy="301557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>
            <a:lvl1pPr marL="0" indent="0">
              <a:lnSpc>
                <a:spcPct val="120000"/>
              </a:lnSpc>
              <a:spcAft>
                <a:spcPts val="600"/>
              </a:spcAft>
              <a:buNone/>
              <a:defRPr lang="de-DE" sz="1800" dirty="0"/>
            </a:lvl1pPr>
            <a:lvl2pPr>
              <a:defRPr lang="de-DE" dirty="0"/>
            </a:lvl2pPr>
            <a:lvl3pPr>
              <a:defRPr lang="de-DE" dirty="0"/>
            </a:lvl3pPr>
            <a:lvl4pPr>
              <a:defRPr lang="de-DE" dirty="0"/>
            </a:lvl4pPr>
            <a:lvl5pPr>
              <a:defRPr lang="de-DE" dirty="0"/>
            </a:lvl5pPr>
          </a:lstStyle>
          <a:p>
            <a:pPr lvl="0"/>
            <a:r>
              <a:rPr lang="de-DE" err="1"/>
              <a:t>Testo</a:t>
            </a:r>
            <a:r>
              <a:rPr lang="de-DE"/>
              <a:t>, 18pt</a:t>
            </a:r>
          </a:p>
        </p:txBody>
      </p:sp>
      <p:sp>
        <p:nvSpPr>
          <p:cNvPr id="42" name="Bildplatzhalter 2">
            <a:extLst>
              <a:ext uri="{FF2B5EF4-FFF2-40B4-BE49-F238E27FC236}">
                <a16:creationId xmlns:a16="http://schemas.microsoft.com/office/drawing/2014/main" id="{112C6C66-181E-4683-BA8C-F8A435B49282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370244" y="1527162"/>
            <a:ext cx="7126431" cy="449422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6350"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buNone/>
              <a:defRPr lang="de-DE" cap="all"/>
            </a:lvl1pPr>
          </a:lstStyle>
          <a:p>
            <a:pPr marL="254058" lvl="0" indent="-254058" algn="ctr"/>
            <a:r>
              <a:rPr lang="de-DE"/>
              <a:t>Foto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8E8FD4EC-F8EA-B84C-8654-4EBC25F0560A}"/>
              </a:ext>
            </a:extLst>
          </p:cNvPr>
          <p:cNvSpPr txBox="1"/>
          <p:nvPr userDrawn="1"/>
        </p:nvSpPr>
        <p:spPr>
          <a:xfrm>
            <a:off x="166255" y="-748146"/>
            <a:ext cx="0" cy="0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/>
            <a:endParaRPr lang="x-none" sz="2000" err="1">
              <a:solidFill>
                <a:schemeClr val="bg2"/>
              </a:solidFill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DDEDBFC6-107C-1345-BD50-A6AAB5E4E94A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18523" y="409465"/>
            <a:ext cx="11089875" cy="454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6800" rIns="90000" bIns="46800" numCol="1" anchor="b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it-IT"/>
              <a:t>Titolo SEGOE </a:t>
            </a:r>
            <a:r>
              <a:rPr lang="it-IT" err="1"/>
              <a:t>Ui</a:t>
            </a:r>
            <a:r>
              <a:rPr lang="it-IT"/>
              <a:t> 26pt </a:t>
            </a:r>
          </a:p>
        </p:txBody>
      </p:sp>
      <p:sp>
        <p:nvSpPr>
          <p:cNvPr id="9" name="Segnaposto contenuto 3">
            <a:extLst>
              <a:ext uri="{FF2B5EF4-FFF2-40B4-BE49-F238E27FC236}">
                <a16:creationId xmlns:a16="http://schemas.microsoft.com/office/drawing/2014/main" id="{22A07DA2-A14A-F843-95D4-15446F2FE4BF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421548" y="912709"/>
            <a:ext cx="11089875" cy="301557"/>
          </a:xfrm>
        </p:spPr>
        <p:txBody>
          <a:bodyPr>
            <a:spAutoFit/>
          </a:bodyPr>
          <a:lstStyle>
            <a:lvl1pPr>
              <a:defRPr b="1"/>
            </a:lvl1pPr>
          </a:lstStyle>
          <a:p>
            <a:r>
              <a:rPr lang="x-none" sz="1800"/>
              <a:t>Sottotitolo Segoe UI 18pt</a:t>
            </a:r>
          </a:p>
        </p:txBody>
      </p:sp>
    </p:spTree>
    <p:extLst>
      <p:ext uri="{BB962C8B-B14F-4D97-AF65-F5344CB8AC3E}">
        <p14:creationId xmlns:p14="http://schemas.microsoft.com/office/powerpoint/2010/main" val="27431405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sto+foto piccola d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platzhalter 5">
            <a:extLst>
              <a:ext uri="{FF2B5EF4-FFF2-40B4-BE49-F238E27FC236}">
                <a16:creationId xmlns:a16="http://schemas.microsoft.com/office/drawing/2014/main" id="{DFA93674-68BC-FA40-A29D-3847139EDEE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9090" y="1542175"/>
            <a:ext cx="7484607" cy="301557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>
            <a:lvl1pPr marL="0" indent="0">
              <a:lnSpc>
                <a:spcPct val="120000"/>
              </a:lnSpc>
              <a:spcAft>
                <a:spcPts val="600"/>
              </a:spcAft>
              <a:buNone/>
              <a:defRPr lang="de-DE" sz="1800" dirty="0"/>
            </a:lvl1pPr>
            <a:lvl2pPr>
              <a:defRPr lang="de-DE" dirty="0"/>
            </a:lvl2pPr>
            <a:lvl3pPr>
              <a:defRPr lang="de-DE" dirty="0"/>
            </a:lvl3pPr>
            <a:lvl4pPr>
              <a:defRPr lang="de-DE" dirty="0"/>
            </a:lvl4pPr>
            <a:lvl5pPr>
              <a:defRPr lang="de-DE" dirty="0"/>
            </a:lvl5pPr>
          </a:lstStyle>
          <a:p>
            <a:pPr lvl="0"/>
            <a:r>
              <a:rPr lang="de-DE" err="1"/>
              <a:t>Testo</a:t>
            </a:r>
            <a:r>
              <a:rPr lang="de-DE"/>
              <a:t>, 18pt</a:t>
            </a:r>
          </a:p>
        </p:txBody>
      </p:sp>
      <p:sp>
        <p:nvSpPr>
          <p:cNvPr id="15" name="Bildplatzhalter 2">
            <a:extLst>
              <a:ext uri="{FF2B5EF4-FFF2-40B4-BE49-F238E27FC236}">
                <a16:creationId xmlns:a16="http://schemas.microsoft.com/office/drawing/2014/main" id="{35CF5786-0ACF-0544-AD13-22B3F15885E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8188806" y="1520825"/>
            <a:ext cx="3307869" cy="450056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6350"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buNone/>
              <a:defRPr lang="de-DE" cap="all"/>
            </a:lvl1pPr>
          </a:lstStyle>
          <a:p>
            <a:pPr marL="254058" lvl="0" indent="-254058" algn="ctr"/>
            <a:r>
              <a:rPr lang="de-DE"/>
              <a:t>Foto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95DBB20A-9A18-2342-84CC-79E2FF664265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18523" y="409465"/>
            <a:ext cx="11089875" cy="454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6800" rIns="90000" bIns="46800" numCol="1" anchor="b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it-IT"/>
              <a:t>Titolo SEGOE </a:t>
            </a:r>
            <a:r>
              <a:rPr lang="it-IT" err="1"/>
              <a:t>Ui</a:t>
            </a:r>
            <a:r>
              <a:rPr lang="it-IT"/>
              <a:t> 26pt </a:t>
            </a:r>
          </a:p>
        </p:txBody>
      </p:sp>
      <p:sp>
        <p:nvSpPr>
          <p:cNvPr id="8" name="Segnaposto contenuto 3">
            <a:extLst>
              <a:ext uri="{FF2B5EF4-FFF2-40B4-BE49-F238E27FC236}">
                <a16:creationId xmlns:a16="http://schemas.microsoft.com/office/drawing/2014/main" id="{8E0CB76D-7F3B-A642-897D-A0A3880D9B3D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421548" y="912709"/>
            <a:ext cx="11089875" cy="301557"/>
          </a:xfrm>
        </p:spPr>
        <p:txBody>
          <a:bodyPr>
            <a:spAutoFit/>
          </a:bodyPr>
          <a:lstStyle>
            <a:lvl1pPr>
              <a:defRPr b="1"/>
            </a:lvl1pPr>
          </a:lstStyle>
          <a:p>
            <a:r>
              <a:rPr lang="x-none" sz="1800"/>
              <a:t>Sottotitolo Segoe UI 18pt</a:t>
            </a:r>
          </a:p>
        </p:txBody>
      </p:sp>
    </p:spTree>
    <p:extLst>
      <p:ext uri="{BB962C8B-B14F-4D97-AF65-F5344CB8AC3E}">
        <p14:creationId xmlns:p14="http://schemas.microsoft.com/office/powerpoint/2010/main" val="266885209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sto+foto piccola s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platzhalter 5">
            <a:extLst>
              <a:ext uri="{FF2B5EF4-FFF2-40B4-BE49-F238E27FC236}">
                <a16:creationId xmlns:a16="http://schemas.microsoft.com/office/drawing/2014/main" id="{120473B7-68D1-A94A-BB86-2D9E6729AF6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445392" y="1527555"/>
            <a:ext cx="7051284" cy="301557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>
            <a:lvl1pPr marL="0" indent="0">
              <a:lnSpc>
                <a:spcPct val="120000"/>
              </a:lnSpc>
              <a:spcAft>
                <a:spcPts val="600"/>
              </a:spcAft>
              <a:buNone/>
              <a:defRPr lang="de-DE" sz="1800" dirty="0"/>
            </a:lvl1pPr>
            <a:lvl2pPr>
              <a:defRPr lang="de-DE" dirty="0"/>
            </a:lvl2pPr>
            <a:lvl3pPr>
              <a:defRPr lang="de-DE" dirty="0"/>
            </a:lvl3pPr>
            <a:lvl4pPr>
              <a:defRPr lang="de-DE" dirty="0"/>
            </a:lvl4pPr>
            <a:lvl5pPr>
              <a:defRPr lang="de-DE" dirty="0"/>
            </a:lvl5pPr>
          </a:lstStyle>
          <a:p>
            <a:pPr lvl="0"/>
            <a:r>
              <a:rPr lang="de-DE" err="1"/>
              <a:t>Testo</a:t>
            </a:r>
            <a:r>
              <a:rPr lang="de-DE"/>
              <a:t>, 18pt</a:t>
            </a:r>
          </a:p>
        </p:txBody>
      </p:sp>
      <p:sp>
        <p:nvSpPr>
          <p:cNvPr id="13" name="Bildplatzhalter 2">
            <a:extLst>
              <a:ext uri="{FF2B5EF4-FFF2-40B4-BE49-F238E27FC236}">
                <a16:creationId xmlns:a16="http://schemas.microsoft.com/office/drawing/2014/main" id="{15DB18B5-4670-9D47-9323-BDD1EBC0A3CD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28032" y="1527555"/>
            <a:ext cx="3440583" cy="449383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6350"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buNone/>
              <a:defRPr lang="de-DE" cap="all"/>
            </a:lvl1pPr>
          </a:lstStyle>
          <a:p>
            <a:pPr marL="254058" lvl="0" indent="-254058" algn="ctr"/>
            <a:r>
              <a:rPr lang="de-DE"/>
              <a:t>Foto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C51F11D6-459D-504F-B452-0EB4BF8A9192}"/>
              </a:ext>
            </a:extLst>
          </p:cNvPr>
          <p:cNvSpPr txBox="1"/>
          <p:nvPr userDrawn="1"/>
        </p:nvSpPr>
        <p:spPr>
          <a:xfrm>
            <a:off x="-1167063" y="48126"/>
            <a:ext cx="0" cy="0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/>
            <a:endParaRPr lang="x-none" sz="2000" err="1">
              <a:solidFill>
                <a:schemeClr val="bg2"/>
              </a:solidFill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B59B5DA5-4D2B-B14F-B616-138402542639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18523" y="409465"/>
            <a:ext cx="11089875" cy="454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6800" rIns="90000" bIns="46800" numCol="1" anchor="b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it-IT"/>
              <a:t>Titolo SEGOE </a:t>
            </a:r>
            <a:r>
              <a:rPr lang="it-IT" err="1"/>
              <a:t>Ui</a:t>
            </a:r>
            <a:r>
              <a:rPr lang="it-IT"/>
              <a:t> 26pt </a:t>
            </a:r>
          </a:p>
        </p:txBody>
      </p:sp>
      <p:sp>
        <p:nvSpPr>
          <p:cNvPr id="10" name="Segnaposto contenuto 3">
            <a:extLst>
              <a:ext uri="{FF2B5EF4-FFF2-40B4-BE49-F238E27FC236}">
                <a16:creationId xmlns:a16="http://schemas.microsoft.com/office/drawing/2014/main" id="{FBBDA2E9-1566-E84F-9B7B-6E9D1460B9C8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421548" y="912709"/>
            <a:ext cx="11089875" cy="301557"/>
          </a:xfrm>
        </p:spPr>
        <p:txBody>
          <a:bodyPr>
            <a:spAutoFit/>
          </a:bodyPr>
          <a:lstStyle>
            <a:lvl1pPr>
              <a:defRPr b="1"/>
            </a:lvl1pPr>
          </a:lstStyle>
          <a:p>
            <a:r>
              <a:rPr lang="x-none" sz="1800"/>
              <a:t>Sottotitolo Segoe UI 18pt</a:t>
            </a:r>
          </a:p>
        </p:txBody>
      </p:sp>
    </p:spTree>
    <p:extLst>
      <p:ext uri="{BB962C8B-B14F-4D97-AF65-F5344CB8AC3E}">
        <p14:creationId xmlns:p14="http://schemas.microsoft.com/office/powerpoint/2010/main" val="34214733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sto+foto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5">
            <a:extLst>
              <a:ext uri="{FF2B5EF4-FFF2-40B4-BE49-F238E27FC236}">
                <a16:creationId xmlns:a16="http://schemas.microsoft.com/office/drawing/2014/main" id="{E63174D1-57FE-6142-9774-C91D5C1B58E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4575" y="1533682"/>
            <a:ext cx="11082100" cy="301557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>
            <a:lvl1pPr marL="0" indent="0">
              <a:lnSpc>
                <a:spcPct val="120000"/>
              </a:lnSpc>
              <a:spcAft>
                <a:spcPts val="600"/>
              </a:spcAft>
              <a:buNone/>
              <a:defRPr lang="de-DE" sz="1800" dirty="0"/>
            </a:lvl1pPr>
            <a:lvl2pPr>
              <a:defRPr lang="de-DE" dirty="0"/>
            </a:lvl2pPr>
            <a:lvl3pPr>
              <a:defRPr lang="de-DE" dirty="0"/>
            </a:lvl3pPr>
            <a:lvl4pPr>
              <a:defRPr lang="de-DE" dirty="0"/>
            </a:lvl4pPr>
            <a:lvl5pPr>
              <a:defRPr lang="de-DE" dirty="0"/>
            </a:lvl5pPr>
          </a:lstStyle>
          <a:p>
            <a:pPr lvl="0"/>
            <a:r>
              <a:rPr lang="de-DE" err="1"/>
              <a:t>Testo</a:t>
            </a:r>
            <a:r>
              <a:rPr lang="de-DE"/>
              <a:t>, 18pt</a:t>
            </a:r>
          </a:p>
        </p:txBody>
      </p:sp>
      <p:sp>
        <p:nvSpPr>
          <p:cNvPr id="8" name="Segnaposto immagine 2">
            <a:extLst>
              <a:ext uri="{FF2B5EF4-FFF2-40B4-BE49-F238E27FC236}">
                <a16:creationId xmlns:a16="http://schemas.microsoft.com/office/drawing/2014/main" id="{5D62971A-784F-2D45-B2F5-25F3B50E698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14576" y="2312989"/>
            <a:ext cx="11082099" cy="37084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it-IT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864732F7-3649-D44E-A00A-FD624882E339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18523" y="409465"/>
            <a:ext cx="11089875" cy="454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6800" rIns="90000" bIns="46800" numCol="1" anchor="b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it-IT"/>
              <a:t>Titolo SEGOE </a:t>
            </a:r>
            <a:r>
              <a:rPr lang="it-IT" err="1"/>
              <a:t>Ui</a:t>
            </a:r>
            <a:r>
              <a:rPr lang="it-IT"/>
              <a:t> 26pt </a:t>
            </a:r>
          </a:p>
        </p:txBody>
      </p:sp>
      <p:sp>
        <p:nvSpPr>
          <p:cNvPr id="9" name="Segnaposto contenuto 3">
            <a:extLst>
              <a:ext uri="{FF2B5EF4-FFF2-40B4-BE49-F238E27FC236}">
                <a16:creationId xmlns:a16="http://schemas.microsoft.com/office/drawing/2014/main" id="{6CEDD758-7C6A-714E-AFD0-1E96D90E19E1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421548" y="912709"/>
            <a:ext cx="11089875" cy="301557"/>
          </a:xfrm>
        </p:spPr>
        <p:txBody>
          <a:bodyPr>
            <a:spAutoFit/>
          </a:bodyPr>
          <a:lstStyle>
            <a:lvl1pPr>
              <a:defRPr b="1"/>
            </a:lvl1pPr>
          </a:lstStyle>
          <a:p>
            <a:r>
              <a:rPr lang="x-none" sz="1800"/>
              <a:t>Sottotitolo Segoe UI 18pt</a:t>
            </a:r>
          </a:p>
        </p:txBody>
      </p:sp>
    </p:spTree>
    <p:extLst>
      <p:ext uri="{BB962C8B-B14F-4D97-AF65-F5344CB8AC3E}">
        <p14:creationId xmlns:p14="http://schemas.microsoft.com/office/powerpoint/2010/main" val="355003814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sto+foto centr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5">
            <a:extLst>
              <a:ext uri="{FF2B5EF4-FFF2-40B4-BE49-F238E27FC236}">
                <a16:creationId xmlns:a16="http://schemas.microsoft.com/office/drawing/2014/main" id="{E63174D1-57FE-6142-9774-C91D5C1B58E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0656" y="4893949"/>
            <a:ext cx="11076020" cy="301557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>
            <a:lvl1pPr marL="0" indent="0">
              <a:lnSpc>
                <a:spcPct val="120000"/>
              </a:lnSpc>
              <a:spcAft>
                <a:spcPts val="600"/>
              </a:spcAft>
              <a:buNone/>
              <a:defRPr lang="de-DE" sz="1800" dirty="0"/>
            </a:lvl1pPr>
            <a:lvl2pPr>
              <a:defRPr lang="de-DE" dirty="0"/>
            </a:lvl2pPr>
            <a:lvl3pPr>
              <a:defRPr lang="de-DE" dirty="0"/>
            </a:lvl3pPr>
            <a:lvl4pPr>
              <a:defRPr lang="de-DE" dirty="0"/>
            </a:lvl4pPr>
            <a:lvl5pPr>
              <a:defRPr lang="de-DE" dirty="0"/>
            </a:lvl5pPr>
          </a:lstStyle>
          <a:p>
            <a:pPr lvl="0"/>
            <a:r>
              <a:rPr lang="de-DE" err="1"/>
              <a:t>Testo</a:t>
            </a:r>
            <a:r>
              <a:rPr lang="de-DE"/>
              <a:t>, 18pt</a:t>
            </a:r>
          </a:p>
        </p:txBody>
      </p:sp>
      <p:sp>
        <p:nvSpPr>
          <p:cNvPr id="42" name="Bildplatzhalter 2">
            <a:extLst>
              <a:ext uri="{FF2B5EF4-FFF2-40B4-BE49-F238E27FC236}">
                <a16:creationId xmlns:a16="http://schemas.microsoft.com/office/drawing/2014/main" id="{112C6C66-181E-4683-BA8C-F8A435B49282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21910" y="1534380"/>
            <a:ext cx="11074766" cy="313372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6350"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buNone/>
              <a:defRPr lang="de-DE" cap="all"/>
            </a:lvl1pPr>
          </a:lstStyle>
          <a:p>
            <a:pPr marL="254058" lvl="0" indent="-254058" algn="ctr"/>
            <a:r>
              <a:rPr lang="de-DE"/>
              <a:t>Foto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1B073446-3B14-4C41-9D62-7F4AF9B25CF8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18523" y="409465"/>
            <a:ext cx="11089875" cy="454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6800" rIns="90000" bIns="46800" numCol="1" anchor="b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it-IT"/>
              <a:t>Titolo SEGOE </a:t>
            </a:r>
            <a:r>
              <a:rPr lang="it-IT" err="1"/>
              <a:t>Ui</a:t>
            </a:r>
            <a:r>
              <a:rPr lang="it-IT"/>
              <a:t> 26pt </a:t>
            </a:r>
          </a:p>
        </p:txBody>
      </p:sp>
      <p:sp>
        <p:nvSpPr>
          <p:cNvPr id="9" name="Segnaposto contenuto 3">
            <a:extLst>
              <a:ext uri="{FF2B5EF4-FFF2-40B4-BE49-F238E27FC236}">
                <a16:creationId xmlns:a16="http://schemas.microsoft.com/office/drawing/2014/main" id="{7152B3CA-7D8E-D044-970D-A2CDD1AB0792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421548" y="912709"/>
            <a:ext cx="11089875" cy="301557"/>
          </a:xfrm>
        </p:spPr>
        <p:txBody>
          <a:bodyPr>
            <a:spAutoFit/>
          </a:bodyPr>
          <a:lstStyle>
            <a:lvl1pPr>
              <a:defRPr b="1"/>
            </a:lvl1pPr>
          </a:lstStyle>
          <a:p>
            <a:r>
              <a:rPr lang="x-none" sz="1800"/>
              <a:t>Sottotitolo Segoe UI 18pt</a:t>
            </a:r>
          </a:p>
        </p:txBody>
      </p:sp>
    </p:spTree>
    <p:extLst>
      <p:ext uri="{BB962C8B-B14F-4D97-AF65-F5344CB8AC3E}">
        <p14:creationId xmlns:p14="http://schemas.microsoft.com/office/powerpoint/2010/main" val="210526691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box testo+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Bildplatzhalter 2">
            <a:extLst>
              <a:ext uri="{FF2B5EF4-FFF2-40B4-BE49-F238E27FC236}">
                <a16:creationId xmlns:a16="http://schemas.microsoft.com/office/drawing/2014/main" id="{112C6C66-181E-4683-BA8C-F8A435B49282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21909" y="1520824"/>
            <a:ext cx="11074765" cy="262890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6350"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buNone/>
              <a:defRPr lang="de-DE" cap="all"/>
            </a:lvl1pPr>
          </a:lstStyle>
          <a:p>
            <a:pPr marL="254058" lvl="0" indent="-254058" algn="ctr"/>
            <a:r>
              <a:rPr lang="de-DE"/>
              <a:t>Foto</a:t>
            </a:r>
          </a:p>
        </p:txBody>
      </p:sp>
      <p:sp>
        <p:nvSpPr>
          <p:cNvPr id="15" name="Textplatzhalter 5">
            <a:extLst>
              <a:ext uri="{FF2B5EF4-FFF2-40B4-BE49-F238E27FC236}">
                <a16:creationId xmlns:a16="http://schemas.microsoft.com/office/drawing/2014/main" id="{8B43BE93-A49F-1147-A16D-1C0CB863904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13071" y="4419861"/>
            <a:ext cx="5214618" cy="301557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>
            <a:lvl1pPr marL="0" indent="0">
              <a:lnSpc>
                <a:spcPct val="120000"/>
              </a:lnSpc>
              <a:spcAft>
                <a:spcPts val="600"/>
              </a:spcAft>
              <a:buNone/>
              <a:defRPr lang="de-DE" sz="1800" baseline="0" dirty="0"/>
            </a:lvl1pPr>
            <a:lvl2pPr>
              <a:defRPr lang="de-DE" dirty="0"/>
            </a:lvl2pPr>
            <a:lvl3pPr>
              <a:defRPr lang="de-DE" dirty="0"/>
            </a:lvl3pPr>
            <a:lvl4pPr>
              <a:defRPr lang="de-DE" dirty="0"/>
            </a:lvl4pPr>
            <a:lvl5pPr>
              <a:defRPr lang="de-DE" dirty="0"/>
            </a:lvl5pPr>
          </a:lstStyle>
          <a:p>
            <a:pPr lvl="0"/>
            <a:r>
              <a:rPr lang="de-DE" err="1"/>
              <a:t>Testo</a:t>
            </a:r>
            <a:r>
              <a:rPr lang="de-DE"/>
              <a:t>, 18pt</a:t>
            </a:r>
          </a:p>
        </p:txBody>
      </p:sp>
      <p:sp>
        <p:nvSpPr>
          <p:cNvPr id="16" name="Textplatzhalter 5">
            <a:extLst>
              <a:ext uri="{FF2B5EF4-FFF2-40B4-BE49-F238E27FC236}">
                <a16:creationId xmlns:a16="http://schemas.microsoft.com/office/drawing/2014/main" id="{DEA83DD5-9F2F-2F42-A1DE-E58C9682683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3949" y="4419861"/>
            <a:ext cx="5292725" cy="301557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>
            <a:lvl1pPr marL="0" indent="0">
              <a:lnSpc>
                <a:spcPct val="120000"/>
              </a:lnSpc>
              <a:spcAft>
                <a:spcPts val="600"/>
              </a:spcAft>
              <a:buNone/>
              <a:defRPr lang="de-DE" sz="1800" baseline="0" dirty="0"/>
            </a:lvl1pPr>
            <a:lvl2pPr>
              <a:defRPr lang="de-DE" dirty="0"/>
            </a:lvl2pPr>
            <a:lvl3pPr>
              <a:defRPr lang="de-DE" dirty="0"/>
            </a:lvl3pPr>
            <a:lvl4pPr>
              <a:defRPr lang="de-DE" dirty="0"/>
            </a:lvl4pPr>
            <a:lvl5pPr>
              <a:defRPr lang="de-DE" dirty="0"/>
            </a:lvl5pPr>
          </a:lstStyle>
          <a:p>
            <a:pPr lvl="0"/>
            <a:r>
              <a:rPr lang="de-DE" err="1"/>
              <a:t>Testo</a:t>
            </a:r>
            <a:r>
              <a:rPr lang="de-DE"/>
              <a:t>, 18pt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A31EFF4E-CB4F-C349-AA42-ACA0390A9A09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18523" y="409465"/>
            <a:ext cx="11089875" cy="454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6800" rIns="90000" bIns="46800" numCol="1" anchor="b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it-IT"/>
              <a:t>Titolo SEGOE </a:t>
            </a:r>
            <a:r>
              <a:rPr lang="it-IT" err="1"/>
              <a:t>Ui</a:t>
            </a:r>
            <a:r>
              <a:rPr lang="it-IT"/>
              <a:t> 26pt </a:t>
            </a:r>
          </a:p>
        </p:txBody>
      </p:sp>
      <p:sp>
        <p:nvSpPr>
          <p:cNvPr id="10" name="Segnaposto contenuto 3">
            <a:extLst>
              <a:ext uri="{FF2B5EF4-FFF2-40B4-BE49-F238E27FC236}">
                <a16:creationId xmlns:a16="http://schemas.microsoft.com/office/drawing/2014/main" id="{296BE485-5E70-FF4F-98DA-5C010AFF8D76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421548" y="912709"/>
            <a:ext cx="11089875" cy="301557"/>
          </a:xfrm>
        </p:spPr>
        <p:txBody>
          <a:bodyPr>
            <a:spAutoFit/>
          </a:bodyPr>
          <a:lstStyle>
            <a:lvl1pPr>
              <a:defRPr b="1"/>
            </a:lvl1pPr>
          </a:lstStyle>
          <a:p>
            <a:r>
              <a:rPr lang="x-none" sz="1800"/>
              <a:t>Sottotitolo Segoe UI 18pt</a:t>
            </a:r>
          </a:p>
        </p:txBody>
      </p:sp>
    </p:spTree>
    <p:extLst>
      <p:ext uri="{BB962C8B-B14F-4D97-AF65-F5344CB8AC3E}">
        <p14:creationId xmlns:p14="http://schemas.microsoft.com/office/powerpoint/2010/main" val="25223863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Mezza pagina foto+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Freihandform: Form 73">
            <a:extLst>
              <a:ext uri="{FF2B5EF4-FFF2-40B4-BE49-F238E27FC236}">
                <a16:creationId xmlns:a16="http://schemas.microsoft.com/office/drawing/2014/main" id="{2A35EC1F-1E9F-4AB6-87B0-E1130124CA5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203950" y="3"/>
            <a:ext cx="5988050" cy="6857998"/>
          </a:xfrm>
          <a:custGeom>
            <a:avLst/>
            <a:gdLst>
              <a:gd name="connsiteX0" fmla="*/ 4205063 w 5988050"/>
              <a:gd name="connsiteY0" fmla="*/ 6609407 h 6857998"/>
              <a:gd name="connsiteX1" fmla="*/ 4205063 w 5988050"/>
              <a:gd name="connsiteY1" fmla="*/ 6632291 h 6857998"/>
              <a:gd name="connsiteX2" fmla="*/ 4257162 w 5988050"/>
              <a:gd name="connsiteY2" fmla="*/ 6647512 h 6857998"/>
              <a:gd name="connsiteX3" fmla="*/ 4259864 w 5988050"/>
              <a:gd name="connsiteY3" fmla="*/ 6617233 h 6857998"/>
              <a:gd name="connsiteX4" fmla="*/ 5116789 w 5988050"/>
              <a:gd name="connsiteY4" fmla="*/ 6594319 h 6857998"/>
              <a:gd name="connsiteX5" fmla="*/ 5128460 w 5988050"/>
              <a:gd name="connsiteY5" fmla="*/ 6621605 h 6857998"/>
              <a:gd name="connsiteX6" fmla="*/ 5106032 w 5988050"/>
              <a:gd name="connsiteY6" fmla="*/ 6621605 h 6857998"/>
              <a:gd name="connsiteX7" fmla="*/ 5116733 w 5988050"/>
              <a:gd name="connsiteY7" fmla="*/ 6594187 h 6857998"/>
              <a:gd name="connsiteX8" fmla="*/ 5116841 w 5988050"/>
              <a:gd name="connsiteY8" fmla="*/ 6594187 h 6857998"/>
              <a:gd name="connsiteX9" fmla="*/ 5116789 w 5988050"/>
              <a:gd name="connsiteY9" fmla="*/ 6594319 h 6857998"/>
              <a:gd name="connsiteX10" fmla="*/ 4886505 w 5988050"/>
              <a:gd name="connsiteY10" fmla="*/ 6593431 h 6857998"/>
              <a:gd name="connsiteX11" fmla="*/ 4911851 w 5988050"/>
              <a:gd name="connsiteY11" fmla="*/ 6593431 h 6857998"/>
              <a:gd name="connsiteX12" fmla="*/ 4920607 w 5988050"/>
              <a:gd name="connsiteY12" fmla="*/ 6601959 h 6857998"/>
              <a:gd name="connsiteX13" fmla="*/ 4923687 w 5988050"/>
              <a:gd name="connsiteY13" fmla="*/ 6614372 h 6857998"/>
              <a:gd name="connsiteX14" fmla="*/ 4916823 w 5988050"/>
              <a:gd name="connsiteY14" fmla="*/ 6631644 h 6857998"/>
              <a:gd name="connsiteX15" fmla="*/ 4899259 w 5988050"/>
              <a:gd name="connsiteY15" fmla="*/ 6638336 h 6857998"/>
              <a:gd name="connsiteX16" fmla="*/ 4886613 w 5988050"/>
              <a:gd name="connsiteY16" fmla="*/ 6635314 h 6857998"/>
              <a:gd name="connsiteX17" fmla="*/ 4877912 w 5988050"/>
              <a:gd name="connsiteY17" fmla="*/ 6626786 h 6857998"/>
              <a:gd name="connsiteX18" fmla="*/ 4874777 w 5988050"/>
              <a:gd name="connsiteY18" fmla="*/ 6614372 h 6857998"/>
              <a:gd name="connsiteX19" fmla="*/ 4877804 w 5988050"/>
              <a:gd name="connsiteY19" fmla="*/ 6601959 h 6857998"/>
              <a:gd name="connsiteX20" fmla="*/ 4877858 w 5988050"/>
              <a:gd name="connsiteY20" fmla="*/ 6601581 h 6857998"/>
              <a:gd name="connsiteX21" fmla="*/ 4886505 w 5988050"/>
              <a:gd name="connsiteY21" fmla="*/ 6593431 h 6857998"/>
              <a:gd name="connsiteX22" fmla="*/ 5048475 w 5988050"/>
              <a:gd name="connsiteY22" fmla="*/ 6589923 h 6857998"/>
              <a:gd name="connsiteX23" fmla="*/ 5057608 w 5988050"/>
              <a:gd name="connsiteY23" fmla="*/ 6589923 h 6857998"/>
              <a:gd name="connsiteX24" fmla="*/ 5069930 w 5988050"/>
              <a:gd name="connsiteY24" fmla="*/ 6599476 h 6857998"/>
              <a:gd name="connsiteX25" fmla="*/ 5066958 w 5988050"/>
              <a:gd name="connsiteY25" fmla="*/ 6606762 h 6857998"/>
              <a:gd name="connsiteX26" fmla="*/ 5058581 w 5988050"/>
              <a:gd name="connsiteY26" fmla="*/ 6609191 h 6857998"/>
              <a:gd name="connsiteX27" fmla="*/ 5048475 w 5988050"/>
              <a:gd name="connsiteY27" fmla="*/ 6609083 h 6857998"/>
              <a:gd name="connsiteX28" fmla="*/ 4390271 w 5988050"/>
              <a:gd name="connsiteY28" fmla="*/ 6582043 h 6857998"/>
              <a:gd name="connsiteX29" fmla="*/ 4348387 w 5988050"/>
              <a:gd name="connsiteY29" fmla="*/ 6617233 h 6857998"/>
              <a:gd name="connsiteX30" fmla="*/ 4289209 w 5988050"/>
              <a:gd name="connsiteY30" fmla="*/ 6618744 h 6857998"/>
              <a:gd name="connsiteX31" fmla="*/ 4295316 w 5988050"/>
              <a:gd name="connsiteY31" fmla="*/ 6652423 h 6857998"/>
              <a:gd name="connsiteX32" fmla="*/ 4407620 w 5988050"/>
              <a:gd name="connsiteY32" fmla="*/ 6611620 h 6857998"/>
              <a:gd name="connsiteX33" fmla="*/ 4390271 w 5988050"/>
              <a:gd name="connsiteY33" fmla="*/ 6582043 h 6857998"/>
              <a:gd name="connsiteX34" fmla="*/ 4704646 w 5988050"/>
              <a:gd name="connsiteY34" fmla="*/ 6579452 h 6857998"/>
              <a:gd name="connsiteX35" fmla="*/ 4704646 w 5988050"/>
              <a:gd name="connsiteY35" fmla="*/ 6648753 h 6857998"/>
              <a:gd name="connsiteX36" fmla="*/ 4750151 w 5988050"/>
              <a:gd name="connsiteY36" fmla="*/ 6648753 h 6857998"/>
              <a:gd name="connsiteX37" fmla="*/ 4750151 w 5988050"/>
              <a:gd name="connsiteY37" fmla="*/ 6638282 h 6857998"/>
              <a:gd name="connsiteX38" fmla="*/ 4718157 w 5988050"/>
              <a:gd name="connsiteY38" fmla="*/ 6638282 h 6857998"/>
              <a:gd name="connsiteX39" fmla="*/ 4718157 w 5988050"/>
              <a:gd name="connsiteY39" fmla="*/ 6618582 h 6857998"/>
              <a:gd name="connsiteX40" fmla="*/ 4748260 w 5988050"/>
              <a:gd name="connsiteY40" fmla="*/ 6618582 h 6857998"/>
              <a:gd name="connsiteX41" fmla="*/ 4748260 w 5988050"/>
              <a:gd name="connsiteY41" fmla="*/ 6608112 h 6857998"/>
              <a:gd name="connsiteX42" fmla="*/ 4718157 w 5988050"/>
              <a:gd name="connsiteY42" fmla="*/ 6608112 h 6857998"/>
              <a:gd name="connsiteX43" fmla="*/ 4718157 w 5988050"/>
              <a:gd name="connsiteY43" fmla="*/ 6589923 h 6857998"/>
              <a:gd name="connsiteX44" fmla="*/ 4749611 w 5988050"/>
              <a:gd name="connsiteY44" fmla="*/ 6589923 h 6857998"/>
              <a:gd name="connsiteX45" fmla="*/ 4749611 w 5988050"/>
              <a:gd name="connsiteY45" fmla="*/ 6579452 h 6857998"/>
              <a:gd name="connsiteX46" fmla="*/ 4650116 w 5988050"/>
              <a:gd name="connsiteY46" fmla="*/ 6579452 h 6857998"/>
              <a:gd name="connsiteX47" fmla="*/ 4650116 w 5988050"/>
              <a:gd name="connsiteY47" fmla="*/ 6648753 h 6857998"/>
              <a:gd name="connsiteX48" fmla="*/ 4663519 w 5988050"/>
              <a:gd name="connsiteY48" fmla="*/ 6648753 h 6857998"/>
              <a:gd name="connsiteX49" fmla="*/ 4663519 w 5988050"/>
              <a:gd name="connsiteY49" fmla="*/ 6618366 h 6857998"/>
              <a:gd name="connsiteX50" fmla="*/ 4692432 w 5988050"/>
              <a:gd name="connsiteY50" fmla="*/ 6618366 h 6857998"/>
              <a:gd name="connsiteX51" fmla="*/ 4692432 w 5988050"/>
              <a:gd name="connsiteY51" fmla="*/ 6607572 h 6857998"/>
              <a:gd name="connsiteX52" fmla="*/ 4663519 w 5988050"/>
              <a:gd name="connsiteY52" fmla="*/ 6607572 h 6857998"/>
              <a:gd name="connsiteX53" fmla="*/ 4663519 w 5988050"/>
              <a:gd name="connsiteY53" fmla="*/ 6589923 h 6857998"/>
              <a:gd name="connsiteX54" fmla="*/ 4692432 w 5988050"/>
              <a:gd name="connsiteY54" fmla="*/ 6589923 h 6857998"/>
              <a:gd name="connsiteX55" fmla="*/ 4692432 w 5988050"/>
              <a:gd name="connsiteY55" fmla="*/ 6579452 h 6857998"/>
              <a:gd name="connsiteX56" fmla="*/ 4621094 w 5988050"/>
              <a:gd name="connsiteY56" fmla="*/ 6579452 h 6857998"/>
              <a:gd name="connsiteX57" fmla="*/ 4621094 w 5988050"/>
              <a:gd name="connsiteY57" fmla="*/ 6648753 h 6857998"/>
              <a:gd name="connsiteX58" fmla="*/ 4634497 w 5988050"/>
              <a:gd name="connsiteY58" fmla="*/ 6648753 h 6857998"/>
              <a:gd name="connsiteX59" fmla="*/ 4634497 w 5988050"/>
              <a:gd name="connsiteY59" fmla="*/ 6579452 h 6857998"/>
              <a:gd name="connsiteX60" fmla="*/ 4564510 w 5988050"/>
              <a:gd name="connsiteY60" fmla="*/ 6579452 h 6857998"/>
              <a:gd name="connsiteX61" fmla="*/ 4564510 w 5988050"/>
              <a:gd name="connsiteY61" fmla="*/ 6648753 h 6857998"/>
              <a:gd name="connsiteX62" fmla="*/ 4611582 w 5988050"/>
              <a:gd name="connsiteY62" fmla="*/ 6648753 h 6857998"/>
              <a:gd name="connsiteX63" fmla="*/ 4611582 w 5988050"/>
              <a:gd name="connsiteY63" fmla="*/ 6638282 h 6857998"/>
              <a:gd name="connsiteX64" fmla="*/ 4577913 w 5988050"/>
              <a:gd name="connsiteY64" fmla="*/ 6638282 h 6857998"/>
              <a:gd name="connsiteX65" fmla="*/ 4577913 w 5988050"/>
              <a:gd name="connsiteY65" fmla="*/ 6579452 h 6857998"/>
              <a:gd name="connsiteX66" fmla="*/ 5236440 w 5988050"/>
              <a:gd name="connsiteY66" fmla="*/ 6579344 h 6857998"/>
              <a:gd name="connsiteX67" fmla="*/ 5262814 w 5988050"/>
              <a:gd name="connsiteY67" fmla="*/ 6614210 h 6857998"/>
              <a:gd name="connsiteX68" fmla="*/ 5262814 w 5988050"/>
              <a:gd name="connsiteY68" fmla="*/ 6648645 h 6857998"/>
              <a:gd name="connsiteX69" fmla="*/ 5276217 w 5988050"/>
              <a:gd name="connsiteY69" fmla="*/ 6648645 h 6857998"/>
              <a:gd name="connsiteX70" fmla="*/ 5276217 w 5988050"/>
              <a:gd name="connsiteY70" fmla="*/ 6614426 h 6857998"/>
              <a:gd name="connsiteX71" fmla="*/ 5302428 w 5988050"/>
              <a:gd name="connsiteY71" fmla="*/ 6579452 h 6857998"/>
              <a:gd name="connsiteX72" fmla="*/ 5286485 w 5988050"/>
              <a:gd name="connsiteY72" fmla="*/ 6579452 h 6857998"/>
              <a:gd name="connsiteX73" fmla="*/ 5269407 w 5988050"/>
              <a:gd name="connsiteY73" fmla="*/ 6602606 h 6857998"/>
              <a:gd name="connsiteX74" fmla="*/ 5252599 w 5988050"/>
              <a:gd name="connsiteY74" fmla="*/ 6579452 h 6857998"/>
              <a:gd name="connsiteX75" fmla="*/ 5162292 w 5988050"/>
              <a:gd name="connsiteY75" fmla="*/ 6579344 h 6857998"/>
              <a:gd name="connsiteX76" fmla="*/ 5162292 w 5988050"/>
              <a:gd name="connsiteY76" fmla="*/ 6648753 h 6857998"/>
              <a:gd name="connsiteX77" fmla="*/ 5175424 w 5988050"/>
              <a:gd name="connsiteY77" fmla="*/ 6648753 h 6857998"/>
              <a:gd name="connsiteX78" fmla="*/ 5175424 w 5988050"/>
              <a:gd name="connsiteY78" fmla="*/ 6599584 h 6857998"/>
              <a:gd name="connsiteX79" fmla="*/ 5216876 w 5988050"/>
              <a:gd name="connsiteY79" fmla="*/ 6648753 h 6857998"/>
              <a:gd name="connsiteX80" fmla="*/ 5228442 w 5988050"/>
              <a:gd name="connsiteY80" fmla="*/ 6648753 h 6857998"/>
              <a:gd name="connsiteX81" fmla="*/ 5228442 w 5988050"/>
              <a:gd name="connsiteY81" fmla="*/ 6579452 h 6857998"/>
              <a:gd name="connsiteX82" fmla="*/ 5215363 w 5988050"/>
              <a:gd name="connsiteY82" fmla="*/ 6579452 h 6857998"/>
              <a:gd name="connsiteX83" fmla="*/ 5215363 w 5988050"/>
              <a:gd name="connsiteY83" fmla="*/ 6628027 h 6857998"/>
              <a:gd name="connsiteX84" fmla="*/ 5174127 w 5988050"/>
              <a:gd name="connsiteY84" fmla="*/ 6579452 h 6857998"/>
              <a:gd name="connsiteX85" fmla="*/ 5109815 w 5988050"/>
              <a:gd name="connsiteY85" fmla="*/ 6579344 h 6857998"/>
              <a:gd name="connsiteX86" fmla="*/ 5081225 w 5988050"/>
              <a:gd name="connsiteY86" fmla="*/ 6648645 h 6857998"/>
              <a:gd name="connsiteX87" fmla="*/ 5095277 w 5988050"/>
              <a:gd name="connsiteY87" fmla="*/ 6648645 h 6857998"/>
              <a:gd name="connsiteX88" fmla="*/ 5101870 w 5988050"/>
              <a:gd name="connsiteY88" fmla="*/ 6631859 h 6857998"/>
              <a:gd name="connsiteX89" fmla="*/ 5132730 w 5988050"/>
              <a:gd name="connsiteY89" fmla="*/ 6631859 h 6857998"/>
              <a:gd name="connsiteX90" fmla="*/ 5139917 w 5988050"/>
              <a:gd name="connsiteY90" fmla="*/ 6648753 h 6857998"/>
              <a:gd name="connsiteX91" fmla="*/ 5154077 w 5988050"/>
              <a:gd name="connsiteY91" fmla="*/ 6648753 h 6857998"/>
              <a:gd name="connsiteX92" fmla="*/ 5123488 w 5988050"/>
              <a:gd name="connsiteY92" fmla="*/ 6579452 h 6857998"/>
              <a:gd name="connsiteX93" fmla="*/ 5035072 w 5988050"/>
              <a:gd name="connsiteY93" fmla="*/ 6579344 h 6857998"/>
              <a:gd name="connsiteX94" fmla="*/ 5035072 w 5988050"/>
              <a:gd name="connsiteY94" fmla="*/ 6648753 h 6857998"/>
              <a:gd name="connsiteX95" fmla="*/ 5048475 w 5988050"/>
              <a:gd name="connsiteY95" fmla="*/ 6648753 h 6857998"/>
              <a:gd name="connsiteX96" fmla="*/ 5048475 w 5988050"/>
              <a:gd name="connsiteY96" fmla="*/ 6619662 h 6857998"/>
              <a:gd name="connsiteX97" fmla="*/ 5061391 w 5988050"/>
              <a:gd name="connsiteY97" fmla="*/ 6619662 h 6857998"/>
              <a:gd name="connsiteX98" fmla="*/ 5077605 w 5988050"/>
              <a:gd name="connsiteY98" fmla="*/ 6614264 h 6857998"/>
              <a:gd name="connsiteX99" fmla="*/ 5083766 w 5988050"/>
              <a:gd name="connsiteY99" fmla="*/ 6599746 h 6857998"/>
              <a:gd name="connsiteX100" fmla="*/ 5077659 w 5988050"/>
              <a:gd name="connsiteY100" fmla="*/ 6585227 h 6857998"/>
              <a:gd name="connsiteX101" fmla="*/ 5061824 w 5988050"/>
              <a:gd name="connsiteY101" fmla="*/ 6579830 h 6857998"/>
              <a:gd name="connsiteX102" fmla="*/ 4950115 w 5988050"/>
              <a:gd name="connsiteY102" fmla="*/ 6579344 h 6857998"/>
              <a:gd name="connsiteX103" fmla="*/ 4950115 w 5988050"/>
              <a:gd name="connsiteY103" fmla="*/ 6648753 h 6857998"/>
              <a:gd name="connsiteX104" fmla="*/ 4963572 w 5988050"/>
              <a:gd name="connsiteY104" fmla="*/ 6648753 h 6857998"/>
              <a:gd name="connsiteX105" fmla="*/ 4963572 w 5988050"/>
              <a:gd name="connsiteY105" fmla="*/ 6600178 h 6857998"/>
              <a:gd name="connsiteX106" fmla="*/ 4963950 w 5988050"/>
              <a:gd name="connsiteY106" fmla="*/ 6600178 h 6857998"/>
              <a:gd name="connsiteX107" fmla="*/ 4984000 w 5988050"/>
              <a:gd name="connsiteY107" fmla="*/ 6624573 h 6857998"/>
              <a:gd name="connsiteX108" fmla="*/ 4985892 w 5988050"/>
              <a:gd name="connsiteY108" fmla="*/ 6624573 h 6857998"/>
              <a:gd name="connsiteX109" fmla="*/ 5005942 w 5988050"/>
              <a:gd name="connsiteY109" fmla="*/ 6600178 h 6857998"/>
              <a:gd name="connsiteX110" fmla="*/ 5006374 w 5988050"/>
              <a:gd name="connsiteY110" fmla="*/ 6600178 h 6857998"/>
              <a:gd name="connsiteX111" fmla="*/ 5006374 w 5988050"/>
              <a:gd name="connsiteY111" fmla="*/ 6648753 h 6857998"/>
              <a:gd name="connsiteX112" fmla="*/ 5019777 w 5988050"/>
              <a:gd name="connsiteY112" fmla="*/ 6648753 h 6857998"/>
              <a:gd name="connsiteX113" fmla="*/ 5019777 w 5988050"/>
              <a:gd name="connsiteY113" fmla="*/ 6579452 h 6857998"/>
              <a:gd name="connsiteX114" fmla="*/ 5007780 w 5988050"/>
              <a:gd name="connsiteY114" fmla="*/ 6579452 h 6857998"/>
              <a:gd name="connsiteX115" fmla="*/ 4985027 w 5988050"/>
              <a:gd name="connsiteY115" fmla="*/ 6606762 h 6857998"/>
              <a:gd name="connsiteX116" fmla="*/ 4962220 w 5988050"/>
              <a:gd name="connsiteY116" fmla="*/ 6579452 h 6857998"/>
              <a:gd name="connsiteX117" fmla="*/ 4827380 w 5988050"/>
              <a:gd name="connsiteY117" fmla="*/ 6578535 h 6857998"/>
              <a:gd name="connsiteX118" fmla="*/ 4807276 w 5988050"/>
              <a:gd name="connsiteY118" fmla="*/ 6583068 h 6857998"/>
              <a:gd name="connsiteX119" fmla="*/ 4807330 w 5988050"/>
              <a:gd name="connsiteY119" fmla="*/ 6583068 h 6857998"/>
              <a:gd name="connsiteX120" fmla="*/ 4793333 w 5988050"/>
              <a:gd name="connsiteY120" fmla="*/ 6595914 h 6857998"/>
              <a:gd name="connsiteX121" fmla="*/ 4788253 w 5988050"/>
              <a:gd name="connsiteY121" fmla="*/ 6614696 h 6857998"/>
              <a:gd name="connsiteX122" fmla="*/ 4793171 w 5988050"/>
              <a:gd name="connsiteY122" fmla="*/ 6632669 h 6857998"/>
              <a:gd name="connsiteX123" fmla="*/ 4806736 w 5988050"/>
              <a:gd name="connsiteY123" fmla="*/ 6645245 h 6857998"/>
              <a:gd name="connsiteX124" fmla="*/ 4826354 w 5988050"/>
              <a:gd name="connsiteY124" fmla="*/ 6649616 h 6857998"/>
              <a:gd name="connsiteX125" fmla="*/ 4839594 w 5988050"/>
              <a:gd name="connsiteY125" fmla="*/ 6648159 h 6857998"/>
              <a:gd name="connsiteX126" fmla="*/ 4852025 w 5988050"/>
              <a:gd name="connsiteY126" fmla="*/ 6643140 h 6857998"/>
              <a:gd name="connsiteX127" fmla="*/ 4852025 w 5988050"/>
              <a:gd name="connsiteY127" fmla="*/ 6630510 h 6857998"/>
              <a:gd name="connsiteX128" fmla="*/ 4838892 w 5988050"/>
              <a:gd name="connsiteY128" fmla="*/ 6636447 h 6857998"/>
              <a:gd name="connsiteX129" fmla="*/ 4828083 w 5988050"/>
              <a:gd name="connsiteY129" fmla="*/ 6638066 h 6857998"/>
              <a:gd name="connsiteX130" fmla="*/ 4814680 w 5988050"/>
              <a:gd name="connsiteY130" fmla="*/ 6635098 h 6857998"/>
              <a:gd name="connsiteX131" fmla="*/ 4805439 w 5988050"/>
              <a:gd name="connsiteY131" fmla="*/ 6626570 h 6857998"/>
              <a:gd name="connsiteX132" fmla="*/ 4805439 w 5988050"/>
              <a:gd name="connsiteY132" fmla="*/ 6601743 h 6857998"/>
              <a:gd name="connsiteX133" fmla="*/ 4814572 w 5988050"/>
              <a:gd name="connsiteY133" fmla="*/ 6593431 h 6857998"/>
              <a:gd name="connsiteX134" fmla="*/ 4827975 w 5988050"/>
              <a:gd name="connsiteY134" fmla="*/ 6590355 h 6857998"/>
              <a:gd name="connsiteX135" fmla="*/ 4839324 w 5988050"/>
              <a:gd name="connsiteY135" fmla="*/ 6592028 h 6857998"/>
              <a:gd name="connsiteX136" fmla="*/ 4851160 w 5988050"/>
              <a:gd name="connsiteY136" fmla="*/ 6597425 h 6857998"/>
              <a:gd name="connsiteX137" fmla="*/ 4851160 w 5988050"/>
              <a:gd name="connsiteY137" fmla="*/ 6584472 h 6857998"/>
              <a:gd name="connsiteX138" fmla="*/ 4838946 w 5988050"/>
              <a:gd name="connsiteY138" fmla="*/ 6579884 h 6857998"/>
              <a:gd name="connsiteX139" fmla="*/ 4827380 w 5988050"/>
              <a:gd name="connsiteY139" fmla="*/ 6578535 h 6857998"/>
              <a:gd name="connsiteX140" fmla="*/ 4898935 w 5988050"/>
              <a:gd name="connsiteY140" fmla="*/ 6578292 h 6857998"/>
              <a:gd name="connsiteX141" fmla="*/ 4879317 w 5988050"/>
              <a:gd name="connsiteY141" fmla="*/ 6582852 h 6857998"/>
              <a:gd name="connsiteX142" fmla="*/ 4879479 w 5988050"/>
              <a:gd name="connsiteY142" fmla="*/ 6583068 h 6857998"/>
              <a:gd name="connsiteX143" fmla="*/ 4864714 w 5988050"/>
              <a:gd name="connsiteY143" fmla="*/ 6630120 h 6857998"/>
              <a:gd name="connsiteX144" fmla="*/ 4879479 w 5988050"/>
              <a:gd name="connsiteY144" fmla="*/ 6644867 h 6857998"/>
              <a:gd name="connsiteX145" fmla="*/ 4918715 w 5988050"/>
              <a:gd name="connsiteY145" fmla="*/ 6644867 h 6857998"/>
              <a:gd name="connsiteX146" fmla="*/ 4933356 w 5988050"/>
              <a:gd name="connsiteY146" fmla="*/ 6597537 h 6857998"/>
              <a:gd name="connsiteX147" fmla="*/ 4932280 w 5988050"/>
              <a:gd name="connsiteY147" fmla="*/ 6595644 h 6857998"/>
              <a:gd name="connsiteX148" fmla="*/ 4918553 w 5988050"/>
              <a:gd name="connsiteY148" fmla="*/ 6582852 h 6857998"/>
              <a:gd name="connsiteX149" fmla="*/ 4898935 w 5988050"/>
              <a:gd name="connsiteY149" fmla="*/ 6578292 h 6857998"/>
              <a:gd name="connsiteX150" fmla="*/ 4113890 w 5988050"/>
              <a:gd name="connsiteY150" fmla="*/ 6549767 h 6857998"/>
              <a:gd name="connsiteX151" fmla="*/ 4095461 w 5988050"/>
              <a:gd name="connsiteY151" fmla="*/ 6564987 h 6857998"/>
              <a:gd name="connsiteX152" fmla="*/ 4170420 w 5988050"/>
              <a:gd name="connsiteY152" fmla="*/ 6617233 h 6857998"/>
              <a:gd name="connsiteX153" fmla="*/ 4181229 w 5988050"/>
              <a:gd name="connsiteY153" fmla="*/ 6596831 h 6857998"/>
              <a:gd name="connsiteX154" fmla="*/ 4113890 w 5988050"/>
              <a:gd name="connsiteY154" fmla="*/ 6549767 h 6857998"/>
              <a:gd name="connsiteX155" fmla="*/ 4442857 w 5988050"/>
              <a:gd name="connsiteY155" fmla="*/ 6521917 h 6857998"/>
              <a:gd name="connsiteX156" fmla="*/ 4413781 w 5988050"/>
              <a:gd name="connsiteY156" fmla="*/ 6561641 h 6857998"/>
              <a:gd name="connsiteX157" fmla="*/ 4443343 w 5988050"/>
              <a:gd name="connsiteY157" fmla="*/ 6582042 h 6857998"/>
              <a:gd name="connsiteX158" fmla="*/ 4471932 w 5988050"/>
              <a:gd name="connsiteY158" fmla="*/ 6531092 h 6857998"/>
              <a:gd name="connsiteX159" fmla="*/ 4296613 w 5988050"/>
              <a:gd name="connsiteY159" fmla="*/ 6496280 h 6857998"/>
              <a:gd name="connsiteX160" fmla="*/ 4232463 w 5988050"/>
              <a:gd name="connsiteY160" fmla="*/ 6509449 h 6857998"/>
              <a:gd name="connsiteX161" fmla="*/ 4232463 w 5988050"/>
              <a:gd name="connsiteY161" fmla="*/ 6509557 h 6857998"/>
              <a:gd name="connsiteX162" fmla="*/ 4216682 w 5988050"/>
              <a:gd name="connsiteY162" fmla="*/ 6585119 h 6857998"/>
              <a:gd name="connsiteX163" fmla="*/ 4338227 w 5988050"/>
              <a:gd name="connsiteY163" fmla="*/ 6574918 h 6857998"/>
              <a:gd name="connsiteX164" fmla="*/ 4338227 w 5988050"/>
              <a:gd name="connsiteY164" fmla="*/ 6467837 h 6857998"/>
              <a:gd name="connsiteX165" fmla="*/ 4329040 w 5988050"/>
              <a:gd name="connsiteY165" fmla="*/ 6478038 h 6857998"/>
              <a:gd name="connsiteX166" fmla="*/ 4388218 w 5988050"/>
              <a:gd name="connsiteY166" fmla="*/ 6541779 h 6857998"/>
              <a:gd name="connsiteX167" fmla="*/ 4407620 w 5988050"/>
              <a:gd name="connsiteY167" fmla="*/ 6504538 h 6857998"/>
              <a:gd name="connsiteX168" fmla="*/ 4100055 w 5988050"/>
              <a:gd name="connsiteY168" fmla="*/ 6447705 h 6857998"/>
              <a:gd name="connsiteX169" fmla="*/ 4180041 w 5988050"/>
              <a:gd name="connsiteY169" fmla="*/ 6561641 h 6857998"/>
              <a:gd name="connsiteX170" fmla="*/ 4216790 w 5988050"/>
              <a:gd name="connsiteY170" fmla="*/ 6495363 h 6857998"/>
              <a:gd name="connsiteX171" fmla="*/ 4183121 w 5988050"/>
              <a:gd name="connsiteY171" fmla="*/ 6461738 h 6857998"/>
              <a:gd name="connsiteX172" fmla="*/ 4069629 w 5988050"/>
              <a:gd name="connsiteY172" fmla="*/ 6409924 h 6857998"/>
              <a:gd name="connsiteX173" fmla="*/ 4061306 w 5988050"/>
              <a:gd name="connsiteY173" fmla="*/ 6411651 h 6857998"/>
              <a:gd name="connsiteX174" fmla="*/ 4061252 w 5988050"/>
              <a:gd name="connsiteY174" fmla="*/ 6411867 h 6857998"/>
              <a:gd name="connsiteX175" fmla="*/ 4076492 w 5988050"/>
              <a:gd name="connsiteY175" fmla="*/ 6522025 h 6857998"/>
              <a:gd name="connsiteX176" fmla="*/ 4094813 w 5988050"/>
              <a:gd name="connsiteY176" fmla="*/ 6520298 h 6857998"/>
              <a:gd name="connsiteX177" fmla="*/ 4069629 w 5988050"/>
              <a:gd name="connsiteY177" fmla="*/ 6409924 h 6857998"/>
              <a:gd name="connsiteX178" fmla="*/ 4482147 w 5988050"/>
              <a:gd name="connsiteY178" fmla="*/ 6402638 h 6857998"/>
              <a:gd name="connsiteX179" fmla="*/ 4450477 w 5988050"/>
              <a:gd name="connsiteY179" fmla="*/ 6407711 h 6857998"/>
              <a:gd name="connsiteX180" fmla="*/ 4450477 w 5988050"/>
              <a:gd name="connsiteY180" fmla="*/ 6491315 h 6857998"/>
              <a:gd name="connsiteX181" fmla="*/ 4482147 w 5988050"/>
              <a:gd name="connsiteY181" fmla="*/ 6504538 h 6857998"/>
              <a:gd name="connsiteX182" fmla="*/ 4482147 w 5988050"/>
              <a:gd name="connsiteY182" fmla="*/ 6402638 h 6857998"/>
              <a:gd name="connsiteX183" fmla="*/ 5229090 w 5988050"/>
              <a:gd name="connsiteY183" fmla="*/ 6387903 h 6857998"/>
              <a:gd name="connsiteX184" fmla="*/ 5229090 w 5988050"/>
              <a:gd name="connsiteY184" fmla="*/ 6458499 h 6857998"/>
              <a:gd name="connsiteX185" fmla="*/ 5169263 w 5988050"/>
              <a:gd name="connsiteY185" fmla="*/ 6486295 h 6857998"/>
              <a:gd name="connsiteX186" fmla="*/ 5123109 w 5988050"/>
              <a:gd name="connsiteY186" fmla="*/ 6445923 h 6857998"/>
              <a:gd name="connsiteX187" fmla="*/ 5229090 w 5988050"/>
              <a:gd name="connsiteY187" fmla="*/ 6387903 h 6857998"/>
              <a:gd name="connsiteX188" fmla="*/ 4711780 w 5988050"/>
              <a:gd name="connsiteY188" fmla="*/ 6387903 h 6857998"/>
              <a:gd name="connsiteX189" fmla="*/ 4711780 w 5988050"/>
              <a:gd name="connsiteY189" fmla="*/ 6458499 h 6857998"/>
              <a:gd name="connsiteX190" fmla="*/ 4651953 w 5988050"/>
              <a:gd name="connsiteY190" fmla="*/ 6486295 h 6857998"/>
              <a:gd name="connsiteX191" fmla="*/ 4605799 w 5988050"/>
              <a:gd name="connsiteY191" fmla="*/ 6445924 h 6857998"/>
              <a:gd name="connsiteX192" fmla="*/ 4711780 w 5988050"/>
              <a:gd name="connsiteY192" fmla="*/ 6387903 h 6857998"/>
              <a:gd name="connsiteX193" fmla="*/ 4419888 w 5988050"/>
              <a:gd name="connsiteY193" fmla="*/ 6370470 h 6857998"/>
              <a:gd name="connsiteX194" fmla="*/ 4354549 w 5988050"/>
              <a:gd name="connsiteY194" fmla="*/ 6405660 h 6857998"/>
              <a:gd name="connsiteX195" fmla="*/ 4354549 w 5988050"/>
              <a:gd name="connsiteY195" fmla="*/ 6447435 h 6857998"/>
              <a:gd name="connsiteX196" fmla="*/ 4425995 w 5988050"/>
              <a:gd name="connsiteY196" fmla="*/ 6474961 h 6857998"/>
              <a:gd name="connsiteX197" fmla="*/ 4468366 w 5988050"/>
              <a:gd name="connsiteY197" fmla="*/ 6346237 h 6857998"/>
              <a:gd name="connsiteX198" fmla="*/ 4442857 w 5988050"/>
              <a:gd name="connsiteY198" fmla="*/ 6359784 h 6857998"/>
              <a:gd name="connsiteX199" fmla="*/ 4452963 w 5988050"/>
              <a:gd name="connsiteY199" fmla="*/ 6385151 h 6857998"/>
              <a:gd name="connsiteX200" fmla="*/ 4477229 w 5988050"/>
              <a:gd name="connsiteY200" fmla="*/ 6377541 h 6857998"/>
              <a:gd name="connsiteX201" fmla="*/ 4425995 w 5988050"/>
              <a:gd name="connsiteY201" fmla="*/ 6305757 h 6857998"/>
              <a:gd name="connsiteX202" fmla="*/ 4329040 w 5988050"/>
              <a:gd name="connsiteY202" fmla="*/ 6370470 h 6857998"/>
              <a:gd name="connsiteX203" fmla="*/ 4342281 w 5988050"/>
              <a:gd name="connsiteY203" fmla="*/ 6389360 h 6857998"/>
              <a:gd name="connsiteX204" fmla="*/ 4450477 w 5988050"/>
              <a:gd name="connsiteY204" fmla="*/ 6330207 h 6857998"/>
              <a:gd name="connsiteX205" fmla="*/ 4165664 w 5988050"/>
              <a:gd name="connsiteY205" fmla="*/ 6298579 h 6857998"/>
              <a:gd name="connsiteX206" fmla="*/ 4100055 w 5988050"/>
              <a:gd name="connsiteY206" fmla="*/ 6427519 h 6857998"/>
              <a:gd name="connsiteX207" fmla="*/ 4184039 w 5988050"/>
              <a:gd name="connsiteY207" fmla="*/ 6442308 h 6857998"/>
              <a:gd name="connsiteX208" fmla="*/ 4177716 w 5988050"/>
              <a:gd name="connsiteY208" fmla="*/ 6392383 h 6857998"/>
              <a:gd name="connsiteX209" fmla="*/ 4216466 w 5988050"/>
              <a:gd name="connsiteY209" fmla="*/ 6365883 h 6857998"/>
              <a:gd name="connsiteX210" fmla="*/ 4123781 w 5988050"/>
              <a:gd name="connsiteY210" fmla="*/ 6286057 h 6857998"/>
              <a:gd name="connsiteX211" fmla="*/ 4064008 w 5988050"/>
              <a:gd name="connsiteY211" fmla="*/ 6364965 h 6857998"/>
              <a:gd name="connsiteX212" fmla="*/ 4091408 w 5988050"/>
              <a:gd name="connsiteY212" fmla="*/ 6364965 h 6857998"/>
              <a:gd name="connsiteX213" fmla="*/ 4133671 w 5988050"/>
              <a:gd name="connsiteY213" fmla="*/ 6292318 h 6857998"/>
              <a:gd name="connsiteX214" fmla="*/ 4269664 w 5988050"/>
              <a:gd name="connsiteY214" fmla="*/ 6265094 h 6857998"/>
              <a:gd name="connsiteX215" fmla="*/ 4193227 w 5988050"/>
              <a:gd name="connsiteY215" fmla="*/ 6283305 h 6857998"/>
              <a:gd name="connsiteX216" fmla="*/ 4239164 w 5988050"/>
              <a:gd name="connsiteY216" fmla="*/ 6347532 h 6857998"/>
              <a:gd name="connsiteX217" fmla="*/ 4271861 w 5988050"/>
              <a:gd name="connsiteY217" fmla="*/ 6334363 h 6857998"/>
              <a:gd name="connsiteX218" fmla="*/ 4304288 w 5988050"/>
              <a:gd name="connsiteY218" fmla="*/ 6359838 h 6857998"/>
              <a:gd name="connsiteX219" fmla="*/ 4368114 w 5988050"/>
              <a:gd name="connsiteY219" fmla="*/ 6309859 h 6857998"/>
              <a:gd name="connsiteX220" fmla="*/ 4269664 w 5988050"/>
              <a:gd name="connsiteY220" fmla="*/ 6265094 h 6857998"/>
              <a:gd name="connsiteX221" fmla="*/ 4338227 w 5988050"/>
              <a:gd name="connsiteY221" fmla="*/ 6249680 h 6857998"/>
              <a:gd name="connsiteX222" fmla="*/ 4329040 w 5988050"/>
              <a:gd name="connsiteY222" fmla="*/ 6265062 h 6857998"/>
              <a:gd name="connsiteX223" fmla="*/ 4383516 w 5988050"/>
              <a:gd name="connsiteY223" fmla="*/ 6298579 h 6857998"/>
              <a:gd name="connsiteX224" fmla="*/ 4413781 w 5988050"/>
              <a:gd name="connsiteY224" fmla="*/ 6277476 h 6857998"/>
              <a:gd name="connsiteX225" fmla="*/ 4657628 w 5988050"/>
              <a:gd name="connsiteY225" fmla="*/ 6248492 h 6857998"/>
              <a:gd name="connsiteX226" fmla="*/ 4559646 w 5988050"/>
              <a:gd name="connsiteY226" fmla="*/ 6278609 h 6857998"/>
              <a:gd name="connsiteX227" fmla="*/ 4568779 w 5988050"/>
              <a:gd name="connsiteY227" fmla="*/ 6320545 h 6857998"/>
              <a:gd name="connsiteX228" fmla="*/ 4653088 w 5988050"/>
              <a:gd name="connsiteY228" fmla="*/ 6291508 h 6857998"/>
              <a:gd name="connsiteX229" fmla="*/ 4711780 w 5988050"/>
              <a:gd name="connsiteY229" fmla="*/ 6350878 h 6857998"/>
              <a:gd name="connsiteX230" fmla="*/ 4711780 w 5988050"/>
              <a:gd name="connsiteY230" fmla="*/ 6358272 h 6857998"/>
              <a:gd name="connsiteX231" fmla="*/ 4556241 w 5988050"/>
              <a:gd name="connsiteY231" fmla="*/ 6451591 h 6857998"/>
              <a:gd name="connsiteX232" fmla="*/ 4639415 w 5988050"/>
              <a:gd name="connsiteY232" fmla="*/ 6526127 h 6857998"/>
              <a:gd name="connsiteX233" fmla="*/ 4711185 w 5988050"/>
              <a:gd name="connsiteY233" fmla="*/ 6489749 h 6857998"/>
              <a:gd name="connsiteX234" fmla="*/ 4713455 w 5988050"/>
              <a:gd name="connsiteY234" fmla="*/ 6489749 h 6857998"/>
              <a:gd name="connsiteX235" fmla="*/ 4781281 w 5988050"/>
              <a:gd name="connsiteY235" fmla="*/ 6523860 h 6857998"/>
              <a:gd name="connsiteX236" fmla="*/ 4784145 w 5988050"/>
              <a:gd name="connsiteY236" fmla="*/ 6484622 h 6857998"/>
              <a:gd name="connsiteX237" fmla="*/ 4758474 w 5988050"/>
              <a:gd name="connsiteY237" fmla="*/ 6458985 h 6857998"/>
              <a:gd name="connsiteX238" fmla="*/ 4758474 w 5988050"/>
              <a:gd name="connsiteY238" fmla="*/ 6349744 h 6857998"/>
              <a:gd name="connsiteX239" fmla="*/ 4657628 w 5988050"/>
              <a:gd name="connsiteY239" fmla="*/ 6248492 h 6857998"/>
              <a:gd name="connsiteX240" fmla="*/ 5174992 w 5988050"/>
              <a:gd name="connsiteY240" fmla="*/ 6248276 h 6857998"/>
              <a:gd name="connsiteX241" fmla="*/ 5076956 w 5988050"/>
              <a:gd name="connsiteY241" fmla="*/ 6278393 h 6857998"/>
              <a:gd name="connsiteX242" fmla="*/ 5086089 w 5988050"/>
              <a:gd name="connsiteY242" fmla="*/ 6320545 h 6857998"/>
              <a:gd name="connsiteX243" fmla="*/ 5170398 w 5988050"/>
              <a:gd name="connsiteY243" fmla="*/ 6291508 h 6857998"/>
              <a:gd name="connsiteX244" fmla="*/ 5229090 w 5988050"/>
              <a:gd name="connsiteY244" fmla="*/ 6350878 h 6857998"/>
              <a:gd name="connsiteX245" fmla="*/ 5229090 w 5988050"/>
              <a:gd name="connsiteY245" fmla="*/ 6358272 h 6857998"/>
              <a:gd name="connsiteX246" fmla="*/ 5073551 w 5988050"/>
              <a:gd name="connsiteY246" fmla="*/ 6451591 h 6857998"/>
              <a:gd name="connsiteX247" fmla="*/ 5156725 w 5988050"/>
              <a:gd name="connsiteY247" fmla="*/ 6526127 h 6857998"/>
              <a:gd name="connsiteX248" fmla="*/ 5228549 w 5988050"/>
              <a:gd name="connsiteY248" fmla="*/ 6489749 h 6857998"/>
              <a:gd name="connsiteX249" fmla="*/ 5230819 w 5988050"/>
              <a:gd name="connsiteY249" fmla="*/ 6489749 h 6857998"/>
              <a:gd name="connsiteX250" fmla="*/ 5298645 w 5988050"/>
              <a:gd name="connsiteY250" fmla="*/ 6523860 h 6857998"/>
              <a:gd name="connsiteX251" fmla="*/ 5301455 w 5988050"/>
              <a:gd name="connsiteY251" fmla="*/ 6484622 h 6857998"/>
              <a:gd name="connsiteX252" fmla="*/ 5275838 w 5988050"/>
              <a:gd name="connsiteY252" fmla="*/ 6458985 h 6857998"/>
              <a:gd name="connsiteX253" fmla="*/ 5275838 w 5988050"/>
              <a:gd name="connsiteY253" fmla="*/ 6349528 h 6857998"/>
              <a:gd name="connsiteX254" fmla="*/ 5174992 w 5988050"/>
              <a:gd name="connsiteY254" fmla="*/ 6248276 h 6857998"/>
              <a:gd name="connsiteX255" fmla="*/ 4924011 w 5988050"/>
              <a:gd name="connsiteY255" fmla="*/ 6240450 h 6857998"/>
              <a:gd name="connsiteX256" fmla="*/ 4821327 w 5988050"/>
              <a:gd name="connsiteY256" fmla="*/ 6276882 h 6857998"/>
              <a:gd name="connsiteX257" fmla="*/ 4837865 w 5988050"/>
              <a:gd name="connsiteY257" fmla="*/ 6316713 h 6857998"/>
              <a:gd name="connsiteX258" fmla="*/ 4918931 w 5988050"/>
              <a:gd name="connsiteY258" fmla="*/ 6284330 h 6857998"/>
              <a:gd name="connsiteX259" fmla="*/ 4972975 w 5988050"/>
              <a:gd name="connsiteY259" fmla="*/ 6329289 h 6857998"/>
              <a:gd name="connsiteX260" fmla="*/ 4820841 w 5988050"/>
              <a:gd name="connsiteY260" fmla="*/ 6477228 h 6857998"/>
              <a:gd name="connsiteX261" fmla="*/ 4820841 w 5988050"/>
              <a:gd name="connsiteY261" fmla="*/ 6517869 h 6857998"/>
              <a:gd name="connsiteX262" fmla="*/ 5035072 w 5988050"/>
              <a:gd name="connsiteY262" fmla="*/ 6517869 h 6857998"/>
              <a:gd name="connsiteX263" fmla="*/ 5035072 w 5988050"/>
              <a:gd name="connsiteY263" fmla="*/ 6473180 h 6857998"/>
              <a:gd name="connsiteX264" fmla="*/ 4892071 w 5988050"/>
              <a:gd name="connsiteY264" fmla="*/ 6473180 h 6857998"/>
              <a:gd name="connsiteX265" fmla="*/ 5022588 w 5988050"/>
              <a:gd name="connsiteY265" fmla="*/ 6323514 h 6857998"/>
              <a:gd name="connsiteX266" fmla="*/ 4924011 w 5988050"/>
              <a:gd name="connsiteY266" fmla="*/ 6240450 h 6857998"/>
              <a:gd name="connsiteX267" fmla="*/ 4274077 w 5988050"/>
              <a:gd name="connsiteY267" fmla="*/ 6226418 h 6857998"/>
              <a:gd name="connsiteX268" fmla="*/ 4174690 w 5988050"/>
              <a:gd name="connsiteY268" fmla="*/ 6243905 h 6857998"/>
              <a:gd name="connsiteX269" fmla="*/ 4184850 w 5988050"/>
              <a:gd name="connsiteY269" fmla="*/ 6261392 h 6857998"/>
              <a:gd name="connsiteX270" fmla="*/ 4277428 w 5988050"/>
              <a:gd name="connsiteY270" fmla="*/ 6243905 h 6857998"/>
              <a:gd name="connsiteX271" fmla="*/ 4300234 w 5988050"/>
              <a:gd name="connsiteY271" fmla="*/ 6249302 h 6857998"/>
              <a:gd name="connsiteX272" fmla="*/ 4305855 w 5988050"/>
              <a:gd name="connsiteY272" fmla="*/ 6232247 h 6857998"/>
              <a:gd name="connsiteX273" fmla="*/ 0 w 5988050"/>
              <a:gd name="connsiteY273" fmla="*/ 0 h 6857998"/>
              <a:gd name="connsiteX274" fmla="*/ 5988050 w 5988050"/>
              <a:gd name="connsiteY274" fmla="*/ 0 h 6857998"/>
              <a:gd name="connsiteX275" fmla="*/ 5988050 w 5988050"/>
              <a:gd name="connsiteY275" fmla="*/ 6857998 h 6857998"/>
              <a:gd name="connsiteX276" fmla="*/ 0 w 5988050"/>
              <a:gd name="connsiteY276" fmla="*/ 6857998 h 6857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</a:cxnLst>
            <a:rect l="l" t="t" r="r" b="b"/>
            <a:pathLst>
              <a:path w="5988050" h="6857998">
                <a:moveTo>
                  <a:pt x="4205063" y="6609407"/>
                </a:moveTo>
                <a:lnTo>
                  <a:pt x="4205063" y="6632291"/>
                </a:lnTo>
                <a:lnTo>
                  <a:pt x="4257162" y="6647512"/>
                </a:lnTo>
                <a:lnTo>
                  <a:pt x="4259864" y="6617233"/>
                </a:lnTo>
                <a:close/>
                <a:moveTo>
                  <a:pt x="5116789" y="6594319"/>
                </a:moveTo>
                <a:lnTo>
                  <a:pt x="5128460" y="6621605"/>
                </a:lnTo>
                <a:lnTo>
                  <a:pt x="5106032" y="6621605"/>
                </a:lnTo>
                <a:close/>
                <a:moveTo>
                  <a:pt x="5116733" y="6594187"/>
                </a:moveTo>
                <a:lnTo>
                  <a:pt x="5116841" y="6594187"/>
                </a:lnTo>
                <a:lnTo>
                  <a:pt x="5116789" y="6594319"/>
                </a:lnTo>
                <a:close/>
                <a:moveTo>
                  <a:pt x="4886505" y="6593431"/>
                </a:moveTo>
                <a:cubicBezTo>
                  <a:pt x="4894455" y="6589330"/>
                  <a:pt x="4903901" y="6589330"/>
                  <a:pt x="4911851" y="6593431"/>
                </a:cubicBezTo>
                <a:cubicBezTo>
                  <a:pt x="4915548" y="6595352"/>
                  <a:pt x="4918591" y="6598318"/>
                  <a:pt x="4920607" y="6601959"/>
                </a:cubicBezTo>
                <a:cubicBezTo>
                  <a:pt x="4922693" y="6605761"/>
                  <a:pt x="4923752" y="6610038"/>
                  <a:pt x="4923687" y="6614372"/>
                </a:cubicBezTo>
                <a:cubicBezTo>
                  <a:pt x="4923936" y="6620837"/>
                  <a:pt x="4921444" y="6627107"/>
                  <a:pt x="4916823" y="6631644"/>
                </a:cubicBezTo>
                <a:cubicBezTo>
                  <a:pt x="4912122" y="6636162"/>
                  <a:pt x="4905782" y="6638577"/>
                  <a:pt x="4899259" y="6638336"/>
                </a:cubicBezTo>
                <a:cubicBezTo>
                  <a:pt x="4894855" y="6638399"/>
                  <a:pt x="4890509" y="6637359"/>
                  <a:pt x="4886613" y="6635314"/>
                </a:cubicBezTo>
                <a:cubicBezTo>
                  <a:pt x="4882970" y="6633344"/>
                  <a:pt x="4879955" y="6630389"/>
                  <a:pt x="4877912" y="6626786"/>
                </a:cubicBezTo>
                <a:cubicBezTo>
                  <a:pt x="4875809" y="6622989"/>
                  <a:pt x="4874728" y="6618711"/>
                  <a:pt x="4874777" y="6614372"/>
                </a:cubicBezTo>
                <a:cubicBezTo>
                  <a:pt x="4874723" y="6610046"/>
                  <a:pt x="4875761" y="6605775"/>
                  <a:pt x="4877804" y="6601959"/>
                </a:cubicBezTo>
                <a:lnTo>
                  <a:pt x="4877858" y="6601581"/>
                </a:lnTo>
                <a:cubicBezTo>
                  <a:pt x="4879922" y="6598110"/>
                  <a:pt x="4882916" y="6595287"/>
                  <a:pt x="4886505" y="6593431"/>
                </a:cubicBezTo>
                <a:close/>
                <a:moveTo>
                  <a:pt x="5048475" y="6589923"/>
                </a:moveTo>
                <a:lnTo>
                  <a:pt x="5057608" y="6589923"/>
                </a:lnTo>
                <a:cubicBezTo>
                  <a:pt x="5065823" y="6589923"/>
                  <a:pt x="5069930" y="6593107"/>
                  <a:pt x="5069930" y="6599476"/>
                </a:cubicBezTo>
                <a:cubicBezTo>
                  <a:pt x="5070125" y="6602234"/>
                  <a:pt x="5069028" y="6604926"/>
                  <a:pt x="5066958" y="6606762"/>
                </a:cubicBezTo>
                <a:cubicBezTo>
                  <a:pt x="5064526" y="6608506"/>
                  <a:pt x="5061570" y="6609363"/>
                  <a:pt x="5058581" y="6609191"/>
                </a:cubicBezTo>
                <a:lnTo>
                  <a:pt x="5048475" y="6609083"/>
                </a:lnTo>
                <a:close/>
                <a:moveTo>
                  <a:pt x="4390271" y="6582043"/>
                </a:moveTo>
                <a:lnTo>
                  <a:pt x="4348387" y="6617233"/>
                </a:lnTo>
                <a:lnTo>
                  <a:pt x="4289209" y="6618744"/>
                </a:lnTo>
                <a:lnTo>
                  <a:pt x="4295316" y="6652423"/>
                </a:lnTo>
                <a:cubicBezTo>
                  <a:pt x="4295316" y="6652423"/>
                  <a:pt x="4368330" y="6639740"/>
                  <a:pt x="4407620" y="6611620"/>
                </a:cubicBezTo>
                <a:cubicBezTo>
                  <a:pt x="4398432" y="6594295"/>
                  <a:pt x="4390271" y="6582043"/>
                  <a:pt x="4390271" y="6582043"/>
                </a:cubicBezTo>
                <a:close/>
                <a:moveTo>
                  <a:pt x="4704646" y="6579452"/>
                </a:moveTo>
                <a:lnTo>
                  <a:pt x="4704646" y="6648753"/>
                </a:lnTo>
                <a:lnTo>
                  <a:pt x="4750151" y="6648753"/>
                </a:lnTo>
                <a:lnTo>
                  <a:pt x="4750151" y="6638282"/>
                </a:lnTo>
                <a:lnTo>
                  <a:pt x="4718157" y="6638282"/>
                </a:lnTo>
                <a:lnTo>
                  <a:pt x="4718157" y="6618582"/>
                </a:lnTo>
                <a:lnTo>
                  <a:pt x="4748260" y="6618582"/>
                </a:lnTo>
                <a:lnTo>
                  <a:pt x="4748260" y="6608112"/>
                </a:lnTo>
                <a:lnTo>
                  <a:pt x="4718157" y="6608112"/>
                </a:lnTo>
                <a:lnTo>
                  <a:pt x="4718157" y="6589923"/>
                </a:lnTo>
                <a:lnTo>
                  <a:pt x="4749611" y="6589923"/>
                </a:lnTo>
                <a:lnTo>
                  <a:pt x="4749611" y="6579452"/>
                </a:lnTo>
                <a:close/>
                <a:moveTo>
                  <a:pt x="4650116" y="6579452"/>
                </a:moveTo>
                <a:lnTo>
                  <a:pt x="4650116" y="6648753"/>
                </a:lnTo>
                <a:lnTo>
                  <a:pt x="4663519" y="6648753"/>
                </a:lnTo>
                <a:lnTo>
                  <a:pt x="4663519" y="6618366"/>
                </a:lnTo>
                <a:lnTo>
                  <a:pt x="4692432" y="6618366"/>
                </a:lnTo>
                <a:lnTo>
                  <a:pt x="4692432" y="6607572"/>
                </a:lnTo>
                <a:lnTo>
                  <a:pt x="4663519" y="6607572"/>
                </a:lnTo>
                <a:lnTo>
                  <a:pt x="4663519" y="6589923"/>
                </a:lnTo>
                <a:lnTo>
                  <a:pt x="4692432" y="6589923"/>
                </a:lnTo>
                <a:lnTo>
                  <a:pt x="4692432" y="6579452"/>
                </a:lnTo>
                <a:close/>
                <a:moveTo>
                  <a:pt x="4621094" y="6579452"/>
                </a:moveTo>
                <a:lnTo>
                  <a:pt x="4621094" y="6648753"/>
                </a:lnTo>
                <a:lnTo>
                  <a:pt x="4634497" y="6648753"/>
                </a:lnTo>
                <a:lnTo>
                  <a:pt x="4634497" y="6579452"/>
                </a:lnTo>
                <a:close/>
                <a:moveTo>
                  <a:pt x="4564510" y="6579452"/>
                </a:moveTo>
                <a:lnTo>
                  <a:pt x="4564510" y="6648753"/>
                </a:lnTo>
                <a:lnTo>
                  <a:pt x="4611582" y="6648753"/>
                </a:lnTo>
                <a:lnTo>
                  <a:pt x="4611582" y="6638282"/>
                </a:lnTo>
                <a:lnTo>
                  <a:pt x="4577913" y="6638282"/>
                </a:lnTo>
                <a:lnTo>
                  <a:pt x="4577913" y="6579452"/>
                </a:lnTo>
                <a:close/>
                <a:moveTo>
                  <a:pt x="5236440" y="6579344"/>
                </a:moveTo>
                <a:lnTo>
                  <a:pt x="5262814" y="6614210"/>
                </a:lnTo>
                <a:lnTo>
                  <a:pt x="5262814" y="6648645"/>
                </a:lnTo>
                <a:lnTo>
                  <a:pt x="5276217" y="6648645"/>
                </a:lnTo>
                <a:lnTo>
                  <a:pt x="5276217" y="6614426"/>
                </a:lnTo>
                <a:lnTo>
                  <a:pt x="5302428" y="6579452"/>
                </a:lnTo>
                <a:lnTo>
                  <a:pt x="5286485" y="6579452"/>
                </a:lnTo>
                <a:lnTo>
                  <a:pt x="5269407" y="6602606"/>
                </a:lnTo>
                <a:lnTo>
                  <a:pt x="5252599" y="6579452"/>
                </a:lnTo>
                <a:close/>
                <a:moveTo>
                  <a:pt x="5162292" y="6579344"/>
                </a:moveTo>
                <a:lnTo>
                  <a:pt x="5162292" y="6648753"/>
                </a:lnTo>
                <a:lnTo>
                  <a:pt x="5175424" y="6648753"/>
                </a:lnTo>
                <a:lnTo>
                  <a:pt x="5175424" y="6599584"/>
                </a:lnTo>
                <a:lnTo>
                  <a:pt x="5216876" y="6648753"/>
                </a:lnTo>
                <a:lnTo>
                  <a:pt x="5228442" y="6648753"/>
                </a:lnTo>
                <a:lnTo>
                  <a:pt x="5228442" y="6579452"/>
                </a:lnTo>
                <a:lnTo>
                  <a:pt x="5215363" y="6579452"/>
                </a:lnTo>
                <a:lnTo>
                  <a:pt x="5215363" y="6628027"/>
                </a:lnTo>
                <a:lnTo>
                  <a:pt x="5174127" y="6579452"/>
                </a:lnTo>
                <a:close/>
                <a:moveTo>
                  <a:pt x="5109815" y="6579344"/>
                </a:moveTo>
                <a:lnTo>
                  <a:pt x="5081225" y="6648645"/>
                </a:lnTo>
                <a:lnTo>
                  <a:pt x="5095277" y="6648645"/>
                </a:lnTo>
                <a:lnTo>
                  <a:pt x="5101870" y="6631859"/>
                </a:lnTo>
                <a:lnTo>
                  <a:pt x="5132730" y="6631859"/>
                </a:lnTo>
                <a:lnTo>
                  <a:pt x="5139917" y="6648753"/>
                </a:lnTo>
                <a:lnTo>
                  <a:pt x="5154077" y="6648753"/>
                </a:lnTo>
                <a:lnTo>
                  <a:pt x="5123488" y="6579452"/>
                </a:lnTo>
                <a:close/>
                <a:moveTo>
                  <a:pt x="5035072" y="6579344"/>
                </a:moveTo>
                <a:lnTo>
                  <a:pt x="5035072" y="6648753"/>
                </a:lnTo>
                <a:lnTo>
                  <a:pt x="5048475" y="6648753"/>
                </a:lnTo>
                <a:lnTo>
                  <a:pt x="5048475" y="6619662"/>
                </a:lnTo>
                <a:lnTo>
                  <a:pt x="5061391" y="6619662"/>
                </a:lnTo>
                <a:cubicBezTo>
                  <a:pt x="5067288" y="6619979"/>
                  <a:pt x="5073081" y="6618050"/>
                  <a:pt x="5077605" y="6614264"/>
                </a:cubicBezTo>
                <a:cubicBezTo>
                  <a:pt x="5081717" y="6610580"/>
                  <a:pt x="5083976" y="6605259"/>
                  <a:pt x="5083766" y="6599746"/>
                </a:cubicBezTo>
                <a:cubicBezTo>
                  <a:pt x="5083939" y="6594250"/>
                  <a:pt x="5081707" y="6588952"/>
                  <a:pt x="5077659" y="6585227"/>
                </a:cubicBezTo>
                <a:cubicBezTo>
                  <a:pt x="5073270" y="6581465"/>
                  <a:pt x="5067601" y="6579533"/>
                  <a:pt x="5061824" y="6579830"/>
                </a:cubicBezTo>
                <a:close/>
                <a:moveTo>
                  <a:pt x="4950115" y="6579344"/>
                </a:moveTo>
                <a:lnTo>
                  <a:pt x="4950115" y="6648753"/>
                </a:lnTo>
                <a:lnTo>
                  <a:pt x="4963572" y="6648753"/>
                </a:lnTo>
                <a:lnTo>
                  <a:pt x="4963572" y="6600178"/>
                </a:lnTo>
                <a:lnTo>
                  <a:pt x="4963950" y="6600178"/>
                </a:lnTo>
                <a:lnTo>
                  <a:pt x="4984000" y="6624573"/>
                </a:lnTo>
                <a:lnTo>
                  <a:pt x="4985892" y="6624573"/>
                </a:lnTo>
                <a:lnTo>
                  <a:pt x="5005942" y="6600178"/>
                </a:lnTo>
                <a:lnTo>
                  <a:pt x="5006374" y="6600178"/>
                </a:lnTo>
                <a:lnTo>
                  <a:pt x="5006374" y="6648753"/>
                </a:lnTo>
                <a:lnTo>
                  <a:pt x="5019777" y="6648753"/>
                </a:lnTo>
                <a:lnTo>
                  <a:pt x="5019777" y="6579452"/>
                </a:lnTo>
                <a:lnTo>
                  <a:pt x="5007780" y="6579452"/>
                </a:lnTo>
                <a:lnTo>
                  <a:pt x="4985027" y="6606762"/>
                </a:lnTo>
                <a:lnTo>
                  <a:pt x="4962220" y="6579452"/>
                </a:lnTo>
                <a:close/>
                <a:moveTo>
                  <a:pt x="4827380" y="6578535"/>
                </a:moveTo>
                <a:cubicBezTo>
                  <a:pt x="4820414" y="6578422"/>
                  <a:pt x="4813518" y="6579977"/>
                  <a:pt x="4807276" y="6583068"/>
                </a:cubicBezTo>
                <a:lnTo>
                  <a:pt x="4807330" y="6583068"/>
                </a:lnTo>
                <a:cubicBezTo>
                  <a:pt x="4801542" y="6585943"/>
                  <a:pt x="4796689" y="6590397"/>
                  <a:pt x="4793333" y="6595914"/>
                </a:cubicBezTo>
                <a:cubicBezTo>
                  <a:pt x="4789906" y="6601574"/>
                  <a:pt x="4788150" y="6608083"/>
                  <a:pt x="4788253" y="6614696"/>
                </a:cubicBezTo>
                <a:cubicBezTo>
                  <a:pt x="4788188" y="6621027"/>
                  <a:pt x="4789895" y="6627250"/>
                  <a:pt x="4793171" y="6632669"/>
                </a:cubicBezTo>
                <a:cubicBezTo>
                  <a:pt x="4796375" y="6638088"/>
                  <a:pt x="4801088" y="6642458"/>
                  <a:pt x="4806736" y="6645245"/>
                </a:cubicBezTo>
                <a:cubicBezTo>
                  <a:pt x="4812837" y="6648233"/>
                  <a:pt x="4819560" y="6649731"/>
                  <a:pt x="4826354" y="6649616"/>
                </a:cubicBezTo>
                <a:cubicBezTo>
                  <a:pt x="4830812" y="6649682"/>
                  <a:pt x="4835260" y="6649193"/>
                  <a:pt x="4839594" y="6648159"/>
                </a:cubicBezTo>
                <a:cubicBezTo>
                  <a:pt x="4843902" y="6646919"/>
                  <a:pt x="4848069" y="6645237"/>
                  <a:pt x="4852025" y="6643140"/>
                </a:cubicBezTo>
                <a:lnTo>
                  <a:pt x="4852025" y="6630510"/>
                </a:lnTo>
                <a:cubicBezTo>
                  <a:pt x="4847836" y="6632886"/>
                  <a:pt x="4843442" y="6634873"/>
                  <a:pt x="4838892" y="6636447"/>
                </a:cubicBezTo>
                <a:cubicBezTo>
                  <a:pt x="4835390" y="6637530"/>
                  <a:pt x="4831747" y="6638076"/>
                  <a:pt x="4828083" y="6638066"/>
                </a:cubicBezTo>
                <a:cubicBezTo>
                  <a:pt x="4823441" y="6638151"/>
                  <a:pt x="4818847" y="6637134"/>
                  <a:pt x="4814680" y="6635098"/>
                </a:cubicBezTo>
                <a:cubicBezTo>
                  <a:pt x="4810821" y="6633233"/>
                  <a:pt x="4807606" y="6630265"/>
                  <a:pt x="4805439" y="6626570"/>
                </a:cubicBezTo>
                <a:cubicBezTo>
                  <a:pt x="4801039" y="6618877"/>
                  <a:pt x="4801039" y="6609436"/>
                  <a:pt x="4805439" y="6601743"/>
                </a:cubicBezTo>
                <a:cubicBezTo>
                  <a:pt x="4807660" y="6598188"/>
                  <a:pt x="4810821" y="6595312"/>
                  <a:pt x="4814572" y="6593431"/>
                </a:cubicBezTo>
                <a:cubicBezTo>
                  <a:pt x="4818728" y="6591340"/>
                  <a:pt x="4823322" y="6590284"/>
                  <a:pt x="4827975" y="6590355"/>
                </a:cubicBezTo>
                <a:cubicBezTo>
                  <a:pt x="4831818" y="6590358"/>
                  <a:pt x="4835644" y="6590921"/>
                  <a:pt x="4839324" y="6592028"/>
                </a:cubicBezTo>
                <a:cubicBezTo>
                  <a:pt x="4843459" y="6593377"/>
                  <a:pt x="4847431" y="6595187"/>
                  <a:pt x="4851160" y="6597425"/>
                </a:cubicBezTo>
                <a:lnTo>
                  <a:pt x="4851160" y="6584472"/>
                </a:lnTo>
                <a:cubicBezTo>
                  <a:pt x="4847269" y="6582499"/>
                  <a:pt x="4843172" y="6580961"/>
                  <a:pt x="4838946" y="6579884"/>
                </a:cubicBezTo>
                <a:cubicBezTo>
                  <a:pt x="4835152" y="6579000"/>
                  <a:pt x="4831272" y="6578548"/>
                  <a:pt x="4827380" y="6578535"/>
                </a:cubicBezTo>
                <a:close/>
                <a:moveTo>
                  <a:pt x="4898935" y="6578292"/>
                </a:moveTo>
                <a:cubicBezTo>
                  <a:pt x="4892218" y="6578292"/>
                  <a:pt x="4885502" y="6579812"/>
                  <a:pt x="4879317" y="6582852"/>
                </a:cubicBezTo>
                <a:lnTo>
                  <a:pt x="4879479" y="6583068"/>
                </a:lnTo>
                <a:cubicBezTo>
                  <a:pt x="4862390" y="6591989"/>
                  <a:pt x="4855781" y="6613054"/>
                  <a:pt x="4864714" y="6630120"/>
                </a:cubicBezTo>
                <a:cubicBezTo>
                  <a:pt x="4868011" y="6636425"/>
                  <a:pt x="4873167" y="6641571"/>
                  <a:pt x="4879479" y="6644867"/>
                </a:cubicBezTo>
                <a:cubicBezTo>
                  <a:pt x="4891833" y="6651022"/>
                  <a:pt x="4906361" y="6651022"/>
                  <a:pt x="4918715" y="6644867"/>
                </a:cubicBezTo>
                <a:cubicBezTo>
                  <a:pt x="4935847" y="6635835"/>
                  <a:pt x="4942402" y="6614645"/>
                  <a:pt x="4933356" y="6597537"/>
                </a:cubicBezTo>
                <a:cubicBezTo>
                  <a:pt x="4933020" y="6596895"/>
                  <a:pt x="4932658" y="6596264"/>
                  <a:pt x="4932280" y="6595644"/>
                </a:cubicBezTo>
                <a:cubicBezTo>
                  <a:pt x="4929027" y="6590155"/>
                  <a:pt x="4924260" y="6585715"/>
                  <a:pt x="4918553" y="6582852"/>
                </a:cubicBezTo>
                <a:cubicBezTo>
                  <a:pt x="4912368" y="6579812"/>
                  <a:pt x="4905651" y="6578292"/>
                  <a:pt x="4898935" y="6578292"/>
                </a:cubicBezTo>
                <a:close/>
                <a:moveTo>
                  <a:pt x="4113890" y="6549767"/>
                </a:moveTo>
                <a:lnTo>
                  <a:pt x="4095461" y="6564987"/>
                </a:lnTo>
                <a:cubicBezTo>
                  <a:pt x="4118268" y="6592405"/>
                  <a:pt x="4170420" y="6617233"/>
                  <a:pt x="4170420" y="6617233"/>
                </a:cubicBezTo>
                <a:lnTo>
                  <a:pt x="4181229" y="6596831"/>
                </a:lnTo>
                <a:cubicBezTo>
                  <a:pt x="4145506" y="6582151"/>
                  <a:pt x="4113890" y="6549767"/>
                  <a:pt x="4113890" y="6549767"/>
                </a:cubicBezTo>
                <a:close/>
                <a:moveTo>
                  <a:pt x="4442857" y="6521917"/>
                </a:moveTo>
                <a:lnTo>
                  <a:pt x="4413781" y="6561641"/>
                </a:lnTo>
                <a:lnTo>
                  <a:pt x="4443343" y="6582042"/>
                </a:lnTo>
                <a:lnTo>
                  <a:pt x="4471932" y="6531092"/>
                </a:lnTo>
                <a:close/>
                <a:moveTo>
                  <a:pt x="4296613" y="6496280"/>
                </a:moveTo>
                <a:lnTo>
                  <a:pt x="4232463" y="6509449"/>
                </a:lnTo>
                <a:lnTo>
                  <a:pt x="4232463" y="6509557"/>
                </a:lnTo>
                <a:cubicBezTo>
                  <a:pt x="4225577" y="6534378"/>
                  <a:pt x="4220305" y="6559618"/>
                  <a:pt x="4216682" y="6585119"/>
                </a:cubicBezTo>
                <a:cubicBezTo>
                  <a:pt x="4264457" y="6599098"/>
                  <a:pt x="4338227" y="6574918"/>
                  <a:pt x="4338227" y="6574918"/>
                </a:cubicBezTo>
                <a:close/>
                <a:moveTo>
                  <a:pt x="4338227" y="6467837"/>
                </a:moveTo>
                <a:lnTo>
                  <a:pt x="4329040" y="6478038"/>
                </a:lnTo>
                <a:lnTo>
                  <a:pt x="4388218" y="6541779"/>
                </a:lnTo>
                <a:lnTo>
                  <a:pt x="4407620" y="6504538"/>
                </a:lnTo>
                <a:close/>
                <a:moveTo>
                  <a:pt x="4100055" y="6447705"/>
                </a:moveTo>
                <a:cubicBezTo>
                  <a:pt x="4099623" y="6493312"/>
                  <a:pt x="4142210" y="6547392"/>
                  <a:pt x="4180041" y="6561641"/>
                </a:cubicBezTo>
                <a:cubicBezTo>
                  <a:pt x="4191282" y="6542265"/>
                  <a:pt x="4216790" y="6495363"/>
                  <a:pt x="4216790" y="6495363"/>
                </a:cubicBezTo>
                <a:lnTo>
                  <a:pt x="4183121" y="6461738"/>
                </a:lnTo>
                <a:close/>
                <a:moveTo>
                  <a:pt x="4069629" y="6409924"/>
                </a:moveTo>
                <a:lnTo>
                  <a:pt x="4061306" y="6411651"/>
                </a:lnTo>
                <a:lnTo>
                  <a:pt x="4061252" y="6411867"/>
                </a:lnTo>
                <a:cubicBezTo>
                  <a:pt x="4052280" y="6472478"/>
                  <a:pt x="4070439" y="6517006"/>
                  <a:pt x="4076492" y="6522025"/>
                </a:cubicBezTo>
                <a:lnTo>
                  <a:pt x="4094813" y="6520298"/>
                </a:lnTo>
                <a:cubicBezTo>
                  <a:pt x="4094813" y="6520298"/>
                  <a:pt x="4074330" y="6447705"/>
                  <a:pt x="4069629" y="6409924"/>
                </a:cubicBezTo>
                <a:close/>
                <a:moveTo>
                  <a:pt x="4482147" y="6402638"/>
                </a:moveTo>
                <a:cubicBezTo>
                  <a:pt x="4466420" y="6405768"/>
                  <a:pt x="4450477" y="6407711"/>
                  <a:pt x="4450477" y="6407711"/>
                </a:cubicBezTo>
                <a:cubicBezTo>
                  <a:pt x="4454314" y="6429732"/>
                  <a:pt x="4456746" y="6474961"/>
                  <a:pt x="4450477" y="6491315"/>
                </a:cubicBezTo>
                <a:cubicBezTo>
                  <a:pt x="4462907" y="6496388"/>
                  <a:pt x="4482147" y="6504538"/>
                  <a:pt x="4482147" y="6504538"/>
                </a:cubicBezTo>
                <a:cubicBezTo>
                  <a:pt x="4482147" y="6504538"/>
                  <a:pt x="4498360" y="6453588"/>
                  <a:pt x="4482147" y="6402638"/>
                </a:cubicBezTo>
                <a:close/>
                <a:moveTo>
                  <a:pt x="5229090" y="6387903"/>
                </a:moveTo>
                <a:lnTo>
                  <a:pt x="5229090" y="6458499"/>
                </a:lnTo>
                <a:cubicBezTo>
                  <a:pt x="5213871" y="6475648"/>
                  <a:pt x="5192199" y="6485715"/>
                  <a:pt x="5169263" y="6486295"/>
                </a:cubicBezTo>
                <a:cubicBezTo>
                  <a:pt x="5140782" y="6486295"/>
                  <a:pt x="5123109" y="6469240"/>
                  <a:pt x="5123109" y="6445923"/>
                </a:cubicBezTo>
                <a:cubicBezTo>
                  <a:pt x="5123109" y="6414080"/>
                  <a:pt x="5151591" y="6398104"/>
                  <a:pt x="5229090" y="6387903"/>
                </a:cubicBezTo>
                <a:close/>
                <a:moveTo>
                  <a:pt x="4711780" y="6387903"/>
                </a:moveTo>
                <a:lnTo>
                  <a:pt x="4711780" y="6458499"/>
                </a:lnTo>
                <a:cubicBezTo>
                  <a:pt x="4696561" y="6475648"/>
                  <a:pt x="4674889" y="6485715"/>
                  <a:pt x="4651953" y="6486295"/>
                </a:cubicBezTo>
                <a:cubicBezTo>
                  <a:pt x="4623472" y="6486295"/>
                  <a:pt x="4605799" y="6469240"/>
                  <a:pt x="4605799" y="6445924"/>
                </a:cubicBezTo>
                <a:cubicBezTo>
                  <a:pt x="4605799" y="6414080"/>
                  <a:pt x="4634281" y="6398104"/>
                  <a:pt x="4711780" y="6387903"/>
                </a:cubicBezTo>
                <a:close/>
                <a:moveTo>
                  <a:pt x="4419888" y="6370470"/>
                </a:moveTo>
                <a:lnTo>
                  <a:pt x="4354549" y="6405660"/>
                </a:lnTo>
                <a:lnTo>
                  <a:pt x="4354549" y="6447435"/>
                </a:lnTo>
                <a:lnTo>
                  <a:pt x="4425995" y="6474961"/>
                </a:lnTo>
                <a:close/>
                <a:moveTo>
                  <a:pt x="4468366" y="6346237"/>
                </a:moveTo>
                <a:lnTo>
                  <a:pt x="4442857" y="6359784"/>
                </a:lnTo>
                <a:lnTo>
                  <a:pt x="4452963" y="6385151"/>
                </a:lnTo>
                <a:lnTo>
                  <a:pt x="4477229" y="6377541"/>
                </a:lnTo>
                <a:close/>
                <a:moveTo>
                  <a:pt x="4425995" y="6305757"/>
                </a:moveTo>
                <a:lnTo>
                  <a:pt x="4329040" y="6370470"/>
                </a:lnTo>
                <a:lnTo>
                  <a:pt x="4342281" y="6389360"/>
                </a:lnTo>
                <a:lnTo>
                  <a:pt x="4450477" y="6330207"/>
                </a:lnTo>
                <a:close/>
                <a:moveTo>
                  <a:pt x="4165664" y="6298579"/>
                </a:moveTo>
                <a:cubicBezTo>
                  <a:pt x="4126861" y="6324054"/>
                  <a:pt x="4091840" y="6389361"/>
                  <a:pt x="4100055" y="6427519"/>
                </a:cubicBezTo>
                <a:cubicBezTo>
                  <a:pt x="4126645" y="6434644"/>
                  <a:pt x="4184039" y="6442308"/>
                  <a:pt x="4184039" y="6442308"/>
                </a:cubicBezTo>
                <a:lnTo>
                  <a:pt x="4177716" y="6392383"/>
                </a:lnTo>
                <a:lnTo>
                  <a:pt x="4216466" y="6365883"/>
                </a:lnTo>
                <a:close/>
                <a:moveTo>
                  <a:pt x="4123781" y="6286057"/>
                </a:moveTo>
                <a:lnTo>
                  <a:pt x="4064008" y="6364965"/>
                </a:lnTo>
                <a:lnTo>
                  <a:pt x="4091408" y="6364965"/>
                </a:lnTo>
                <a:lnTo>
                  <a:pt x="4133671" y="6292318"/>
                </a:lnTo>
                <a:close/>
                <a:moveTo>
                  <a:pt x="4269664" y="6265094"/>
                </a:moveTo>
                <a:cubicBezTo>
                  <a:pt x="4247812" y="6265089"/>
                  <a:pt x="4222330" y="6270055"/>
                  <a:pt x="4193227" y="6283305"/>
                </a:cubicBezTo>
                <a:lnTo>
                  <a:pt x="4239164" y="6347532"/>
                </a:lnTo>
                <a:lnTo>
                  <a:pt x="4271861" y="6334363"/>
                </a:lnTo>
                <a:lnTo>
                  <a:pt x="4304288" y="6359838"/>
                </a:lnTo>
                <a:lnTo>
                  <a:pt x="4368114" y="6309859"/>
                </a:lnTo>
                <a:cubicBezTo>
                  <a:pt x="4368114" y="6309859"/>
                  <a:pt x="4335221" y="6265110"/>
                  <a:pt x="4269664" y="6265094"/>
                </a:cubicBezTo>
                <a:close/>
                <a:moveTo>
                  <a:pt x="4338227" y="6249680"/>
                </a:moveTo>
                <a:lnTo>
                  <a:pt x="4329040" y="6265062"/>
                </a:lnTo>
                <a:lnTo>
                  <a:pt x="4383516" y="6298579"/>
                </a:lnTo>
                <a:lnTo>
                  <a:pt x="4413781" y="6277476"/>
                </a:lnTo>
                <a:close/>
                <a:moveTo>
                  <a:pt x="4657628" y="6248492"/>
                </a:moveTo>
                <a:cubicBezTo>
                  <a:pt x="4622764" y="6249021"/>
                  <a:pt x="4588774" y="6259468"/>
                  <a:pt x="4559646" y="6278609"/>
                </a:cubicBezTo>
                <a:lnTo>
                  <a:pt x="4568779" y="6320545"/>
                </a:lnTo>
                <a:cubicBezTo>
                  <a:pt x="4593261" y="6304030"/>
                  <a:pt x="4626066" y="6291508"/>
                  <a:pt x="4653088" y="6291508"/>
                </a:cubicBezTo>
                <a:cubicBezTo>
                  <a:pt x="4695242" y="6291508"/>
                  <a:pt x="4711780" y="6308779"/>
                  <a:pt x="4711780" y="6350878"/>
                </a:cubicBezTo>
                <a:lnTo>
                  <a:pt x="4711780" y="6358272"/>
                </a:lnTo>
                <a:cubicBezTo>
                  <a:pt x="4589856" y="6363993"/>
                  <a:pt x="4556241" y="6404958"/>
                  <a:pt x="4556241" y="6451591"/>
                </a:cubicBezTo>
                <a:cubicBezTo>
                  <a:pt x="4556241" y="6493743"/>
                  <a:pt x="4590397" y="6526127"/>
                  <a:pt x="4639415" y="6526127"/>
                </a:cubicBezTo>
                <a:cubicBezTo>
                  <a:pt x="4667302" y="6526127"/>
                  <a:pt x="4691243" y="6513065"/>
                  <a:pt x="4711185" y="6489749"/>
                </a:cubicBezTo>
                <a:lnTo>
                  <a:pt x="4713455" y="6489749"/>
                </a:lnTo>
                <a:cubicBezTo>
                  <a:pt x="4720319" y="6512472"/>
                  <a:pt x="4739126" y="6527260"/>
                  <a:pt x="4781281" y="6523860"/>
                </a:cubicBezTo>
                <a:lnTo>
                  <a:pt x="4784145" y="6484622"/>
                </a:lnTo>
                <a:cubicBezTo>
                  <a:pt x="4761338" y="6484622"/>
                  <a:pt x="4758474" y="6480574"/>
                  <a:pt x="4758474" y="6458985"/>
                </a:cubicBezTo>
                <a:lnTo>
                  <a:pt x="4758474" y="6349744"/>
                </a:lnTo>
                <a:cubicBezTo>
                  <a:pt x="4759609" y="6278609"/>
                  <a:pt x="4728317" y="6248492"/>
                  <a:pt x="4657628" y="6248492"/>
                </a:cubicBezTo>
                <a:close/>
                <a:moveTo>
                  <a:pt x="5174992" y="6248276"/>
                </a:moveTo>
                <a:cubicBezTo>
                  <a:pt x="5140112" y="6248797"/>
                  <a:pt x="5106102" y="6259245"/>
                  <a:pt x="5076956" y="6278393"/>
                </a:cubicBezTo>
                <a:lnTo>
                  <a:pt x="5086089" y="6320545"/>
                </a:lnTo>
                <a:cubicBezTo>
                  <a:pt x="5110571" y="6304030"/>
                  <a:pt x="5143376" y="6291508"/>
                  <a:pt x="5170398" y="6291508"/>
                </a:cubicBezTo>
                <a:cubicBezTo>
                  <a:pt x="5212552" y="6291508"/>
                  <a:pt x="5229090" y="6308779"/>
                  <a:pt x="5229090" y="6350878"/>
                </a:cubicBezTo>
                <a:lnTo>
                  <a:pt x="5229090" y="6358272"/>
                </a:lnTo>
                <a:cubicBezTo>
                  <a:pt x="5107166" y="6363993"/>
                  <a:pt x="5073551" y="6404958"/>
                  <a:pt x="5073551" y="6451591"/>
                </a:cubicBezTo>
                <a:cubicBezTo>
                  <a:pt x="5073551" y="6493743"/>
                  <a:pt x="5107761" y="6526127"/>
                  <a:pt x="5156725" y="6526127"/>
                </a:cubicBezTo>
                <a:cubicBezTo>
                  <a:pt x="5184666" y="6526127"/>
                  <a:pt x="5208607" y="6513065"/>
                  <a:pt x="5228549" y="6489749"/>
                </a:cubicBezTo>
                <a:lnTo>
                  <a:pt x="5230819" y="6489749"/>
                </a:lnTo>
                <a:cubicBezTo>
                  <a:pt x="5237629" y="6512472"/>
                  <a:pt x="5256436" y="6527260"/>
                  <a:pt x="5298645" y="6523860"/>
                </a:cubicBezTo>
                <a:lnTo>
                  <a:pt x="5301455" y="6484622"/>
                </a:lnTo>
                <a:cubicBezTo>
                  <a:pt x="5278702" y="6484622"/>
                  <a:pt x="5275838" y="6480574"/>
                  <a:pt x="5275838" y="6458985"/>
                </a:cubicBezTo>
                <a:lnTo>
                  <a:pt x="5275838" y="6349528"/>
                </a:lnTo>
                <a:cubicBezTo>
                  <a:pt x="5276973" y="6278393"/>
                  <a:pt x="5245627" y="6248276"/>
                  <a:pt x="5174992" y="6248276"/>
                </a:cubicBezTo>
                <a:close/>
                <a:moveTo>
                  <a:pt x="4924011" y="6240450"/>
                </a:moveTo>
                <a:cubicBezTo>
                  <a:pt x="4886602" y="6240399"/>
                  <a:pt x="4850322" y="6253270"/>
                  <a:pt x="4821327" y="6276882"/>
                </a:cubicBezTo>
                <a:lnTo>
                  <a:pt x="4837865" y="6316713"/>
                </a:lnTo>
                <a:cubicBezTo>
                  <a:pt x="4864887" y="6296851"/>
                  <a:pt x="4890450" y="6284330"/>
                  <a:pt x="4918931" y="6284330"/>
                </a:cubicBezTo>
                <a:cubicBezTo>
                  <a:pt x="4953033" y="6284330"/>
                  <a:pt x="4972975" y="6303112"/>
                  <a:pt x="4972975" y="6329289"/>
                </a:cubicBezTo>
                <a:cubicBezTo>
                  <a:pt x="4972975" y="6373654"/>
                  <a:pt x="4900610" y="6417858"/>
                  <a:pt x="4820841" y="6477228"/>
                </a:cubicBezTo>
                <a:lnTo>
                  <a:pt x="4820841" y="6517869"/>
                </a:lnTo>
                <a:lnTo>
                  <a:pt x="5035072" y="6517869"/>
                </a:lnTo>
                <a:lnTo>
                  <a:pt x="5035072" y="6473180"/>
                </a:lnTo>
                <a:lnTo>
                  <a:pt x="4892071" y="6473180"/>
                </a:lnTo>
                <a:cubicBezTo>
                  <a:pt x="4966166" y="6419693"/>
                  <a:pt x="5022588" y="6385528"/>
                  <a:pt x="5022588" y="6323514"/>
                </a:cubicBezTo>
                <a:cubicBezTo>
                  <a:pt x="5022588" y="6273427"/>
                  <a:pt x="4982109" y="6240450"/>
                  <a:pt x="4924011" y="6240450"/>
                </a:cubicBezTo>
                <a:close/>
                <a:moveTo>
                  <a:pt x="4274077" y="6226418"/>
                </a:moveTo>
                <a:lnTo>
                  <a:pt x="4174690" y="6243905"/>
                </a:lnTo>
                <a:lnTo>
                  <a:pt x="4184850" y="6261392"/>
                </a:lnTo>
                <a:lnTo>
                  <a:pt x="4277428" y="6243905"/>
                </a:lnTo>
                <a:lnTo>
                  <a:pt x="4300234" y="6249302"/>
                </a:lnTo>
                <a:lnTo>
                  <a:pt x="4305855" y="6232247"/>
                </a:lnTo>
                <a:close/>
                <a:moveTo>
                  <a:pt x="0" y="0"/>
                </a:moveTo>
                <a:lnTo>
                  <a:pt x="5988050" y="0"/>
                </a:lnTo>
                <a:lnTo>
                  <a:pt x="5988050" y="6857998"/>
                </a:lnTo>
                <a:lnTo>
                  <a:pt x="0" y="6857998"/>
                </a:ln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  <a:ln w="6350"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buNone/>
              <a:defRPr lang="de-DE" cap="all" dirty="0"/>
            </a:lvl1pPr>
          </a:lstStyle>
          <a:p>
            <a:pPr marL="254058" lvl="0" indent="-254058" algn="ctr"/>
            <a:r>
              <a:rPr lang="de-DE"/>
              <a:t>Foto</a:t>
            </a:r>
          </a:p>
        </p:txBody>
      </p:sp>
      <p:sp>
        <p:nvSpPr>
          <p:cNvPr id="30" name="Textplatzhalter 5">
            <a:extLst>
              <a:ext uri="{FF2B5EF4-FFF2-40B4-BE49-F238E27FC236}">
                <a16:creationId xmlns:a16="http://schemas.microsoft.com/office/drawing/2014/main" id="{093E7419-2678-4540-911C-8C77D5226DC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19563" y="1532401"/>
            <a:ext cx="5226340" cy="301557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>
            <a:lvl1pPr marL="0" indent="0">
              <a:lnSpc>
                <a:spcPct val="120000"/>
              </a:lnSpc>
              <a:spcAft>
                <a:spcPts val="600"/>
              </a:spcAft>
              <a:buNone/>
              <a:defRPr lang="de-DE" sz="1800" dirty="0"/>
            </a:lvl1pPr>
            <a:lvl2pPr>
              <a:defRPr lang="de-DE" dirty="0"/>
            </a:lvl2pPr>
            <a:lvl3pPr>
              <a:defRPr lang="de-DE" dirty="0"/>
            </a:lvl3pPr>
            <a:lvl4pPr>
              <a:defRPr lang="de-DE" dirty="0"/>
            </a:lvl4pPr>
            <a:lvl5pPr>
              <a:defRPr lang="de-DE" dirty="0"/>
            </a:lvl5pPr>
          </a:lstStyle>
          <a:p>
            <a:pPr lvl="0"/>
            <a:r>
              <a:rPr lang="de-DE" err="1"/>
              <a:t>Testo</a:t>
            </a:r>
            <a:r>
              <a:rPr lang="de-DE"/>
              <a:t>, 18pt</a:t>
            </a:r>
          </a:p>
        </p:txBody>
      </p:sp>
      <p:sp>
        <p:nvSpPr>
          <p:cNvPr id="8" name="Segnaposto numero diapositiva 5">
            <a:extLst>
              <a:ext uri="{FF2B5EF4-FFF2-40B4-BE49-F238E27FC236}">
                <a16:creationId xmlns:a16="http://schemas.microsoft.com/office/drawing/2014/main" id="{FB399216-7536-8943-84A1-3D82F4FA2170}"/>
              </a:ext>
            </a:extLst>
          </p:cNvPr>
          <p:cNvSpPr txBox="1">
            <a:spLocks/>
          </p:cNvSpPr>
          <p:nvPr userDrawn="1"/>
        </p:nvSpPr>
        <p:spPr>
          <a:xfrm>
            <a:off x="11718170" y="3313413"/>
            <a:ext cx="472888" cy="231173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 marL="0" algn="ctr" defTabSz="914400" rtl="0" eaLnBrk="1" latinLnBrk="0" hangingPunct="1">
              <a:defRPr lang="en-GB" sz="1000" b="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9170"/>
            <a:fld id="{B9D7DBFB-DCE9-42BC-A361-A0671D12ADFC}" type="slidenum">
              <a:rPr lang="it-IT" sz="1400" b="1" i="0" baseline="0" smtClean="0">
                <a:latin typeface="Segoe UI "/>
              </a:rPr>
              <a:pPr defTabSz="1219170"/>
              <a:t>‹N›</a:t>
            </a:fld>
            <a:endParaRPr lang="it-IT" sz="1400" b="1" i="0" baseline="0">
              <a:latin typeface="Segoe UI "/>
            </a:endParaRPr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C24C88DA-1CCC-5049-885A-5B17FB455B83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18523" y="409465"/>
            <a:ext cx="11089875" cy="454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6800" rIns="90000" bIns="46800" numCol="1" anchor="b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it-IT"/>
              <a:t>Titolo SEGOE </a:t>
            </a:r>
            <a:r>
              <a:rPr lang="it-IT" err="1"/>
              <a:t>Ui</a:t>
            </a:r>
            <a:r>
              <a:rPr lang="it-IT"/>
              <a:t> 26pt </a:t>
            </a:r>
          </a:p>
        </p:txBody>
      </p:sp>
      <p:sp>
        <p:nvSpPr>
          <p:cNvPr id="13" name="Segnaposto contenuto 3">
            <a:extLst>
              <a:ext uri="{FF2B5EF4-FFF2-40B4-BE49-F238E27FC236}">
                <a16:creationId xmlns:a16="http://schemas.microsoft.com/office/drawing/2014/main" id="{10EE192E-D0E4-5F4A-B4AE-206ACB960226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421548" y="912709"/>
            <a:ext cx="11089875" cy="301557"/>
          </a:xfrm>
        </p:spPr>
        <p:txBody>
          <a:bodyPr>
            <a:spAutoFit/>
          </a:bodyPr>
          <a:lstStyle>
            <a:lvl1pPr>
              <a:defRPr b="1"/>
            </a:lvl1pPr>
          </a:lstStyle>
          <a:p>
            <a:r>
              <a:rPr lang="x-none" sz="1800"/>
              <a:t>Sottotitolo Segoe UI 18pt</a:t>
            </a:r>
          </a:p>
        </p:txBody>
      </p:sp>
    </p:spTree>
    <p:extLst>
      <p:ext uri="{BB962C8B-B14F-4D97-AF65-F5344CB8AC3E}">
        <p14:creationId xmlns:p14="http://schemas.microsoft.com/office/powerpoint/2010/main" val="199118021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zza pagina testo+grafici/schem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extplatzhalter 3">
            <a:extLst>
              <a:ext uri="{FF2B5EF4-FFF2-40B4-BE49-F238E27FC236}">
                <a16:creationId xmlns:a16="http://schemas.microsoft.com/office/drawing/2014/main" id="{9AB4212A-2E4F-42A2-922A-67F8EC98A1C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203949" y="1538865"/>
            <a:ext cx="5292725" cy="335028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>
            <a:lvl1pPr marL="0" indent="0">
              <a:spcAft>
                <a:spcPts val="600"/>
              </a:spcAft>
              <a:buNone/>
              <a:defRPr>
                <a:solidFill>
                  <a:schemeClr val="bg1"/>
                </a:solidFill>
              </a:defRPr>
            </a:lvl1pPr>
            <a:lvl2pPr marL="252546" indent="0">
              <a:buNone/>
              <a:defRPr/>
            </a:lvl2pPr>
            <a:lvl3pPr marL="514165" indent="0">
              <a:buNone/>
              <a:defRPr/>
            </a:lvl3pPr>
            <a:lvl4pPr marL="766712" indent="0">
              <a:buNone/>
              <a:defRPr/>
            </a:lvl4pPr>
            <a:lvl5pPr marL="1028331" indent="0">
              <a:buNone/>
              <a:defRPr/>
            </a:lvl5pPr>
          </a:lstStyle>
          <a:p>
            <a:pPr marL="252547" lvl="0" indent="-252547"/>
            <a:r>
              <a:rPr lang="de-DE" err="1"/>
              <a:t>Corpo</a:t>
            </a:r>
            <a:r>
              <a:rPr lang="de-DE"/>
              <a:t> del </a:t>
            </a:r>
            <a:r>
              <a:rPr lang="de-DE" err="1"/>
              <a:t>testo</a:t>
            </a:r>
            <a:r>
              <a:rPr lang="de-DE"/>
              <a:t>, 20pt</a:t>
            </a:r>
          </a:p>
        </p:txBody>
      </p:sp>
      <p:sp>
        <p:nvSpPr>
          <p:cNvPr id="11" name="Textplatzhalter 5">
            <a:extLst>
              <a:ext uri="{FF2B5EF4-FFF2-40B4-BE49-F238E27FC236}">
                <a16:creationId xmlns:a16="http://schemas.microsoft.com/office/drawing/2014/main" id="{CF16CEA5-6E47-A44C-9312-52406BD2CBC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24646" y="1532548"/>
            <a:ext cx="5214618" cy="301557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>
            <a:lvl1pPr marL="0" indent="0">
              <a:lnSpc>
                <a:spcPct val="120000"/>
              </a:lnSpc>
              <a:spcAft>
                <a:spcPts val="600"/>
              </a:spcAft>
              <a:buNone/>
              <a:defRPr lang="de-DE" sz="1800" dirty="0"/>
            </a:lvl1pPr>
            <a:lvl2pPr>
              <a:defRPr lang="de-DE" dirty="0"/>
            </a:lvl2pPr>
            <a:lvl3pPr>
              <a:defRPr lang="de-DE" dirty="0"/>
            </a:lvl3pPr>
            <a:lvl4pPr>
              <a:defRPr lang="de-DE" dirty="0"/>
            </a:lvl4pPr>
            <a:lvl5pPr>
              <a:defRPr lang="de-DE" dirty="0"/>
            </a:lvl5pPr>
          </a:lstStyle>
          <a:p>
            <a:pPr lvl="0"/>
            <a:r>
              <a:rPr lang="de-DE" err="1"/>
              <a:t>Testo</a:t>
            </a:r>
            <a:r>
              <a:rPr lang="de-DE"/>
              <a:t>, 18pt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837B888D-2F29-F44A-9D65-F8BEE76B8FB4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18523" y="409465"/>
            <a:ext cx="11089875" cy="454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6800" rIns="90000" bIns="46800" numCol="1" anchor="b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it-IT"/>
              <a:t>Titolo SEGOE </a:t>
            </a:r>
            <a:r>
              <a:rPr lang="it-IT" err="1"/>
              <a:t>Ui</a:t>
            </a:r>
            <a:r>
              <a:rPr lang="it-IT"/>
              <a:t> 26pt </a:t>
            </a:r>
          </a:p>
        </p:txBody>
      </p:sp>
      <p:sp>
        <p:nvSpPr>
          <p:cNvPr id="8" name="Segnaposto contenuto 3">
            <a:extLst>
              <a:ext uri="{FF2B5EF4-FFF2-40B4-BE49-F238E27FC236}">
                <a16:creationId xmlns:a16="http://schemas.microsoft.com/office/drawing/2014/main" id="{70A662A9-8BFF-9A4D-84C4-1381CD2E4863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421548" y="912709"/>
            <a:ext cx="11089875" cy="301557"/>
          </a:xfrm>
        </p:spPr>
        <p:txBody>
          <a:bodyPr>
            <a:spAutoFit/>
          </a:bodyPr>
          <a:lstStyle>
            <a:lvl1pPr>
              <a:defRPr b="1"/>
            </a:lvl1pPr>
          </a:lstStyle>
          <a:p>
            <a:r>
              <a:rPr lang="x-none" sz="1800"/>
              <a:t>Sottotitolo Segoe UI 18pt</a:t>
            </a:r>
          </a:p>
        </p:txBody>
      </p:sp>
    </p:spTree>
    <p:extLst>
      <p:ext uri="{BB962C8B-B14F-4D97-AF65-F5344CB8AC3E}">
        <p14:creationId xmlns:p14="http://schemas.microsoft.com/office/powerpoint/2010/main" val="118764833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fi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iagrammplatzhalter 12">
            <a:extLst>
              <a:ext uri="{FF2B5EF4-FFF2-40B4-BE49-F238E27FC236}">
                <a16:creationId xmlns:a16="http://schemas.microsoft.com/office/drawing/2014/main" id="{E8D93C44-2348-44F2-851C-8F45D1EC4C22}"/>
              </a:ext>
            </a:extLst>
          </p:cNvPr>
          <p:cNvSpPr>
            <a:spLocks noGrp="1"/>
          </p:cNvSpPr>
          <p:nvPr>
            <p:ph type="chart" sz="quarter" idx="11" hasCustomPrompt="1"/>
          </p:nvPr>
        </p:nvSpPr>
        <p:spPr>
          <a:xfrm>
            <a:off x="442912" y="1517039"/>
            <a:ext cx="11053763" cy="450434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spcAft>
                <a:spcPts val="1143"/>
              </a:spcAft>
              <a:buNone/>
              <a:defRPr sz="1905" baseline="0">
                <a:solidFill>
                  <a:schemeClr val="tx2"/>
                </a:solidFill>
              </a:defRPr>
            </a:lvl1pPr>
          </a:lstStyle>
          <a:p>
            <a:r>
              <a:rPr lang="de-DE" err="1"/>
              <a:t>Grafico</a:t>
            </a:r>
            <a:endParaRPr lang="de-DE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4003F583-08C9-EC40-867B-D651C312A024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18523" y="409465"/>
            <a:ext cx="11089875" cy="454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6800" rIns="90000" bIns="46800" numCol="1" anchor="b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it-IT"/>
              <a:t>Titolo SEGOE </a:t>
            </a:r>
            <a:r>
              <a:rPr lang="it-IT" err="1"/>
              <a:t>Ui</a:t>
            </a:r>
            <a:r>
              <a:rPr lang="it-IT"/>
              <a:t> 26pt </a:t>
            </a:r>
          </a:p>
        </p:txBody>
      </p:sp>
      <p:sp>
        <p:nvSpPr>
          <p:cNvPr id="7" name="Segnaposto contenuto 3">
            <a:extLst>
              <a:ext uri="{FF2B5EF4-FFF2-40B4-BE49-F238E27FC236}">
                <a16:creationId xmlns:a16="http://schemas.microsoft.com/office/drawing/2014/main" id="{651F3D53-B8C7-B34A-8A8E-47DBCB667AD9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421548" y="912709"/>
            <a:ext cx="11089875" cy="301557"/>
          </a:xfrm>
        </p:spPr>
        <p:txBody>
          <a:bodyPr>
            <a:spAutoFit/>
          </a:bodyPr>
          <a:lstStyle>
            <a:lvl1pPr>
              <a:defRPr b="1"/>
            </a:lvl1pPr>
          </a:lstStyle>
          <a:p>
            <a:r>
              <a:rPr lang="x-none" sz="1800"/>
              <a:t>Sottotitolo Segoe UI 18pt</a:t>
            </a:r>
          </a:p>
        </p:txBody>
      </p:sp>
    </p:spTree>
    <p:extLst>
      <p:ext uri="{BB962C8B-B14F-4D97-AF65-F5344CB8AC3E}">
        <p14:creationId xmlns:p14="http://schemas.microsoft.com/office/powerpoint/2010/main" val="299966903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ultime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egnaposto contenuto 2">
            <a:extLst>
              <a:ext uri="{FF2B5EF4-FFF2-40B4-BE49-F238E27FC236}">
                <a16:creationId xmlns:a16="http://schemas.microsoft.com/office/drawing/2014/main" id="{A8BA127F-2783-2D40-A022-C55653E7FE8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9091" y="1520824"/>
            <a:ext cx="11089307" cy="4500563"/>
          </a:xfrm>
          <a:prstGeom prst="rect">
            <a:avLst/>
          </a:prstGeom>
        </p:spPr>
        <p:txBody>
          <a:bodyPr vert="horz" lIns="0" tIns="45720" rIns="91440" bIns="45720" rtlCol="0">
            <a:normAutofit/>
          </a:bodyPr>
          <a:lstStyle>
            <a:lvl1pPr>
              <a:spcBef>
                <a:spcPts val="1200"/>
              </a:spcBef>
              <a:defRPr lang="it-IT" sz="1800" smtClean="0">
                <a:solidFill>
                  <a:schemeClr val="tx1"/>
                </a:solidFill>
              </a:defRPr>
            </a:lvl1pPr>
            <a:lvl2pPr>
              <a:defRPr lang="it-IT" smtClean="0"/>
            </a:lvl2pPr>
            <a:lvl3pPr>
              <a:defRPr lang="it-IT" smtClean="0"/>
            </a:lvl3pPr>
            <a:lvl4pPr>
              <a:defRPr lang="it-IT" smtClean="0"/>
            </a:lvl4pPr>
            <a:lvl5pPr>
              <a:defRPr lang="it-IT"/>
            </a:lvl5pPr>
          </a:lstStyle>
          <a:p>
            <a:pPr lvl="0"/>
            <a:r>
              <a:rPr lang="it-IT"/>
              <a:t>Contenuto multimediale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09535717-92D5-FB44-B2B5-A64584E55014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18523" y="409465"/>
            <a:ext cx="11089875" cy="454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6800" rIns="90000" bIns="46800" numCol="1" anchor="b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it-IT"/>
              <a:t>Titolo SEGOE </a:t>
            </a:r>
            <a:r>
              <a:rPr lang="it-IT" err="1"/>
              <a:t>Ui</a:t>
            </a:r>
            <a:r>
              <a:rPr lang="it-IT"/>
              <a:t> 26pt </a:t>
            </a:r>
          </a:p>
        </p:txBody>
      </p:sp>
      <p:sp>
        <p:nvSpPr>
          <p:cNvPr id="8" name="Segnaposto contenuto 3">
            <a:extLst>
              <a:ext uri="{FF2B5EF4-FFF2-40B4-BE49-F238E27FC236}">
                <a16:creationId xmlns:a16="http://schemas.microsoft.com/office/drawing/2014/main" id="{DA76FE50-A40D-8A4C-B7F1-EB4ED86AD8EB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421548" y="912709"/>
            <a:ext cx="11089875" cy="301557"/>
          </a:xfrm>
        </p:spPr>
        <p:txBody>
          <a:bodyPr>
            <a:spAutoFit/>
          </a:bodyPr>
          <a:lstStyle>
            <a:lvl1pPr>
              <a:defRPr b="1"/>
            </a:lvl1pPr>
          </a:lstStyle>
          <a:p>
            <a:r>
              <a:rPr lang="x-none" sz="1800"/>
              <a:t>Sottotitolo Segoe UI 18pt</a:t>
            </a:r>
          </a:p>
        </p:txBody>
      </p:sp>
    </p:spTree>
    <p:extLst>
      <p:ext uri="{BB962C8B-B14F-4D97-AF65-F5344CB8AC3E}">
        <p14:creationId xmlns:p14="http://schemas.microsoft.com/office/powerpoint/2010/main" val="53267298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ultimedia + 2 te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Inhaltsplatzhalter 4">
            <a:extLst>
              <a:ext uri="{FF2B5EF4-FFF2-40B4-BE49-F238E27FC236}">
                <a16:creationId xmlns:a16="http://schemas.microsoft.com/office/drawing/2014/main" id="{4B226273-F344-41EE-99D0-2BC7EB2267F8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19467" y="1528763"/>
            <a:ext cx="11077207" cy="346399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r>
              <a:rPr lang="de-DE" err="1"/>
              <a:t>Corpo</a:t>
            </a:r>
            <a:r>
              <a:rPr lang="de-DE"/>
              <a:t> del </a:t>
            </a:r>
            <a:r>
              <a:rPr lang="de-DE" err="1"/>
              <a:t>testo</a:t>
            </a:r>
            <a:r>
              <a:rPr lang="de-DE"/>
              <a:t>, 18pt</a:t>
            </a:r>
          </a:p>
        </p:txBody>
      </p:sp>
      <p:sp>
        <p:nvSpPr>
          <p:cNvPr id="7" name="Textplatzhalter 11">
            <a:extLst>
              <a:ext uri="{FF2B5EF4-FFF2-40B4-BE49-F238E27FC236}">
                <a16:creationId xmlns:a16="http://schemas.microsoft.com/office/drawing/2014/main" id="{EEB6053C-CF46-44BE-90A9-65ECF542846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12933" y="5222405"/>
            <a:ext cx="5214755" cy="276999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800">
                <a:solidFill>
                  <a:schemeClr val="tx2"/>
                </a:solidFill>
              </a:defRPr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de-DE" err="1"/>
              <a:t>Corpo</a:t>
            </a:r>
            <a:r>
              <a:rPr lang="de-DE"/>
              <a:t> del </a:t>
            </a:r>
            <a:r>
              <a:rPr lang="de-DE" err="1"/>
              <a:t>testo</a:t>
            </a:r>
            <a:r>
              <a:rPr lang="de-DE"/>
              <a:t>, 18pt</a:t>
            </a:r>
          </a:p>
        </p:txBody>
      </p:sp>
      <p:sp>
        <p:nvSpPr>
          <p:cNvPr id="8" name="Textplatzhalter 11">
            <a:extLst>
              <a:ext uri="{FF2B5EF4-FFF2-40B4-BE49-F238E27FC236}">
                <a16:creationId xmlns:a16="http://schemas.microsoft.com/office/drawing/2014/main" id="{9E9925A0-31C4-40C3-84C7-43A683B2370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203949" y="5214857"/>
            <a:ext cx="5292725" cy="276999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800">
                <a:solidFill>
                  <a:schemeClr val="tx2"/>
                </a:solidFill>
              </a:defRPr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de-DE" err="1"/>
              <a:t>Corpo</a:t>
            </a:r>
            <a:r>
              <a:rPr lang="de-DE"/>
              <a:t> del </a:t>
            </a:r>
            <a:r>
              <a:rPr lang="de-DE" err="1"/>
              <a:t>testo</a:t>
            </a:r>
            <a:r>
              <a:rPr lang="de-DE"/>
              <a:t>, 18pt</a:t>
            </a: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FD54DB31-C785-044A-8A38-3F68DD1F2B3B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18523" y="409465"/>
            <a:ext cx="11089875" cy="454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6800" rIns="90000" bIns="46800" numCol="1" anchor="b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it-IT"/>
              <a:t>Titolo SEGOE </a:t>
            </a:r>
            <a:r>
              <a:rPr lang="it-IT" err="1"/>
              <a:t>Ui</a:t>
            </a:r>
            <a:r>
              <a:rPr lang="it-IT"/>
              <a:t> 26pt </a:t>
            </a:r>
          </a:p>
        </p:txBody>
      </p:sp>
      <p:sp>
        <p:nvSpPr>
          <p:cNvPr id="12" name="Segnaposto contenuto 3">
            <a:extLst>
              <a:ext uri="{FF2B5EF4-FFF2-40B4-BE49-F238E27FC236}">
                <a16:creationId xmlns:a16="http://schemas.microsoft.com/office/drawing/2014/main" id="{82ED4D53-1906-904A-AFE2-0BAFA5316B20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421548" y="912709"/>
            <a:ext cx="11089875" cy="301557"/>
          </a:xfrm>
        </p:spPr>
        <p:txBody>
          <a:bodyPr>
            <a:spAutoFit/>
          </a:bodyPr>
          <a:lstStyle>
            <a:lvl1pPr>
              <a:defRPr b="1"/>
            </a:lvl1pPr>
          </a:lstStyle>
          <a:p>
            <a:r>
              <a:rPr lang="x-none" sz="1800"/>
              <a:t>Sottotitolo Segoe UI 18pt</a:t>
            </a:r>
          </a:p>
        </p:txBody>
      </p:sp>
    </p:spTree>
    <p:extLst>
      <p:ext uri="{BB962C8B-B14F-4D97-AF65-F5344CB8AC3E}">
        <p14:creationId xmlns:p14="http://schemas.microsoft.com/office/powerpoint/2010/main" val="309341080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grafi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Diagrammplatzhalter 12"/>
          <p:cNvSpPr>
            <a:spLocks noGrp="1"/>
          </p:cNvSpPr>
          <p:nvPr>
            <p:ph type="chart" sz="quarter" idx="17" hasCustomPrompt="1"/>
          </p:nvPr>
        </p:nvSpPr>
        <p:spPr>
          <a:xfrm>
            <a:off x="6203949" y="2453665"/>
            <a:ext cx="5292725" cy="356772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spcAft>
                <a:spcPts val="1143"/>
              </a:spcAft>
              <a:buNone/>
              <a:defRPr sz="1905">
                <a:solidFill>
                  <a:schemeClr val="tx2"/>
                </a:solidFill>
              </a:defRPr>
            </a:lvl1pPr>
          </a:lstStyle>
          <a:p>
            <a:r>
              <a:rPr lang="de-DE" err="1"/>
              <a:t>Grafico</a:t>
            </a:r>
            <a:endParaRPr lang="de-DE"/>
          </a:p>
        </p:txBody>
      </p:sp>
      <p:sp>
        <p:nvSpPr>
          <p:cNvPr id="21" name="Diagrammplatzhalter 12"/>
          <p:cNvSpPr>
            <a:spLocks noGrp="1"/>
          </p:cNvSpPr>
          <p:nvPr>
            <p:ph type="chart" sz="quarter" idx="11" hasCustomPrompt="1"/>
          </p:nvPr>
        </p:nvSpPr>
        <p:spPr>
          <a:xfrm>
            <a:off x="442913" y="2453665"/>
            <a:ext cx="5184775" cy="356772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spcAft>
                <a:spcPts val="1143"/>
              </a:spcAft>
              <a:buNone/>
              <a:defRPr sz="1905">
                <a:solidFill>
                  <a:schemeClr val="tx2"/>
                </a:solidFill>
              </a:defRPr>
            </a:lvl1pPr>
          </a:lstStyle>
          <a:p>
            <a:r>
              <a:rPr lang="de-DE" err="1"/>
              <a:t>Grafico</a:t>
            </a:r>
            <a:endParaRPr lang="de-DE"/>
          </a:p>
        </p:txBody>
      </p:sp>
      <p:sp>
        <p:nvSpPr>
          <p:cNvPr id="9" name="Textplatzhalter 5">
            <a:extLst>
              <a:ext uri="{FF2B5EF4-FFF2-40B4-BE49-F238E27FC236}">
                <a16:creationId xmlns:a16="http://schemas.microsoft.com/office/drawing/2014/main" id="{3C640ECA-70EE-F847-9CB9-5C37C390924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42913" y="1532028"/>
            <a:ext cx="5184775" cy="276999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lang="de-DE" sz="1800" b="1" dirty="0"/>
            </a:lvl1pPr>
            <a:lvl2pPr>
              <a:defRPr lang="de-DE" dirty="0"/>
            </a:lvl2pPr>
            <a:lvl3pPr>
              <a:defRPr lang="de-DE" dirty="0"/>
            </a:lvl3pPr>
            <a:lvl4pPr>
              <a:defRPr lang="de-DE" dirty="0"/>
            </a:lvl4pPr>
            <a:lvl5pPr>
              <a:defRPr lang="de-DE" dirty="0"/>
            </a:lvl5pPr>
          </a:lstStyle>
          <a:p>
            <a:pPr lvl="0"/>
            <a:r>
              <a:rPr lang="de-DE" err="1"/>
              <a:t>Titolo</a:t>
            </a:r>
            <a:r>
              <a:rPr lang="de-DE"/>
              <a:t>, 18pt</a:t>
            </a:r>
          </a:p>
        </p:txBody>
      </p:sp>
      <p:sp>
        <p:nvSpPr>
          <p:cNvPr id="10" name="Textplatzhalter 5">
            <a:extLst>
              <a:ext uri="{FF2B5EF4-FFF2-40B4-BE49-F238E27FC236}">
                <a16:creationId xmlns:a16="http://schemas.microsoft.com/office/drawing/2014/main" id="{4BC9D79D-0F54-F844-BBAB-D87104A7CBB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03949" y="1532028"/>
            <a:ext cx="5292725" cy="276999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lang="de-DE" sz="1800" b="1" dirty="0"/>
            </a:lvl1pPr>
            <a:lvl2pPr>
              <a:defRPr lang="de-DE" dirty="0"/>
            </a:lvl2pPr>
            <a:lvl3pPr>
              <a:defRPr lang="de-DE" dirty="0"/>
            </a:lvl3pPr>
            <a:lvl4pPr>
              <a:defRPr lang="de-DE" dirty="0"/>
            </a:lvl4pPr>
            <a:lvl5pPr>
              <a:defRPr lang="de-DE" dirty="0"/>
            </a:lvl5pPr>
          </a:lstStyle>
          <a:p>
            <a:pPr lvl="0"/>
            <a:r>
              <a:rPr lang="de-DE" err="1"/>
              <a:t>Titolo</a:t>
            </a:r>
            <a:r>
              <a:rPr lang="de-DE"/>
              <a:t>, 18pt</a:t>
            </a: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EF68BAB4-8779-B24A-A60E-DE89513EE9E6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18523" y="409465"/>
            <a:ext cx="11089875" cy="454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6800" rIns="90000" bIns="46800" numCol="1" anchor="b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it-IT"/>
              <a:t>Titolo SEGOE </a:t>
            </a:r>
            <a:r>
              <a:rPr lang="it-IT" err="1"/>
              <a:t>Ui</a:t>
            </a:r>
            <a:r>
              <a:rPr lang="it-IT"/>
              <a:t> 26pt </a:t>
            </a:r>
          </a:p>
        </p:txBody>
      </p:sp>
      <p:sp>
        <p:nvSpPr>
          <p:cNvPr id="13" name="Segnaposto contenuto 3">
            <a:extLst>
              <a:ext uri="{FF2B5EF4-FFF2-40B4-BE49-F238E27FC236}">
                <a16:creationId xmlns:a16="http://schemas.microsoft.com/office/drawing/2014/main" id="{5B163E3F-A6E6-9B4B-867C-A787B55F672B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421548" y="912709"/>
            <a:ext cx="11089875" cy="301557"/>
          </a:xfrm>
        </p:spPr>
        <p:txBody>
          <a:bodyPr>
            <a:spAutoFit/>
          </a:bodyPr>
          <a:lstStyle>
            <a:lvl1pPr>
              <a:defRPr b="1"/>
            </a:lvl1pPr>
          </a:lstStyle>
          <a:p>
            <a:r>
              <a:rPr lang="x-none" sz="1800"/>
              <a:t>Sottotitolo Segoe UI 18pt</a:t>
            </a:r>
          </a:p>
        </p:txBody>
      </p:sp>
    </p:spTree>
    <p:extLst>
      <p:ext uri="{BB962C8B-B14F-4D97-AF65-F5344CB8AC3E}">
        <p14:creationId xmlns:p14="http://schemas.microsoft.com/office/powerpoint/2010/main" val="342657876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grafici+2 box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Diagrammplatzhalter 12"/>
          <p:cNvSpPr>
            <a:spLocks noGrp="1"/>
          </p:cNvSpPr>
          <p:nvPr>
            <p:ph type="chart" sz="quarter" idx="17" hasCustomPrompt="1"/>
          </p:nvPr>
        </p:nvSpPr>
        <p:spPr>
          <a:xfrm>
            <a:off x="6203950" y="2022895"/>
            <a:ext cx="5292725" cy="316981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spcAft>
                <a:spcPts val="1143"/>
              </a:spcAft>
              <a:buNone/>
              <a:defRPr sz="1905">
                <a:solidFill>
                  <a:schemeClr val="tx2"/>
                </a:solidFill>
              </a:defRPr>
            </a:lvl1pPr>
          </a:lstStyle>
          <a:p>
            <a:r>
              <a:rPr lang="de-DE" err="1"/>
              <a:t>Grafico</a:t>
            </a:r>
            <a:endParaRPr lang="de-DE"/>
          </a:p>
        </p:txBody>
      </p:sp>
      <p:sp>
        <p:nvSpPr>
          <p:cNvPr id="21" name="Diagrammplatzhalter 12"/>
          <p:cNvSpPr>
            <a:spLocks noGrp="1"/>
          </p:cNvSpPr>
          <p:nvPr>
            <p:ph type="chart" sz="quarter" idx="11" hasCustomPrompt="1"/>
          </p:nvPr>
        </p:nvSpPr>
        <p:spPr>
          <a:xfrm>
            <a:off x="442914" y="2022895"/>
            <a:ext cx="5184774" cy="316981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spcAft>
                <a:spcPts val="1143"/>
              </a:spcAft>
              <a:buNone/>
              <a:defRPr sz="1905">
                <a:solidFill>
                  <a:schemeClr val="tx2"/>
                </a:solidFill>
              </a:defRPr>
            </a:lvl1pPr>
          </a:lstStyle>
          <a:p>
            <a:r>
              <a:rPr lang="de-DE" err="1"/>
              <a:t>Grafico</a:t>
            </a:r>
            <a:endParaRPr lang="de-DE"/>
          </a:p>
        </p:txBody>
      </p:sp>
      <p:sp>
        <p:nvSpPr>
          <p:cNvPr id="18" name="Textplatzhalter 11">
            <a:extLst>
              <a:ext uri="{FF2B5EF4-FFF2-40B4-BE49-F238E27FC236}">
                <a16:creationId xmlns:a16="http://schemas.microsoft.com/office/drawing/2014/main" id="{C94BF87A-4168-490F-978E-0E236ECF2C8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12933" y="5333389"/>
            <a:ext cx="5184774" cy="276999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800">
                <a:solidFill>
                  <a:schemeClr val="tx2"/>
                </a:solidFill>
              </a:defRPr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de-DE" err="1"/>
              <a:t>Corpo</a:t>
            </a:r>
            <a:r>
              <a:rPr lang="de-DE"/>
              <a:t> del </a:t>
            </a:r>
            <a:r>
              <a:rPr lang="de-DE" err="1"/>
              <a:t>testo</a:t>
            </a:r>
            <a:r>
              <a:rPr lang="de-DE"/>
              <a:t>, 18pt</a:t>
            </a:r>
          </a:p>
        </p:txBody>
      </p:sp>
      <p:sp>
        <p:nvSpPr>
          <p:cNvPr id="19" name="Textplatzhalter 11">
            <a:extLst>
              <a:ext uri="{FF2B5EF4-FFF2-40B4-BE49-F238E27FC236}">
                <a16:creationId xmlns:a16="http://schemas.microsoft.com/office/drawing/2014/main" id="{07EBA98E-7FB6-41CF-9066-E46C1EEF5C6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224590" y="5333390"/>
            <a:ext cx="5292725" cy="276999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800">
                <a:solidFill>
                  <a:schemeClr val="tx2"/>
                </a:solidFill>
              </a:defRPr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de-DE" err="1"/>
              <a:t>Corpo</a:t>
            </a:r>
            <a:r>
              <a:rPr lang="de-DE"/>
              <a:t> del </a:t>
            </a:r>
            <a:r>
              <a:rPr lang="de-DE" err="1"/>
              <a:t>testo</a:t>
            </a:r>
            <a:r>
              <a:rPr lang="de-DE"/>
              <a:t>, 18pt</a:t>
            </a:r>
          </a:p>
        </p:txBody>
      </p:sp>
      <p:sp>
        <p:nvSpPr>
          <p:cNvPr id="9" name="Textplatzhalter 5">
            <a:extLst>
              <a:ext uri="{FF2B5EF4-FFF2-40B4-BE49-F238E27FC236}">
                <a16:creationId xmlns:a16="http://schemas.microsoft.com/office/drawing/2014/main" id="{E38D7126-5EA2-1642-A2DF-1895460FBE9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42913" y="1532029"/>
            <a:ext cx="5184775" cy="276999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lang="de-DE" sz="1800" b="1" dirty="0"/>
            </a:lvl1pPr>
            <a:lvl2pPr>
              <a:defRPr lang="de-DE" dirty="0"/>
            </a:lvl2pPr>
            <a:lvl3pPr>
              <a:defRPr lang="de-DE" dirty="0"/>
            </a:lvl3pPr>
            <a:lvl4pPr>
              <a:defRPr lang="de-DE" dirty="0"/>
            </a:lvl4pPr>
            <a:lvl5pPr>
              <a:defRPr lang="de-DE" dirty="0"/>
            </a:lvl5pPr>
          </a:lstStyle>
          <a:p>
            <a:pPr lvl="0"/>
            <a:r>
              <a:rPr lang="de-DE" err="1"/>
              <a:t>Titolo</a:t>
            </a:r>
            <a:r>
              <a:rPr lang="de-DE"/>
              <a:t>, 18pt</a:t>
            </a:r>
          </a:p>
        </p:txBody>
      </p:sp>
      <p:sp>
        <p:nvSpPr>
          <p:cNvPr id="10" name="Textplatzhalter 5">
            <a:extLst>
              <a:ext uri="{FF2B5EF4-FFF2-40B4-BE49-F238E27FC236}">
                <a16:creationId xmlns:a16="http://schemas.microsoft.com/office/drawing/2014/main" id="{67DF5F7D-3B91-0E43-8AA1-55D3C9ED2A1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11685" y="1532029"/>
            <a:ext cx="5284989" cy="276999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lang="de-DE" sz="1800" b="1" dirty="0"/>
            </a:lvl1pPr>
            <a:lvl2pPr>
              <a:defRPr lang="de-DE" dirty="0"/>
            </a:lvl2pPr>
            <a:lvl3pPr>
              <a:defRPr lang="de-DE" dirty="0"/>
            </a:lvl3pPr>
            <a:lvl4pPr>
              <a:defRPr lang="de-DE" dirty="0"/>
            </a:lvl4pPr>
            <a:lvl5pPr>
              <a:defRPr lang="de-DE" dirty="0"/>
            </a:lvl5pPr>
          </a:lstStyle>
          <a:p>
            <a:pPr lvl="0"/>
            <a:r>
              <a:rPr lang="de-DE" err="1"/>
              <a:t>Titolo</a:t>
            </a:r>
            <a:r>
              <a:rPr lang="de-DE"/>
              <a:t>, 18pt</a:t>
            </a:r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014DB523-88EE-7B4B-90C3-53F64FD7F220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18523" y="409465"/>
            <a:ext cx="11089875" cy="454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6800" rIns="90000" bIns="46800" numCol="1" anchor="b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it-IT"/>
              <a:t>Titolo SEGOE </a:t>
            </a:r>
            <a:r>
              <a:rPr lang="it-IT" err="1"/>
              <a:t>Ui</a:t>
            </a:r>
            <a:r>
              <a:rPr lang="it-IT"/>
              <a:t> 26pt </a:t>
            </a:r>
          </a:p>
        </p:txBody>
      </p:sp>
      <p:sp>
        <p:nvSpPr>
          <p:cNvPr id="14" name="Segnaposto contenuto 3">
            <a:extLst>
              <a:ext uri="{FF2B5EF4-FFF2-40B4-BE49-F238E27FC236}">
                <a16:creationId xmlns:a16="http://schemas.microsoft.com/office/drawing/2014/main" id="{43EE7BC3-E2E5-B741-8A57-F09E42944AB8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421548" y="912709"/>
            <a:ext cx="11089875" cy="301557"/>
          </a:xfrm>
        </p:spPr>
        <p:txBody>
          <a:bodyPr>
            <a:spAutoFit/>
          </a:bodyPr>
          <a:lstStyle>
            <a:lvl1pPr>
              <a:defRPr b="1"/>
            </a:lvl1pPr>
          </a:lstStyle>
          <a:p>
            <a:r>
              <a:rPr lang="x-none" sz="1800"/>
              <a:t>Sottotitolo Segoe UI 18pt</a:t>
            </a:r>
          </a:p>
        </p:txBody>
      </p:sp>
    </p:spTree>
    <p:extLst>
      <p:ext uri="{BB962C8B-B14F-4D97-AF65-F5344CB8AC3E}">
        <p14:creationId xmlns:p14="http://schemas.microsoft.com/office/powerpoint/2010/main" val="279958488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agina bianca base nome societ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11">
            <a:extLst>
              <a:ext uri="{FF2B5EF4-FFF2-40B4-BE49-F238E27FC236}">
                <a16:creationId xmlns:a16="http://schemas.microsoft.com/office/drawing/2014/main" id="{5D62F014-13FA-0147-8E63-76756271074D}"/>
              </a:ext>
            </a:extLst>
          </p:cNvPr>
          <p:cNvSpPr>
            <a:spLocks noChangeAspect="1"/>
          </p:cNvSpPr>
          <p:nvPr userDrawn="1"/>
        </p:nvSpPr>
        <p:spPr>
          <a:xfrm>
            <a:off x="3262395" y="1515201"/>
            <a:ext cx="828675" cy="828675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anchor="ctr">
            <a:spAutoFit/>
          </a:bodyPr>
          <a:lstStyle/>
          <a:p>
            <a:pPr algn="ctr" defTabSz="121917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200" spc="-150">
              <a:solidFill>
                <a:srgbClr val="FFFFFF"/>
              </a:solidFill>
            </a:endParaRPr>
          </a:p>
        </p:txBody>
      </p:sp>
      <p:sp>
        <p:nvSpPr>
          <p:cNvPr id="5" name="Oval 13">
            <a:extLst>
              <a:ext uri="{FF2B5EF4-FFF2-40B4-BE49-F238E27FC236}">
                <a16:creationId xmlns:a16="http://schemas.microsoft.com/office/drawing/2014/main" id="{B1B663ED-8C72-B648-ADAD-27A33DD3F6F6}"/>
              </a:ext>
            </a:extLst>
          </p:cNvPr>
          <p:cNvSpPr>
            <a:spLocks noChangeAspect="1"/>
          </p:cNvSpPr>
          <p:nvPr userDrawn="1"/>
        </p:nvSpPr>
        <p:spPr>
          <a:xfrm>
            <a:off x="3262395" y="2650244"/>
            <a:ext cx="828675" cy="828675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anchor="ctr">
            <a:spAutoFit/>
          </a:bodyPr>
          <a:lstStyle/>
          <a:p>
            <a:pPr algn="ctr" defTabSz="121917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200" spc="-150">
              <a:solidFill>
                <a:srgbClr val="FFFFFF"/>
              </a:solidFill>
            </a:endParaRPr>
          </a:p>
        </p:txBody>
      </p:sp>
      <p:sp>
        <p:nvSpPr>
          <p:cNvPr id="6" name="Oval 14">
            <a:extLst>
              <a:ext uri="{FF2B5EF4-FFF2-40B4-BE49-F238E27FC236}">
                <a16:creationId xmlns:a16="http://schemas.microsoft.com/office/drawing/2014/main" id="{7BDF6651-3051-D24D-9B62-D35DAE9E791D}"/>
              </a:ext>
            </a:extLst>
          </p:cNvPr>
          <p:cNvSpPr>
            <a:spLocks noChangeAspect="1"/>
          </p:cNvSpPr>
          <p:nvPr userDrawn="1"/>
        </p:nvSpPr>
        <p:spPr>
          <a:xfrm>
            <a:off x="3262395" y="3785287"/>
            <a:ext cx="828675" cy="828675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anchor="ctr">
            <a:spAutoFit/>
          </a:bodyPr>
          <a:lstStyle/>
          <a:p>
            <a:pPr algn="ctr" defTabSz="121917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200" spc="-150">
              <a:solidFill>
                <a:srgbClr val="FFFFFF"/>
              </a:solidFill>
            </a:endParaRPr>
          </a:p>
        </p:txBody>
      </p:sp>
      <p:sp>
        <p:nvSpPr>
          <p:cNvPr id="7" name="Oval 15">
            <a:extLst>
              <a:ext uri="{FF2B5EF4-FFF2-40B4-BE49-F238E27FC236}">
                <a16:creationId xmlns:a16="http://schemas.microsoft.com/office/drawing/2014/main" id="{2ECCE3F6-5B42-BE46-96E5-A8FA5C92A706}"/>
              </a:ext>
            </a:extLst>
          </p:cNvPr>
          <p:cNvSpPr>
            <a:spLocks noChangeAspect="1"/>
          </p:cNvSpPr>
          <p:nvPr userDrawn="1"/>
        </p:nvSpPr>
        <p:spPr>
          <a:xfrm>
            <a:off x="3262395" y="4920330"/>
            <a:ext cx="828675" cy="828675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anchor="ctr">
            <a:spAutoFit/>
          </a:bodyPr>
          <a:lstStyle/>
          <a:p>
            <a:pPr algn="ctr" defTabSz="121917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200" spc="-150">
              <a:solidFill>
                <a:srgbClr val="FFFFFF"/>
              </a:solidFill>
            </a:endParaRPr>
          </a:p>
        </p:txBody>
      </p:sp>
      <p:sp>
        <p:nvSpPr>
          <p:cNvPr id="8" name="Textplatzhalter 11">
            <a:extLst>
              <a:ext uri="{FF2B5EF4-FFF2-40B4-BE49-F238E27FC236}">
                <a16:creationId xmlns:a16="http://schemas.microsoft.com/office/drawing/2014/main" id="{8164DE08-DF82-CC42-9783-622CE3F6060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299889" y="2000921"/>
            <a:ext cx="4149124" cy="276999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800" baseline="0">
                <a:solidFill>
                  <a:schemeClr val="tx2"/>
                </a:solidFill>
              </a:defRPr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de-DE" err="1"/>
              <a:t>Corpo</a:t>
            </a:r>
            <a:r>
              <a:rPr lang="de-DE"/>
              <a:t> del </a:t>
            </a:r>
            <a:r>
              <a:rPr lang="de-DE" err="1"/>
              <a:t>testo</a:t>
            </a:r>
            <a:r>
              <a:rPr lang="de-DE"/>
              <a:t>, 14pt</a:t>
            </a:r>
          </a:p>
        </p:txBody>
      </p:sp>
      <p:sp>
        <p:nvSpPr>
          <p:cNvPr id="9" name="Textplatzhalter 11">
            <a:extLst>
              <a:ext uri="{FF2B5EF4-FFF2-40B4-BE49-F238E27FC236}">
                <a16:creationId xmlns:a16="http://schemas.microsoft.com/office/drawing/2014/main" id="{D55BB7E2-E9FB-A144-B1AE-9466C6FA27B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299889" y="1648630"/>
            <a:ext cx="4149124" cy="276999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800" b="1" i="0" baseline="0">
                <a:solidFill>
                  <a:schemeClr val="accent1"/>
                </a:solidFill>
              </a:defRPr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de-DE" err="1"/>
              <a:t>Titolo</a:t>
            </a:r>
            <a:r>
              <a:rPr lang="de-DE"/>
              <a:t> </a:t>
            </a:r>
            <a:r>
              <a:rPr lang="de-DE" err="1"/>
              <a:t>paragrafo</a:t>
            </a:r>
            <a:r>
              <a:rPr lang="de-DE"/>
              <a:t>, 14pt</a:t>
            </a:r>
          </a:p>
        </p:txBody>
      </p:sp>
      <p:sp>
        <p:nvSpPr>
          <p:cNvPr id="10" name="Textplatzhalter 11">
            <a:extLst>
              <a:ext uri="{FF2B5EF4-FFF2-40B4-BE49-F238E27FC236}">
                <a16:creationId xmlns:a16="http://schemas.microsoft.com/office/drawing/2014/main" id="{063C93B3-1654-4C48-B266-983DC3A017D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299889" y="3097248"/>
            <a:ext cx="4149124" cy="276999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800" baseline="0">
                <a:solidFill>
                  <a:schemeClr val="tx2"/>
                </a:solidFill>
              </a:defRPr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de-DE" err="1"/>
              <a:t>Corpo</a:t>
            </a:r>
            <a:r>
              <a:rPr lang="de-DE"/>
              <a:t> del </a:t>
            </a:r>
            <a:r>
              <a:rPr lang="de-DE" err="1"/>
              <a:t>testo</a:t>
            </a:r>
            <a:r>
              <a:rPr lang="de-DE"/>
              <a:t>, 14pt</a:t>
            </a:r>
          </a:p>
        </p:txBody>
      </p:sp>
      <p:sp>
        <p:nvSpPr>
          <p:cNvPr id="11" name="Textplatzhalter 11">
            <a:extLst>
              <a:ext uri="{FF2B5EF4-FFF2-40B4-BE49-F238E27FC236}">
                <a16:creationId xmlns:a16="http://schemas.microsoft.com/office/drawing/2014/main" id="{AA1852B2-E291-8245-8872-2A68EED448C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299889" y="2744957"/>
            <a:ext cx="4149124" cy="276999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800" b="1" i="0" baseline="0">
                <a:solidFill>
                  <a:schemeClr val="accent1"/>
                </a:solidFill>
              </a:defRPr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de-DE" err="1"/>
              <a:t>Titolo</a:t>
            </a:r>
            <a:r>
              <a:rPr lang="de-DE"/>
              <a:t> </a:t>
            </a:r>
            <a:r>
              <a:rPr lang="de-DE" err="1"/>
              <a:t>paragrafo</a:t>
            </a:r>
            <a:r>
              <a:rPr lang="de-DE"/>
              <a:t>, 14pt</a:t>
            </a:r>
          </a:p>
        </p:txBody>
      </p:sp>
      <p:sp>
        <p:nvSpPr>
          <p:cNvPr id="12" name="Textplatzhalter 11">
            <a:extLst>
              <a:ext uri="{FF2B5EF4-FFF2-40B4-BE49-F238E27FC236}">
                <a16:creationId xmlns:a16="http://schemas.microsoft.com/office/drawing/2014/main" id="{6522B304-F9AB-E34F-BE56-638005DF246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299889" y="4193575"/>
            <a:ext cx="4149124" cy="276999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800" baseline="0">
                <a:solidFill>
                  <a:schemeClr val="tx2"/>
                </a:solidFill>
              </a:defRPr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de-DE" err="1"/>
              <a:t>Corpo</a:t>
            </a:r>
            <a:r>
              <a:rPr lang="de-DE"/>
              <a:t> del </a:t>
            </a:r>
            <a:r>
              <a:rPr lang="de-DE" err="1"/>
              <a:t>testo</a:t>
            </a:r>
            <a:r>
              <a:rPr lang="de-DE"/>
              <a:t>, 14pt</a:t>
            </a:r>
          </a:p>
        </p:txBody>
      </p:sp>
      <p:sp>
        <p:nvSpPr>
          <p:cNvPr id="14" name="Textplatzhalter 11">
            <a:extLst>
              <a:ext uri="{FF2B5EF4-FFF2-40B4-BE49-F238E27FC236}">
                <a16:creationId xmlns:a16="http://schemas.microsoft.com/office/drawing/2014/main" id="{7F9C5BB6-2386-914B-9890-D9D90DD740D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299889" y="3841284"/>
            <a:ext cx="4149124" cy="276999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800" b="1" i="0" baseline="0">
                <a:solidFill>
                  <a:schemeClr val="accent1"/>
                </a:solidFill>
              </a:defRPr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de-DE" err="1"/>
              <a:t>Titolo</a:t>
            </a:r>
            <a:r>
              <a:rPr lang="de-DE"/>
              <a:t> </a:t>
            </a:r>
            <a:r>
              <a:rPr lang="de-DE" err="1"/>
              <a:t>paragrafo</a:t>
            </a:r>
            <a:r>
              <a:rPr lang="de-DE"/>
              <a:t>, 14pt</a:t>
            </a:r>
          </a:p>
        </p:txBody>
      </p:sp>
      <p:sp>
        <p:nvSpPr>
          <p:cNvPr id="15" name="Textplatzhalter 11">
            <a:extLst>
              <a:ext uri="{FF2B5EF4-FFF2-40B4-BE49-F238E27FC236}">
                <a16:creationId xmlns:a16="http://schemas.microsoft.com/office/drawing/2014/main" id="{30625A17-7FA6-CF47-A798-81E3D04207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299889" y="5289902"/>
            <a:ext cx="4149124" cy="276999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800" baseline="0">
                <a:solidFill>
                  <a:schemeClr val="tx2"/>
                </a:solidFill>
              </a:defRPr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de-DE" err="1"/>
              <a:t>Corpo</a:t>
            </a:r>
            <a:r>
              <a:rPr lang="de-DE"/>
              <a:t> del </a:t>
            </a:r>
            <a:r>
              <a:rPr lang="de-DE" err="1"/>
              <a:t>testo</a:t>
            </a:r>
            <a:r>
              <a:rPr lang="de-DE"/>
              <a:t>, 14pt</a:t>
            </a:r>
          </a:p>
        </p:txBody>
      </p:sp>
      <p:sp>
        <p:nvSpPr>
          <p:cNvPr id="17" name="Textplatzhalter 11">
            <a:extLst>
              <a:ext uri="{FF2B5EF4-FFF2-40B4-BE49-F238E27FC236}">
                <a16:creationId xmlns:a16="http://schemas.microsoft.com/office/drawing/2014/main" id="{7C8C6420-07E4-ED4F-8662-3A4C18FA2E4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299889" y="4937611"/>
            <a:ext cx="4149124" cy="276999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800" b="1" i="0" baseline="0">
                <a:solidFill>
                  <a:schemeClr val="accent1"/>
                </a:solidFill>
              </a:defRPr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de-DE" err="1"/>
              <a:t>Titolo</a:t>
            </a:r>
            <a:r>
              <a:rPr lang="de-DE"/>
              <a:t> </a:t>
            </a:r>
            <a:r>
              <a:rPr lang="de-DE" err="1"/>
              <a:t>paragrafo</a:t>
            </a:r>
            <a:r>
              <a:rPr lang="de-DE"/>
              <a:t>, 14pt</a:t>
            </a:r>
          </a:p>
        </p:txBody>
      </p:sp>
      <p:sp>
        <p:nvSpPr>
          <p:cNvPr id="18" name="Textplatzhalter 11">
            <a:extLst>
              <a:ext uri="{FF2B5EF4-FFF2-40B4-BE49-F238E27FC236}">
                <a16:creationId xmlns:a16="http://schemas.microsoft.com/office/drawing/2014/main" id="{EFC04EC3-23D2-104D-893B-2318167007A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262395" y="1685659"/>
            <a:ext cx="828676" cy="492443"/>
          </a:xfrm>
          <a:prstGeom prst="rect">
            <a:avLst/>
          </a:prstGeom>
        </p:spPr>
        <p:txBody>
          <a:bodyPr anchor="ctr" anchorCtr="1">
            <a:sp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3200" baseline="0">
                <a:solidFill>
                  <a:schemeClr val="bg1"/>
                </a:solidFill>
              </a:defRPr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de-DE"/>
              <a:t>N</a:t>
            </a:r>
          </a:p>
        </p:txBody>
      </p:sp>
      <p:sp>
        <p:nvSpPr>
          <p:cNvPr id="19" name="Textplatzhalter 11">
            <a:extLst>
              <a:ext uri="{FF2B5EF4-FFF2-40B4-BE49-F238E27FC236}">
                <a16:creationId xmlns:a16="http://schemas.microsoft.com/office/drawing/2014/main" id="{D68D71F3-A450-E940-8D76-219B632826A6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262394" y="2816018"/>
            <a:ext cx="828676" cy="492443"/>
          </a:xfrm>
          <a:prstGeom prst="rect">
            <a:avLst/>
          </a:prstGeom>
        </p:spPr>
        <p:txBody>
          <a:bodyPr anchor="ctr" anchorCtr="1">
            <a:sp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3200" baseline="0">
                <a:solidFill>
                  <a:schemeClr val="bg1"/>
                </a:solidFill>
              </a:defRPr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de-DE"/>
              <a:t>N</a:t>
            </a:r>
          </a:p>
        </p:txBody>
      </p:sp>
      <p:sp>
        <p:nvSpPr>
          <p:cNvPr id="20" name="Textplatzhalter 11">
            <a:extLst>
              <a:ext uri="{FF2B5EF4-FFF2-40B4-BE49-F238E27FC236}">
                <a16:creationId xmlns:a16="http://schemas.microsoft.com/office/drawing/2014/main" id="{0D7B2CFF-04DE-D04B-8747-4EA1C09642F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262393" y="3946377"/>
            <a:ext cx="828676" cy="492443"/>
          </a:xfrm>
          <a:prstGeom prst="rect">
            <a:avLst/>
          </a:prstGeom>
        </p:spPr>
        <p:txBody>
          <a:bodyPr anchor="ctr" anchorCtr="1">
            <a:sp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3200" baseline="0">
                <a:solidFill>
                  <a:schemeClr val="bg1"/>
                </a:solidFill>
              </a:defRPr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de-DE"/>
              <a:t>N</a:t>
            </a:r>
          </a:p>
        </p:txBody>
      </p:sp>
      <p:sp>
        <p:nvSpPr>
          <p:cNvPr id="21" name="Textplatzhalter 11">
            <a:extLst>
              <a:ext uri="{FF2B5EF4-FFF2-40B4-BE49-F238E27FC236}">
                <a16:creationId xmlns:a16="http://schemas.microsoft.com/office/drawing/2014/main" id="{725B82B9-7E2C-3E42-990F-7B83EE8CD67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262392" y="5076736"/>
            <a:ext cx="828676" cy="492443"/>
          </a:xfrm>
          <a:prstGeom prst="rect">
            <a:avLst/>
          </a:prstGeom>
        </p:spPr>
        <p:txBody>
          <a:bodyPr anchor="ctr" anchorCtr="1">
            <a:sp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3200" baseline="0">
                <a:solidFill>
                  <a:schemeClr val="bg1"/>
                </a:solidFill>
              </a:defRPr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de-DE"/>
              <a:t>N</a:t>
            </a:r>
          </a:p>
        </p:txBody>
      </p:sp>
      <p:sp>
        <p:nvSpPr>
          <p:cNvPr id="22" name="Rectangle 2">
            <a:extLst>
              <a:ext uri="{FF2B5EF4-FFF2-40B4-BE49-F238E27FC236}">
                <a16:creationId xmlns:a16="http://schemas.microsoft.com/office/drawing/2014/main" id="{002C1EB2-25F7-584B-8429-B262B30C33E6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18523" y="409465"/>
            <a:ext cx="11089875" cy="454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6800" rIns="90000" bIns="46800" numCol="1" anchor="b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it-IT"/>
              <a:t>Titolo SEGOE </a:t>
            </a:r>
            <a:r>
              <a:rPr lang="it-IT" err="1"/>
              <a:t>Ui</a:t>
            </a:r>
            <a:r>
              <a:rPr lang="it-IT"/>
              <a:t> 26pt </a:t>
            </a:r>
          </a:p>
        </p:txBody>
      </p:sp>
      <p:sp>
        <p:nvSpPr>
          <p:cNvPr id="23" name="Segnaposto contenuto 3">
            <a:extLst>
              <a:ext uri="{FF2B5EF4-FFF2-40B4-BE49-F238E27FC236}">
                <a16:creationId xmlns:a16="http://schemas.microsoft.com/office/drawing/2014/main" id="{BAAC87B5-90C3-AD4A-8372-F52644EEDECD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421548" y="912709"/>
            <a:ext cx="11089875" cy="301557"/>
          </a:xfrm>
        </p:spPr>
        <p:txBody>
          <a:bodyPr>
            <a:spAutoFit/>
          </a:bodyPr>
          <a:lstStyle>
            <a:lvl1pPr>
              <a:defRPr b="1"/>
            </a:lvl1pPr>
          </a:lstStyle>
          <a:p>
            <a:r>
              <a:rPr lang="x-none" sz="1800"/>
              <a:t>Sottotitolo Segoe UI 18pt</a:t>
            </a:r>
          </a:p>
        </p:txBody>
      </p:sp>
    </p:spTree>
    <p:extLst>
      <p:ext uri="{BB962C8B-B14F-4D97-AF65-F5344CB8AC3E}">
        <p14:creationId xmlns:p14="http://schemas.microsoft.com/office/powerpoint/2010/main" val="98425617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cap foto 1 boll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>
            <a:extLst>
              <a:ext uri="{FF2B5EF4-FFF2-40B4-BE49-F238E27FC236}">
                <a16:creationId xmlns:a16="http://schemas.microsoft.com/office/drawing/2014/main" id="{4D7DC163-16A3-6B4D-BD86-55DF641F30D3}"/>
              </a:ext>
            </a:extLst>
          </p:cNvPr>
          <p:cNvSpPr txBox="1"/>
          <p:nvPr userDrawn="1"/>
        </p:nvSpPr>
        <p:spPr>
          <a:xfrm>
            <a:off x="11492089" y="282222"/>
            <a:ext cx="0" cy="0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/>
            <a:endParaRPr lang="x-none" sz="2000" err="1">
              <a:solidFill>
                <a:schemeClr val="bg2"/>
              </a:solidFill>
            </a:endParaRPr>
          </a:p>
        </p:txBody>
      </p:sp>
      <p:pic>
        <p:nvPicPr>
          <p:cNvPr id="8" name="Segnaposto immagine 7" descr="Immagine che contiene cielo, esterni, montagna, natura&#10;&#10;Descrizione generata automaticamente">
            <a:extLst>
              <a:ext uri="{FF2B5EF4-FFF2-40B4-BE49-F238E27FC236}">
                <a16:creationId xmlns:a16="http://schemas.microsoft.com/office/drawing/2014/main" id="{D1275D96-A362-FA49-A3F1-E4B6FFE767B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-2459" y="0"/>
            <a:ext cx="11717867" cy="6858000"/>
          </a:xfrm>
          <a:prstGeom prst="rect">
            <a:avLst/>
          </a:prstGeom>
        </p:spPr>
      </p:pic>
      <p:sp>
        <p:nvSpPr>
          <p:cNvPr id="9" name="Ovale 8">
            <a:extLst>
              <a:ext uri="{FF2B5EF4-FFF2-40B4-BE49-F238E27FC236}">
                <a16:creationId xmlns:a16="http://schemas.microsoft.com/office/drawing/2014/main" id="{C1AD07F1-B6FE-3745-B7CB-1EEA38B786F9}"/>
              </a:ext>
            </a:extLst>
          </p:cNvPr>
          <p:cNvSpPr/>
          <p:nvPr userDrawn="1"/>
        </p:nvSpPr>
        <p:spPr>
          <a:xfrm>
            <a:off x="3625348" y="1283765"/>
            <a:ext cx="4569829" cy="4645025"/>
          </a:xfrm>
          <a:prstGeom prst="ellipse">
            <a:avLst/>
          </a:prstGeom>
          <a:solidFill>
            <a:srgbClr val="009FD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endParaRPr lang="it-IT" sz="1600">
              <a:solidFill>
                <a:schemeClr val="bg1"/>
              </a:solidFill>
              <a:cs typeface="Calibri" panose="020F0502020204030204" pitchFamily="34" charset="0"/>
            </a:endParaRPr>
          </a:p>
        </p:txBody>
      </p:sp>
      <p:sp>
        <p:nvSpPr>
          <p:cNvPr id="11" name="Textplatzhalter 11">
            <a:extLst>
              <a:ext uri="{FF2B5EF4-FFF2-40B4-BE49-F238E27FC236}">
                <a16:creationId xmlns:a16="http://schemas.microsoft.com/office/drawing/2014/main" id="{ADBE9827-3D75-A748-91B8-91F90100ADF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641272" y="3439581"/>
            <a:ext cx="4555672" cy="276999"/>
          </a:xfrm>
          <a:prstGeom prst="rect">
            <a:avLst/>
          </a:prstGeom>
        </p:spPr>
        <p:txBody>
          <a:bodyPr wrap="square" anchor="ctr" anchorCtr="1">
            <a:sp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800">
                <a:solidFill>
                  <a:schemeClr val="bg1"/>
                </a:solidFill>
              </a:defRPr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de-DE" err="1"/>
              <a:t>Corpo</a:t>
            </a:r>
            <a:r>
              <a:rPr lang="de-DE"/>
              <a:t> del </a:t>
            </a:r>
            <a:r>
              <a:rPr lang="de-DE" err="1"/>
              <a:t>testo</a:t>
            </a:r>
            <a:r>
              <a:rPr lang="de-DE"/>
              <a:t>, 18pt</a:t>
            </a:r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C62C2E1F-BEC8-6D42-8480-D70938E809D0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18523" y="409465"/>
            <a:ext cx="11089875" cy="454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6800" rIns="90000" bIns="46800" numCol="1" anchor="b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it-IT"/>
              <a:t>Titolo SEGOE </a:t>
            </a:r>
            <a:r>
              <a:rPr lang="it-IT" err="1"/>
              <a:t>Ui</a:t>
            </a:r>
            <a:r>
              <a:rPr lang="it-IT"/>
              <a:t> 26pt </a:t>
            </a:r>
          </a:p>
        </p:txBody>
      </p:sp>
      <p:sp>
        <p:nvSpPr>
          <p:cNvPr id="13" name="Segnaposto contenuto 3">
            <a:extLst>
              <a:ext uri="{FF2B5EF4-FFF2-40B4-BE49-F238E27FC236}">
                <a16:creationId xmlns:a16="http://schemas.microsoft.com/office/drawing/2014/main" id="{B28E514E-6F27-BD4B-857C-E6FB0EDBF869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421548" y="912709"/>
            <a:ext cx="11089875" cy="301557"/>
          </a:xfrm>
        </p:spPr>
        <p:txBody>
          <a:bodyPr>
            <a:spAutoFit/>
          </a:bodyPr>
          <a:lstStyle>
            <a:lvl1pPr>
              <a:defRPr b="1"/>
            </a:lvl1pPr>
          </a:lstStyle>
          <a:p>
            <a:r>
              <a:rPr lang="x-none" sz="1800"/>
              <a:t>Sottotitolo Segoe UI 18pt</a:t>
            </a:r>
          </a:p>
        </p:txBody>
      </p:sp>
    </p:spTree>
    <p:extLst>
      <p:ext uri="{BB962C8B-B14F-4D97-AF65-F5344CB8AC3E}">
        <p14:creationId xmlns:p14="http://schemas.microsoft.com/office/powerpoint/2010/main" val="3177423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cap foto 3 bolli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>
            <a:extLst>
              <a:ext uri="{FF2B5EF4-FFF2-40B4-BE49-F238E27FC236}">
                <a16:creationId xmlns:a16="http://schemas.microsoft.com/office/drawing/2014/main" id="{4D7DC163-16A3-6B4D-BD86-55DF641F30D3}"/>
              </a:ext>
            </a:extLst>
          </p:cNvPr>
          <p:cNvSpPr txBox="1"/>
          <p:nvPr userDrawn="1"/>
        </p:nvSpPr>
        <p:spPr>
          <a:xfrm>
            <a:off x="11492089" y="282222"/>
            <a:ext cx="0" cy="0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/>
            <a:endParaRPr lang="x-none" sz="2000" err="1">
              <a:solidFill>
                <a:schemeClr val="bg2"/>
              </a:solidFill>
            </a:endParaRPr>
          </a:p>
        </p:txBody>
      </p:sp>
      <p:sp>
        <p:nvSpPr>
          <p:cNvPr id="9" name="Ovale 3">
            <a:extLst>
              <a:ext uri="{FF2B5EF4-FFF2-40B4-BE49-F238E27FC236}">
                <a16:creationId xmlns:a16="http://schemas.microsoft.com/office/drawing/2014/main" id="{455AD537-D1D6-EB43-BE15-582A872713F5}"/>
              </a:ext>
            </a:extLst>
          </p:cNvPr>
          <p:cNvSpPr/>
          <p:nvPr userDrawn="1"/>
        </p:nvSpPr>
        <p:spPr>
          <a:xfrm>
            <a:off x="1004491" y="1957613"/>
            <a:ext cx="2929293" cy="2929293"/>
          </a:xfrm>
          <a:prstGeom prst="ellipse">
            <a:avLst/>
          </a:prstGeom>
          <a:solidFill>
            <a:srgbClr val="009FD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400">
              <a:solidFill>
                <a:schemeClr val="bg1"/>
              </a:solidFill>
              <a:cs typeface="Calibri" panose="020F0502020204030204" pitchFamily="34" charset="0"/>
            </a:endParaRPr>
          </a:p>
        </p:txBody>
      </p:sp>
      <p:sp>
        <p:nvSpPr>
          <p:cNvPr id="10" name="Ovale 3">
            <a:extLst>
              <a:ext uri="{FF2B5EF4-FFF2-40B4-BE49-F238E27FC236}">
                <a16:creationId xmlns:a16="http://schemas.microsoft.com/office/drawing/2014/main" id="{A903F4E0-DEAD-3340-A669-2775B6FE2883}"/>
              </a:ext>
            </a:extLst>
          </p:cNvPr>
          <p:cNvSpPr/>
          <p:nvPr userDrawn="1"/>
        </p:nvSpPr>
        <p:spPr>
          <a:xfrm>
            <a:off x="4439593" y="1957613"/>
            <a:ext cx="2929293" cy="2929293"/>
          </a:xfrm>
          <a:prstGeom prst="ellipse">
            <a:avLst/>
          </a:prstGeom>
          <a:solidFill>
            <a:srgbClr val="009FD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400">
              <a:solidFill>
                <a:schemeClr val="bg1"/>
              </a:solidFill>
              <a:cs typeface="Calibri" panose="020F0502020204030204" pitchFamily="34" charset="0"/>
            </a:endParaRPr>
          </a:p>
        </p:txBody>
      </p:sp>
      <p:sp>
        <p:nvSpPr>
          <p:cNvPr id="12" name="Ovale 3">
            <a:extLst>
              <a:ext uri="{FF2B5EF4-FFF2-40B4-BE49-F238E27FC236}">
                <a16:creationId xmlns:a16="http://schemas.microsoft.com/office/drawing/2014/main" id="{7B6B4F1D-CC7A-3343-A8E9-94ACA3D4ADCA}"/>
              </a:ext>
            </a:extLst>
          </p:cNvPr>
          <p:cNvSpPr/>
          <p:nvPr userDrawn="1"/>
        </p:nvSpPr>
        <p:spPr>
          <a:xfrm>
            <a:off x="7874695" y="1957613"/>
            <a:ext cx="2929293" cy="2929293"/>
          </a:xfrm>
          <a:prstGeom prst="ellipse">
            <a:avLst/>
          </a:prstGeom>
          <a:solidFill>
            <a:srgbClr val="009FD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400">
              <a:solidFill>
                <a:schemeClr val="bg1"/>
              </a:solidFill>
              <a:cs typeface="Calibri" panose="020F0502020204030204" pitchFamily="34" charset="0"/>
            </a:endParaRPr>
          </a:p>
          <a:p>
            <a:pPr algn="ctr"/>
            <a:endParaRPr lang="it-IT" sz="1400" b="1">
              <a:solidFill>
                <a:schemeClr val="bg1"/>
              </a:solidFill>
              <a:cs typeface="Calibri" panose="020F0502020204030204" pitchFamily="34" charset="0"/>
            </a:endParaRPr>
          </a:p>
        </p:txBody>
      </p:sp>
      <p:sp>
        <p:nvSpPr>
          <p:cNvPr id="13" name="Textplatzhalter 11">
            <a:extLst>
              <a:ext uri="{FF2B5EF4-FFF2-40B4-BE49-F238E27FC236}">
                <a16:creationId xmlns:a16="http://schemas.microsoft.com/office/drawing/2014/main" id="{104F3B48-5016-C242-9BF1-1CE860189E6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04491" y="3299149"/>
            <a:ext cx="2929293" cy="246221"/>
          </a:xfrm>
          <a:prstGeom prst="rect">
            <a:avLst/>
          </a:prstGeom>
        </p:spPr>
        <p:txBody>
          <a:bodyPr anchor="ctr" anchorCtr="1">
            <a:sp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600">
                <a:solidFill>
                  <a:schemeClr val="bg1"/>
                </a:solidFill>
              </a:defRPr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de-DE" err="1"/>
              <a:t>Corpo</a:t>
            </a:r>
            <a:r>
              <a:rPr lang="de-DE"/>
              <a:t> del </a:t>
            </a:r>
            <a:r>
              <a:rPr lang="de-DE" err="1"/>
              <a:t>testo</a:t>
            </a:r>
            <a:r>
              <a:rPr lang="de-DE"/>
              <a:t>, 16pt</a:t>
            </a:r>
          </a:p>
        </p:txBody>
      </p:sp>
      <p:sp>
        <p:nvSpPr>
          <p:cNvPr id="14" name="Textplatzhalter 11">
            <a:extLst>
              <a:ext uri="{FF2B5EF4-FFF2-40B4-BE49-F238E27FC236}">
                <a16:creationId xmlns:a16="http://schemas.microsoft.com/office/drawing/2014/main" id="{0A8A2363-2703-6A45-B989-A3B0117A026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437150" y="3305892"/>
            <a:ext cx="2929293" cy="246221"/>
          </a:xfrm>
          <a:prstGeom prst="rect">
            <a:avLst/>
          </a:prstGeom>
        </p:spPr>
        <p:txBody>
          <a:bodyPr anchor="ctr" anchorCtr="1">
            <a:sp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600">
                <a:solidFill>
                  <a:schemeClr val="bg1"/>
                </a:solidFill>
              </a:defRPr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de-DE" err="1"/>
              <a:t>Corpo</a:t>
            </a:r>
            <a:r>
              <a:rPr lang="de-DE"/>
              <a:t> del </a:t>
            </a:r>
            <a:r>
              <a:rPr lang="de-DE" err="1"/>
              <a:t>testo</a:t>
            </a:r>
            <a:r>
              <a:rPr lang="de-DE"/>
              <a:t>, 16pt</a:t>
            </a:r>
          </a:p>
        </p:txBody>
      </p:sp>
      <p:sp>
        <p:nvSpPr>
          <p:cNvPr id="15" name="Textplatzhalter 11">
            <a:extLst>
              <a:ext uri="{FF2B5EF4-FFF2-40B4-BE49-F238E27FC236}">
                <a16:creationId xmlns:a16="http://schemas.microsoft.com/office/drawing/2014/main" id="{607B227B-DBD9-5442-9C23-800903A4B60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872572" y="3312635"/>
            <a:ext cx="2929293" cy="246221"/>
          </a:xfrm>
          <a:prstGeom prst="rect">
            <a:avLst/>
          </a:prstGeom>
        </p:spPr>
        <p:txBody>
          <a:bodyPr anchor="ctr" anchorCtr="1">
            <a:sp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600">
                <a:solidFill>
                  <a:schemeClr val="bg1"/>
                </a:solidFill>
              </a:defRPr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de-DE" err="1"/>
              <a:t>Corpo</a:t>
            </a:r>
            <a:r>
              <a:rPr lang="de-DE"/>
              <a:t> del </a:t>
            </a:r>
            <a:r>
              <a:rPr lang="de-DE" err="1"/>
              <a:t>testo</a:t>
            </a:r>
            <a:r>
              <a:rPr lang="de-DE"/>
              <a:t>, 16pt</a:t>
            </a:r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474650FF-F2CE-894D-91B3-217BE546902D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18523" y="409465"/>
            <a:ext cx="11089875" cy="454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6800" rIns="90000" bIns="46800" numCol="1" anchor="b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it-IT"/>
              <a:t>Titolo SEGOE </a:t>
            </a:r>
            <a:r>
              <a:rPr lang="it-IT" err="1"/>
              <a:t>Ui</a:t>
            </a:r>
            <a:r>
              <a:rPr lang="it-IT"/>
              <a:t> 26pt </a:t>
            </a:r>
          </a:p>
        </p:txBody>
      </p:sp>
      <p:sp>
        <p:nvSpPr>
          <p:cNvPr id="19" name="Segnaposto contenuto 3">
            <a:extLst>
              <a:ext uri="{FF2B5EF4-FFF2-40B4-BE49-F238E27FC236}">
                <a16:creationId xmlns:a16="http://schemas.microsoft.com/office/drawing/2014/main" id="{EB0B26FC-103A-A84D-9ABD-DE7F72F68DBF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421548" y="912709"/>
            <a:ext cx="11089875" cy="301557"/>
          </a:xfrm>
        </p:spPr>
        <p:txBody>
          <a:bodyPr>
            <a:spAutoFit/>
          </a:bodyPr>
          <a:lstStyle>
            <a:lvl1pPr>
              <a:defRPr b="1"/>
            </a:lvl1pPr>
          </a:lstStyle>
          <a:p>
            <a:r>
              <a:rPr lang="x-none" sz="1800"/>
              <a:t>Sottotitolo Segoe UI 18pt</a:t>
            </a:r>
          </a:p>
        </p:txBody>
      </p:sp>
    </p:spTree>
    <p:extLst>
      <p:ext uri="{BB962C8B-B14F-4D97-AF65-F5344CB8AC3E}">
        <p14:creationId xmlns:p14="http://schemas.microsoft.com/office/powerpoint/2010/main" val="37704670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ibliografi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3">
            <a:extLst>
              <a:ext uri="{FF2B5EF4-FFF2-40B4-BE49-F238E27FC236}">
                <a16:creationId xmlns:a16="http://schemas.microsoft.com/office/drawing/2014/main" id="{7576439E-E391-4AE6-A2D0-589B441A86B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03950" y="3360242"/>
            <a:ext cx="5384254" cy="463846"/>
          </a:xfrm>
          <a:prstGeom prst="rect">
            <a:avLst/>
          </a:prstGeom>
        </p:spPr>
        <p:txBody>
          <a:bodyPr wrap="square">
            <a:spAutoFit/>
          </a:bodyPr>
          <a:lstStyle>
            <a:lvl1pPr algn="r">
              <a:lnSpc>
                <a:spcPct val="80000"/>
              </a:lnSpc>
              <a:defRPr sz="3000" b="0" cap="none" baseline="0">
                <a:solidFill>
                  <a:srgbClr val="009FDA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de-DE"/>
              <a:t>BIBLIOGRAFIA</a:t>
            </a:r>
            <a:endParaRPr lang="it-IT"/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62A75090-4B50-7F40-9990-80E003C21FD8}"/>
              </a:ext>
            </a:extLst>
          </p:cNvPr>
          <p:cNvSpPr/>
          <p:nvPr userDrawn="1"/>
        </p:nvSpPr>
        <p:spPr>
          <a:xfrm>
            <a:off x="11719112" y="0"/>
            <a:ext cx="472888" cy="6858000"/>
          </a:xfrm>
          <a:prstGeom prst="rect">
            <a:avLst/>
          </a:prstGeom>
          <a:solidFill>
            <a:srgbClr val="009FD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" name="Elemento grafico 10">
            <a:extLst>
              <a:ext uri="{FF2B5EF4-FFF2-40B4-BE49-F238E27FC236}">
                <a16:creationId xmlns:a16="http://schemas.microsoft.com/office/drawing/2014/main" id="{405F0AF0-AC96-5241-81D9-04B5207F80E8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62770" y="6226421"/>
            <a:ext cx="1243014" cy="426383"/>
          </a:xfrm>
          <a:prstGeom prst="rect">
            <a:avLst/>
          </a:prstGeom>
        </p:spPr>
      </p:pic>
      <p:sp>
        <p:nvSpPr>
          <p:cNvPr id="7" name="Segnaposto testo 2">
            <a:extLst>
              <a:ext uri="{FF2B5EF4-FFF2-40B4-BE49-F238E27FC236}">
                <a16:creationId xmlns:a16="http://schemas.microsoft.com/office/drawing/2014/main" id="{307A9D87-33AE-4A48-9094-9AE4DF8039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03949" y="3896751"/>
            <a:ext cx="5300341" cy="301557"/>
          </a:xfrm>
        </p:spPr>
        <p:txBody>
          <a:bodyPr wrap="square" anchor="t">
            <a:spAutoFit/>
          </a:bodyPr>
          <a:lstStyle>
            <a:lvl1pPr algn="r">
              <a:defRPr/>
            </a:lvl1pPr>
          </a:lstStyle>
          <a:p>
            <a:pPr lvl="0">
              <a:buClr>
                <a:srgbClr val="009FDA"/>
              </a:buClr>
            </a:pPr>
            <a:r>
              <a:rPr lang="it-IT" sz="1800"/>
              <a:t>Titolo del Libro - </a:t>
            </a:r>
            <a:r>
              <a:rPr lang="it-IT" sz="1800" i="1"/>
              <a:t>Autore</a:t>
            </a:r>
          </a:p>
        </p:txBody>
      </p:sp>
    </p:spTree>
    <p:extLst>
      <p:ext uri="{BB962C8B-B14F-4D97-AF65-F5344CB8AC3E}">
        <p14:creationId xmlns:p14="http://schemas.microsoft.com/office/powerpoint/2010/main" val="158690103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azi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>
            <a:extLst>
              <a:ext uri="{FF2B5EF4-FFF2-40B4-BE49-F238E27FC236}">
                <a16:creationId xmlns:a16="http://schemas.microsoft.com/office/drawing/2014/main" id="{CE42A533-B852-3D4A-B5F9-CEE6E2914D53}"/>
              </a:ext>
            </a:extLst>
          </p:cNvPr>
          <p:cNvSpPr/>
          <p:nvPr userDrawn="1"/>
        </p:nvSpPr>
        <p:spPr>
          <a:xfrm>
            <a:off x="11719112" y="0"/>
            <a:ext cx="472888" cy="6858000"/>
          </a:xfrm>
          <a:prstGeom prst="rect">
            <a:avLst/>
          </a:prstGeom>
          <a:solidFill>
            <a:srgbClr val="009FD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" name="Elemento grafico 7">
            <a:extLst>
              <a:ext uri="{FF2B5EF4-FFF2-40B4-BE49-F238E27FC236}">
                <a16:creationId xmlns:a16="http://schemas.microsoft.com/office/drawing/2014/main" id="{29F84E21-4B27-4A4F-B83C-99235F46A8C6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62770" y="6226421"/>
            <a:ext cx="1243014" cy="426383"/>
          </a:xfrm>
          <a:prstGeom prst="rect">
            <a:avLst/>
          </a:prstGeom>
        </p:spPr>
      </p:pic>
      <p:sp>
        <p:nvSpPr>
          <p:cNvPr id="5" name="Titel 3">
            <a:extLst>
              <a:ext uri="{FF2B5EF4-FFF2-40B4-BE49-F238E27FC236}">
                <a16:creationId xmlns:a16="http://schemas.microsoft.com/office/drawing/2014/main" id="{F5DB2D84-CE2D-8A4F-A7C4-646C8626190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03949" y="3199738"/>
            <a:ext cx="5395829" cy="612775"/>
          </a:xfrm>
          <a:prstGeom prst="rect">
            <a:avLst/>
          </a:prstGeom>
        </p:spPr>
        <p:txBody>
          <a:bodyPr/>
          <a:lstStyle>
            <a:lvl1pPr algn="r">
              <a:lnSpc>
                <a:spcPct val="80000"/>
              </a:lnSpc>
              <a:defRPr sz="3000" b="0" cap="none" baseline="0">
                <a:solidFill>
                  <a:srgbClr val="009FDA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de-DE"/>
              <a:t>GRAZIE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4316828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agina base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722CCA51-6207-3E47-BF24-B75FDD08EC46}"/>
              </a:ext>
            </a:extLst>
          </p:cNvPr>
          <p:cNvSpPr txBox="1"/>
          <p:nvPr userDrawn="1"/>
        </p:nvSpPr>
        <p:spPr>
          <a:xfrm>
            <a:off x="10496282" y="6478076"/>
            <a:ext cx="65" cy="307777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algn="l"/>
            <a:endParaRPr lang="it-DE" sz="2000" err="1">
              <a:solidFill>
                <a:schemeClr val="bg2"/>
              </a:solidFill>
              <a:latin typeface="Life Sans" panose="02000000000000000000" pitchFamily="2" charset="0"/>
            </a:endParaRP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EA11F89A-5729-0442-A96D-445D283C7590}"/>
              </a:ext>
            </a:extLst>
          </p:cNvPr>
          <p:cNvSpPr txBox="1"/>
          <p:nvPr userDrawn="1"/>
        </p:nvSpPr>
        <p:spPr>
          <a:xfrm>
            <a:off x="10831134" y="6362166"/>
            <a:ext cx="65" cy="307777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algn="l"/>
            <a:endParaRPr lang="it-DE" sz="2000" err="1">
              <a:solidFill>
                <a:schemeClr val="bg2"/>
              </a:solidFill>
              <a:latin typeface="Life Sans" panose="02000000000000000000" pitchFamily="2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8CD721DD-5D93-0742-8972-798CC5B7145B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18525" y="409468"/>
            <a:ext cx="11089874" cy="440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6800" rIns="90000" bIns="46800" numCol="1" anchor="t" anchorCtr="0" compatLnSpc="1">
            <a:prstTxWarp prst="textNoShape">
              <a:avLst/>
            </a:prstTxWarp>
            <a:spAutoFit/>
          </a:bodyPr>
          <a:lstStyle>
            <a:lvl1pPr>
              <a:defRPr>
                <a:latin typeface="Life Sans" panose="02000000000000000000" pitchFamily="2" charset="0"/>
              </a:defRPr>
            </a:lvl1pPr>
          </a:lstStyle>
          <a:p>
            <a:pPr lvl="0"/>
            <a:r>
              <a:rPr lang="it-IT"/>
              <a:t>Titolo Life Sans 25pt </a:t>
            </a: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5BB364E6-A72A-406C-A127-623F59EDE1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8171" y="3246441"/>
            <a:ext cx="472889" cy="365125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lvl1pPr algn="ctr">
              <a:defRPr lang="en-US" sz="1401" b="1" i="0" baseline="0" smtClean="0">
                <a:solidFill>
                  <a:schemeClr val="bg1"/>
                </a:solidFill>
                <a:latin typeface="Life Sans" panose="02000000000000000000" pitchFamily="2" charset="0"/>
              </a:defRPr>
            </a:lvl1pPr>
          </a:lstStyle>
          <a:p>
            <a:pPr defTabSz="1219201"/>
            <a:fld id="{D424896A-79E0-4944-BF7B-9D50BB71F74B}" type="slidenum">
              <a:rPr lang="de-DE" smtClean="0"/>
              <a:pPr defTabSz="1219201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5985612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pertina bianca visu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tangolo 7">
            <a:extLst>
              <a:ext uri="{FF2B5EF4-FFF2-40B4-BE49-F238E27FC236}">
                <a16:creationId xmlns:a16="http://schemas.microsoft.com/office/drawing/2014/main" id="{5E2D9794-4FDA-DC4D-B838-E0D85730A867}"/>
              </a:ext>
            </a:extLst>
          </p:cNvPr>
          <p:cNvSpPr/>
          <p:nvPr userDrawn="1"/>
        </p:nvSpPr>
        <p:spPr>
          <a:xfrm>
            <a:off x="11719112" y="0"/>
            <a:ext cx="472888" cy="6858000"/>
          </a:xfrm>
          <a:prstGeom prst="rect">
            <a:avLst/>
          </a:prstGeom>
          <a:solidFill>
            <a:srgbClr val="009FDA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itel 3">
            <a:extLst>
              <a:ext uri="{FF2B5EF4-FFF2-40B4-BE49-F238E27FC236}">
                <a16:creationId xmlns:a16="http://schemas.microsoft.com/office/drawing/2014/main" id="{5577DE2E-F011-ED4D-B08F-BB312F1A96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95064" y="3358139"/>
            <a:ext cx="5101612" cy="463846"/>
          </a:xfrm>
          <a:prstGeom prst="rect">
            <a:avLst/>
          </a:prstGeom>
        </p:spPr>
        <p:txBody>
          <a:bodyPr>
            <a:spAutoFit/>
          </a:bodyPr>
          <a:lstStyle>
            <a:lvl1pPr algn="r">
              <a:lnSpc>
                <a:spcPct val="80000"/>
              </a:lnSpc>
              <a:defRPr sz="3000" b="0" cap="none" baseline="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de-DE"/>
              <a:t>TITOLO, 30PT</a:t>
            </a:r>
            <a:endParaRPr lang="it-IT"/>
          </a:p>
        </p:txBody>
      </p:sp>
      <p:sp>
        <p:nvSpPr>
          <p:cNvPr id="7" name="Textplatzhalter 11">
            <a:extLst>
              <a:ext uri="{FF2B5EF4-FFF2-40B4-BE49-F238E27FC236}">
                <a16:creationId xmlns:a16="http://schemas.microsoft.com/office/drawing/2014/main" id="{3DDD7910-F509-334C-BE77-0110B10DAB5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395063" y="3916521"/>
            <a:ext cx="5112131" cy="307777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r">
              <a:lnSpc>
                <a:spcPct val="100000"/>
              </a:lnSpc>
              <a:spcAft>
                <a:spcPts val="600"/>
              </a:spcAft>
              <a:buNone/>
              <a:defRPr sz="2000" baseline="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de-DE" err="1"/>
              <a:t>Informazioni</a:t>
            </a:r>
            <a:r>
              <a:rPr lang="de-DE"/>
              <a:t> </a:t>
            </a:r>
            <a:r>
              <a:rPr lang="de-DE" err="1"/>
              <a:t>aggiuntive</a:t>
            </a:r>
            <a:r>
              <a:rPr lang="de-DE"/>
              <a:t>, 20pt</a:t>
            </a:r>
          </a:p>
        </p:txBody>
      </p:sp>
      <p:sp>
        <p:nvSpPr>
          <p:cNvPr id="9" name="Textplatzhalter 11">
            <a:extLst>
              <a:ext uri="{FF2B5EF4-FFF2-40B4-BE49-F238E27FC236}">
                <a16:creationId xmlns:a16="http://schemas.microsoft.com/office/drawing/2014/main" id="{4E2C4211-D150-2A42-B4D5-F16F09A812F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95063" y="4987979"/>
            <a:ext cx="5112131" cy="246221"/>
          </a:xfrm>
          <a:prstGeom prst="rect">
            <a:avLst/>
          </a:prstGeom>
        </p:spPr>
        <p:txBody>
          <a:bodyPr anchor="b">
            <a:spAutoFit/>
          </a:bodyPr>
          <a:lstStyle>
            <a:lvl1pPr marL="0" indent="0" algn="r">
              <a:lnSpc>
                <a:spcPct val="100000"/>
              </a:lnSpc>
              <a:spcAft>
                <a:spcPts val="600"/>
              </a:spcAft>
              <a:buNone/>
              <a:defRPr sz="1600" baseline="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it-IT"/>
              <a:t>00 mese 0000</a:t>
            </a:r>
          </a:p>
        </p:txBody>
      </p:sp>
      <p:pic>
        <p:nvPicPr>
          <p:cNvPr id="12" name="Image" descr="Image">
            <a:extLst>
              <a:ext uri="{FF2B5EF4-FFF2-40B4-BE49-F238E27FC236}">
                <a16:creationId xmlns:a16="http://schemas.microsoft.com/office/drawing/2014/main" id="{610FB577-3E27-154E-A5FF-4E7C3F6FB74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76137" y="6034031"/>
            <a:ext cx="1846296" cy="633302"/>
          </a:xfrm>
          <a:prstGeom prst="rect">
            <a:avLst/>
          </a:prstGeom>
          <a:ln w="12700">
            <a:miter lim="400000"/>
          </a:ln>
        </p:spPr>
      </p:pic>
      <p:pic>
        <p:nvPicPr>
          <p:cNvPr id="11" name="Immagine 10">
            <a:extLst>
              <a:ext uri="{FF2B5EF4-FFF2-40B4-BE49-F238E27FC236}">
                <a16:creationId xmlns:a16="http://schemas.microsoft.com/office/drawing/2014/main" id="{B9584A26-85A9-4646-9BB1-80897B183CE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620395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232718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pertina azzurra visual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tangolo 4">
            <a:extLst>
              <a:ext uri="{FF2B5EF4-FFF2-40B4-BE49-F238E27FC236}">
                <a16:creationId xmlns:a16="http://schemas.microsoft.com/office/drawing/2014/main" id="{2FFACC8B-9242-7E4F-8988-7FB1E1FD35BE}"/>
              </a:ext>
            </a:extLst>
          </p:cNvPr>
          <p:cNvSpPr/>
          <p:nvPr userDrawn="1"/>
        </p:nvSpPr>
        <p:spPr>
          <a:xfrm>
            <a:off x="11719112" y="3250874"/>
            <a:ext cx="472888" cy="356251"/>
          </a:xfrm>
          <a:prstGeom prst="rect">
            <a:avLst/>
          </a:prstGeom>
          <a:solidFill>
            <a:srgbClr val="009FDA"/>
          </a:solidFill>
          <a:ln>
            <a:solidFill>
              <a:srgbClr val="009F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/>
            <a:endParaRPr lang="it-IT"/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87DF3F80-6978-8A47-9044-E7705B5DE754}"/>
              </a:ext>
            </a:extLst>
          </p:cNvPr>
          <p:cNvSpPr txBox="1"/>
          <p:nvPr userDrawn="1"/>
        </p:nvSpPr>
        <p:spPr>
          <a:xfrm>
            <a:off x="13923818" y="4779818"/>
            <a:ext cx="0" cy="0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vert="horz" wrap="none" lIns="0" tIns="0" rIns="0" bIns="0" rtlCol="0">
            <a:noAutofit/>
          </a:bodyPr>
          <a:lstStyle/>
          <a:p>
            <a:pPr algn="l"/>
            <a:endParaRPr lang="x-none" sz="2000" err="1">
              <a:solidFill>
                <a:schemeClr val="bg1"/>
              </a:solidFill>
            </a:endParaRPr>
          </a:p>
        </p:txBody>
      </p:sp>
      <p:sp>
        <p:nvSpPr>
          <p:cNvPr id="15" name="Segnaposto numero diapositiva 5">
            <a:extLst>
              <a:ext uri="{FF2B5EF4-FFF2-40B4-BE49-F238E27FC236}">
                <a16:creationId xmlns:a16="http://schemas.microsoft.com/office/drawing/2014/main" id="{35E9E0F6-2753-4545-9D52-D333F0EFA148}"/>
              </a:ext>
            </a:extLst>
          </p:cNvPr>
          <p:cNvSpPr txBox="1">
            <a:spLocks/>
          </p:cNvSpPr>
          <p:nvPr userDrawn="1"/>
        </p:nvSpPr>
        <p:spPr>
          <a:xfrm>
            <a:off x="11866449" y="6534548"/>
            <a:ext cx="176330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>
            <a:defPPr>
              <a:defRPr lang="en-US"/>
            </a:defPPr>
            <a:lvl1pPr marL="0" algn="ctr" defTabSz="914400" rtl="0" eaLnBrk="1" latinLnBrk="0" hangingPunct="1">
              <a:defRPr lang="en-GB" sz="1000" b="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9170"/>
            <a:fld id="{B9D7DBFB-DCE9-42BC-A361-A0671D12ADFC}" type="slidenum">
              <a:rPr lang="it-IT" baseline="0" smtClean="0">
                <a:solidFill>
                  <a:srgbClr val="009FDA"/>
                </a:solidFill>
              </a:rPr>
              <a:pPr defTabSz="1219170"/>
              <a:t>‹N›</a:t>
            </a:fld>
            <a:endParaRPr lang="it-IT" baseline="0">
              <a:solidFill>
                <a:srgbClr val="009FDA"/>
              </a:solidFill>
            </a:endParaRPr>
          </a:p>
        </p:txBody>
      </p:sp>
      <p:sp>
        <p:nvSpPr>
          <p:cNvPr id="21" name="Titel 3">
            <a:extLst>
              <a:ext uri="{FF2B5EF4-FFF2-40B4-BE49-F238E27FC236}">
                <a16:creationId xmlns:a16="http://schemas.microsoft.com/office/drawing/2014/main" id="{FB9EDC09-F145-DE4C-A171-5D88764699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95064" y="3358139"/>
            <a:ext cx="5101612" cy="463846"/>
          </a:xfrm>
          <a:prstGeom prst="rect">
            <a:avLst/>
          </a:prstGeom>
        </p:spPr>
        <p:txBody>
          <a:bodyPr>
            <a:spAutoFit/>
          </a:bodyPr>
          <a:lstStyle>
            <a:lvl1pPr algn="r">
              <a:lnSpc>
                <a:spcPct val="80000"/>
              </a:lnSpc>
              <a:defRPr sz="3000" b="0" cap="none" baseline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de-DE"/>
              <a:t>TITOLO, 30PT</a:t>
            </a:r>
            <a:endParaRPr lang="it-IT"/>
          </a:p>
        </p:txBody>
      </p:sp>
      <p:sp>
        <p:nvSpPr>
          <p:cNvPr id="22" name="Textplatzhalter 11">
            <a:extLst>
              <a:ext uri="{FF2B5EF4-FFF2-40B4-BE49-F238E27FC236}">
                <a16:creationId xmlns:a16="http://schemas.microsoft.com/office/drawing/2014/main" id="{2E763346-954F-174F-B931-2AB4206476F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395063" y="3916521"/>
            <a:ext cx="5112131" cy="307777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r">
              <a:lnSpc>
                <a:spcPct val="100000"/>
              </a:lnSpc>
              <a:spcAft>
                <a:spcPts val="600"/>
              </a:spcAft>
              <a:buNone/>
              <a:defRPr sz="20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de-DE" err="1"/>
              <a:t>Informazioni</a:t>
            </a:r>
            <a:r>
              <a:rPr lang="de-DE"/>
              <a:t> </a:t>
            </a:r>
            <a:r>
              <a:rPr lang="de-DE" err="1"/>
              <a:t>aggiuntive</a:t>
            </a:r>
            <a:r>
              <a:rPr lang="de-DE"/>
              <a:t>, 20pt</a:t>
            </a:r>
          </a:p>
        </p:txBody>
      </p:sp>
      <p:sp>
        <p:nvSpPr>
          <p:cNvPr id="23" name="Textplatzhalter 11">
            <a:extLst>
              <a:ext uri="{FF2B5EF4-FFF2-40B4-BE49-F238E27FC236}">
                <a16:creationId xmlns:a16="http://schemas.microsoft.com/office/drawing/2014/main" id="{B2FE66A1-A718-1349-AB23-C8615C037F2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95063" y="4987979"/>
            <a:ext cx="5112131" cy="246221"/>
          </a:xfrm>
          <a:prstGeom prst="rect">
            <a:avLst/>
          </a:prstGeom>
        </p:spPr>
        <p:txBody>
          <a:bodyPr anchor="b">
            <a:spAutoFit/>
          </a:bodyPr>
          <a:lstStyle>
            <a:lvl1pPr marL="0" indent="0" algn="r">
              <a:lnSpc>
                <a:spcPct val="100000"/>
              </a:lnSpc>
              <a:spcAft>
                <a:spcPts val="600"/>
              </a:spcAft>
              <a:buNone/>
              <a:defRPr sz="16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it-IT"/>
              <a:t>00 mese 0000</a:t>
            </a:r>
          </a:p>
        </p:txBody>
      </p:sp>
      <p:pic>
        <p:nvPicPr>
          <p:cNvPr id="10" name="Image" descr="Image">
            <a:extLst>
              <a:ext uri="{FF2B5EF4-FFF2-40B4-BE49-F238E27FC236}">
                <a16:creationId xmlns:a16="http://schemas.microsoft.com/office/drawing/2014/main" id="{E03C53A8-4DFA-0C4A-9178-9D2BF448A19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76137" y="6034267"/>
            <a:ext cx="1851248" cy="635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1" name="Immagine 10">
            <a:extLst>
              <a:ext uri="{FF2B5EF4-FFF2-40B4-BE49-F238E27FC236}">
                <a16:creationId xmlns:a16="http://schemas.microsoft.com/office/drawing/2014/main" id="{80D0664B-6182-D74A-8310-9119A9AF176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618314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924986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ndic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tangolo 5">
            <a:extLst>
              <a:ext uri="{FF2B5EF4-FFF2-40B4-BE49-F238E27FC236}">
                <a16:creationId xmlns:a16="http://schemas.microsoft.com/office/drawing/2014/main" id="{62A75090-4B50-7F40-9990-80E003C21FD8}"/>
              </a:ext>
            </a:extLst>
          </p:cNvPr>
          <p:cNvSpPr/>
          <p:nvPr userDrawn="1"/>
        </p:nvSpPr>
        <p:spPr>
          <a:xfrm>
            <a:off x="11719112" y="0"/>
            <a:ext cx="472888" cy="6858000"/>
          </a:xfrm>
          <a:prstGeom prst="rect">
            <a:avLst/>
          </a:prstGeom>
          <a:solidFill>
            <a:srgbClr val="009FD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" name="Elemento grafico 10">
            <a:extLst>
              <a:ext uri="{FF2B5EF4-FFF2-40B4-BE49-F238E27FC236}">
                <a16:creationId xmlns:a16="http://schemas.microsoft.com/office/drawing/2014/main" id="{405F0AF0-AC96-5241-81D9-04B5207F80E8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62770" y="6226421"/>
            <a:ext cx="1243014" cy="426383"/>
          </a:xfrm>
          <a:prstGeom prst="rect">
            <a:avLst/>
          </a:prstGeom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05DEDBC4-5406-D647-9F4F-EEA325BFF2DE}"/>
              </a:ext>
            </a:extLst>
          </p:cNvPr>
          <p:cNvSpPr txBox="1"/>
          <p:nvPr userDrawn="1"/>
        </p:nvSpPr>
        <p:spPr>
          <a:xfrm>
            <a:off x="9804720" y="765369"/>
            <a:ext cx="18122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3600" b="1" kern="1200" baseline="0">
                <a:solidFill>
                  <a:srgbClr val="009FDA"/>
                </a:solidFill>
                <a:latin typeface="Segoe UI" panose="020B0502040204020203" pitchFamily="34" charset="0"/>
                <a:ea typeface="+mj-ea"/>
                <a:cs typeface="+mj-cs"/>
              </a:rPr>
              <a:t>Indice</a:t>
            </a:r>
          </a:p>
        </p:txBody>
      </p:sp>
    </p:spTree>
    <p:extLst>
      <p:ext uri="{BB962C8B-B14F-4D97-AF65-F5344CB8AC3E}">
        <p14:creationId xmlns:p14="http://schemas.microsoft.com/office/powerpoint/2010/main" val="376111661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accacapitolo bi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1">
            <a:extLst>
              <a:ext uri="{FF2B5EF4-FFF2-40B4-BE49-F238E27FC236}">
                <a16:creationId xmlns:a16="http://schemas.microsoft.com/office/drawing/2014/main" id="{D41908D1-14A6-584E-8374-A371572A382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03950" y="3293214"/>
            <a:ext cx="5309464" cy="30777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r">
              <a:lnSpc>
                <a:spcPct val="100000"/>
              </a:lnSpc>
              <a:spcAft>
                <a:spcPts val="600"/>
              </a:spcAft>
              <a:buNone/>
              <a:defRPr sz="2000" baseline="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de-DE" err="1"/>
              <a:t>Informazioni</a:t>
            </a:r>
            <a:r>
              <a:rPr lang="de-DE"/>
              <a:t> </a:t>
            </a:r>
            <a:r>
              <a:rPr lang="de-DE" err="1"/>
              <a:t>aggiuntive</a:t>
            </a:r>
            <a:r>
              <a:rPr lang="de-DE"/>
              <a:t>, 20pt</a:t>
            </a:r>
          </a:p>
        </p:txBody>
      </p:sp>
      <p:sp>
        <p:nvSpPr>
          <p:cNvPr id="3" name="Titel 3">
            <a:extLst>
              <a:ext uri="{FF2B5EF4-FFF2-40B4-BE49-F238E27FC236}">
                <a16:creationId xmlns:a16="http://schemas.microsoft.com/office/drawing/2014/main" id="{2A77A84A-C94C-1942-94C6-5FB12EA160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03950" y="695984"/>
            <a:ext cx="5380847" cy="759311"/>
          </a:xfrm>
          <a:prstGeom prst="rect">
            <a:avLst/>
          </a:prstGeom>
        </p:spPr>
        <p:txBody>
          <a:bodyPr wrap="square">
            <a:spAutoFit/>
          </a:bodyPr>
          <a:lstStyle>
            <a:lvl1pPr algn="r">
              <a:lnSpc>
                <a:spcPct val="80000"/>
              </a:lnSpc>
              <a:defRPr sz="5400" b="1" cap="none" baseline="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de-DE" err="1"/>
              <a:t>Titolo</a:t>
            </a:r>
            <a:r>
              <a:rPr lang="de-DE"/>
              <a:t>, 54pt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0387219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accacapitolo foto 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Bildplatzhalter 2">
            <a:extLst>
              <a:ext uri="{FF2B5EF4-FFF2-40B4-BE49-F238E27FC236}">
                <a16:creationId xmlns:a16="http://schemas.microsoft.com/office/drawing/2014/main" id="{AC6AC596-BC13-4ADC-9F89-565F9377B51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1717867" cy="6858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6350"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algn="ctr">
              <a:defRPr lang="de-DE" cap="all"/>
            </a:lvl1pPr>
          </a:lstStyle>
          <a:p>
            <a:pPr lvl="0" algn="ctr">
              <a:buNone/>
            </a:pPr>
            <a:r>
              <a:rPr lang="de-DE"/>
              <a:t>Foto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4D7DC163-16A3-6B4D-BD86-55DF641F30D3}"/>
              </a:ext>
            </a:extLst>
          </p:cNvPr>
          <p:cNvSpPr txBox="1"/>
          <p:nvPr userDrawn="1"/>
        </p:nvSpPr>
        <p:spPr>
          <a:xfrm>
            <a:off x="11492089" y="282222"/>
            <a:ext cx="65" cy="307777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algn="l"/>
            <a:endParaRPr lang="x-none" sz="2000" err="1">
              <a:solidFill>
                <a:schemeClr val="bg2"/>
              </a:solidFill>
            </a:endParaRPr>
          </a:p>
        </p:txBody>
      </p:sp>
      <p:sp>
        <p:nvSpPr>
          <p:cNvPr id="5" name="Textplatzhalter 11">
            <a:extLst>
              <a:ext uri="{FF2B5EF4-FFF2-40B4-BE49-F238E27FC236}">
                <a16:creationId xmlns:a16="http://schemas.microsoft.com/office/drawing/2014/main" id="{A7463064-DD9F-C948-819C-2C5CAC3A875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03950" y="3293214"/>
            <a:ext cx="5309464" cy="30777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r">
              <a:lnSpc>
                <a:spcPct val="100000"/>
              </a:lnSpc>
              <a:spcAft>
                <a:spcPts val="600"/>
              </a:spcAft>
              <a:buNone/>
              <a:defRPr sz="2000" baseline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de-DE" err="1"/>
              <a:t>Informazioni</a:t>
            </a:r>
            <a:r>
              <a:rPr lang="de-DE"/>
              <a:t> </a:t>
            </a:r>
            <a:r>
              <a:rPr lang="de-DE" err="1"/>
              <a:t>aggiuntive</a:t>
            </a:r>
            <a:r>
              <a:rPr lang="de-DE"/>
              <a:t>, 20pt</a:t>
            </a:r>
          </a:p>
        </p:txBody>
      </p:sp>
      <p:sp>
        <p:nvSpPr>
          <p:cNvPr id="8" name="Titel 3">
            <a:extLst>
              <a:ext uri="{FF2B5EF4-FFF2-40B4-BE49-F238E27FC236}">
                <a16:creationId xmlns:a16="http://schemas.microsoft.com/office/drawing/2014/main" id="{4D55E18E-2E41-7444-9850-F30EAB49DB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03950" y="672835"/>
            <a:ext cx="5380847" cy="759311"/>
          </a:xfrm>
          <a:prstGeom prst="rect">
            <a:avLst/>
          </a:prstGeom>
        </p:spPr>
        <p:txBody>
          <a:bodyPr wrap="square">
            <a:spAutoFit/>
          </a:bodyPr>
          <a:lstStyle>
            <a:lvl1pPr algn="r">
              <a:lnSpc>
                <a:spcPct val="80000"/>
              </a:lnSpc>
              <a:defRPr sz="5400" b="1" cap="none" baseline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de-DE" err="1"/>
              <a:t>Titolo</a:t>
            </a:r>
            <a:r>
              <a:rPr lang="de-DE"/>
              <a:t>, 54pt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3753052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accacapitolo azzurro chiaro">
    <p:bg>
      <p:bgPr>
        <a:solidFill>
          <a:srgbClr val="D3EE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3">
            <a:extLst>
              <a:ext uri="{FF2B5EF4-FFF2-40B4-BE49-F238E27FC236}">
                <a16:creationId xmlns:a16="http://schemas.microsoft.com/office/drawing/2014/main" id="{2888F105-AE18-9146-96EF-8554CBF2AD4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03950" y="728663"/>
            <a:ext cx="5380847" cy="726629"/>
          </a:xfrm>
          <a:prstGeom prst="rect">
            <a:avLst/>
          </a:prstGeom>
        </p:spPr>
        <p:txBody>
          <a:bodyPr/>
          <a:lstStyle>
            <a:lvl1pPr algn="r">
              <a:lnSpc>
                <a:spcPct val="80000"/>
              </a:lnSpc>
              <a:defRPr sz="5400" b="1" cap="none" baseline="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de-DE" err="1"/>
              <a:t>Titolo</a:t>
            </a:r>
            <a:r>
              <a:rPr lang="de-DE"/>
              <a:t>, 54pt</a:t>
            </a:r>
            <a:endParaRPr lang="it-IT"/>
          </a:p>
        </p:txBody>
      </p:sp>
      <p:sp>
        <p:nvSpPr>
          <p:cNvPr id="4" name="Textplatzhalter 11">
            <a:extLst>
              <a:ext uri="{FF2B5EF4-FFF2-40B4-BE49-F238E27FC236}">
                <a16:creationId xmlns:a16="http://schemas.microsoft.com/office/drawing/2014/main" id="{1773C808-30D8-7142-A0D3-36F0091641C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03950" y="3293214"/>
            <a:ext cx="5309464" cy="30777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r">
              <a:lnSpc>
                <a:spcPct val="100000"/>
              </a:lnSpc>
              <a:spcAft>
                <a:spcPts val="600"/>
              </a:spcAft>
              <a:buNone/>
              <a:defRPr sz="2000" baseline="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de-DE" err="1"/>
              <a:t>Informazioni</a:t>
            </a:r>
            <a:r>
              <a:rPr lang="de-DE"/>
              <a:t> </a:t>
            </a:r>
            <a:r>
              <a:rPr lang="de-DE" err="1"/>
              <a:t>aggiuntive</a:t>
            </a:r>
            <a:r>
              <a:rPr lang="de-DE"/>
              <a:t>, 20pt</a:t>
            </a:r>
          </a:p>
        </p:txBody>
      </p:sp>
    </p:spTree>
    <p:extLst>
      <p:ext uri="{BB962C8B-B14F-4D97-AF65-F5344CB8AC3E}">
        <p14:creationId xmlns:p14="http://schemas.microsoft.com/office/powerpoint/2010/main" val="192972162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sto 18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egnaposto testo 4">
            <a:extLst>
              <a:ext uri="{FF2B5EF4-FFF2-40B4-BE49-F238E27FC236}">
                <a16:creationId xmlns:a16="http://schemas.microsoft.com/office/drawing/2014/main" id="{84407104-BF19-0C4E-B52C-AC0309184EB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19091" y="1561562"/>
            <a:ext cx="11089307" cy="130151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Clr>
                <a:schemeClr val="tx2"/>
              </a:buClr>
              <a:buSzPct val="140000"/>
              <a:buFontTx/>
              <a:buNone/>
              <a:defRPr sz="1800"/>
            </a:lvl1pPr>
            <a:lvl2pPr marL="452437" indent="0">
              <a:buClr>
                <a:schemeClr val="tx2"/>
              </a:buClr>
              <a:buSzPct val="140000"/>
              <a:buFontTx/>
              <a:buNone/>
              <a:defRPr sz="1600"/>
            </a:lvl2pPr>
            <a:lvl3pPr marL="895350" indent="0">
              <a:buClr>
                <a:schemeClr val="tx2"/>
              </a:buClr>
              <a:buSzPct val="140000"/>
              <a:buFontTx/>
              <a:buNone/>
              <a:defRPr sz="1400"/>
            </a:lvl3pPr>
            <a:lvl4pPr marL="1343025" indent="0">
              <a:buClr>
                <a:schemeClr val="tx2"/>
              </a:buClr>
              <a:buSzPct val="140000"/>
              <a:buFontTx/>
              <a:buNone/>
              <a:defRPr sz="1200"/>
            </a:lvl4pPr>
            <a:lvl5pPr marL="1795462" indent="0">
              <a:buClr>
                <a:schemeClr val="tx2"/>
              </a:buClr>
              <a:buSzPct val="140000"/>
              <a:buFontTx/>
              <a:buNone/>
              <a:defRPr sz="1100"/>
            </a:lvl5pPr>
          </a:lstStyle>
          <a:p>
            <a:pPr lvl="0"/>
            <a:r>
              <a:rPr lang="it-IT"/>
              <a:t>Testo 18pt</a:t>
            </a:r>
          </a:p>
          <a:p>
            <a:pPr lvl="1"/>
            <a:r>
              <a:rPr lang="it-IT"/>
              <a:t>Secondo livello 16pt</a:t>
            </a:r>
          </a:p>
          <a:p>
            <a:pPr lvl="2"/>
            <a:r>
              <a:rPr lang="it-IT"/>
              <a:t>Terzo livello 14pt</a:t>
            </a:r>
          </a:p>
          <a:p>
            <a:pPr lvl="4"/>
            <a:r>
              <a:rPr lang="it-IT"/>
              <a:t>Quarto livello 11pt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31FD38BF-083A-1146-B4FA-89F9FC959526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18523" y="409465"/>
            <a:ext cx="11089875" cy="454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6800" rIns="90000" bIns="46800" numCol="1" anchor="b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it-IT"/>
              <a:t>Titolo SEGOE </a:t>
            </a:r>
            <a:r>
              <a:rPr lang="it-IT" err="1"/>
              <a:t>Ui</a:t>
            </a:r>
            <a:r>
              <a:rPr lang="it-IT"/>
              <a:t> 26pt </a:t>
            </a:r>
          </a:p>
        </p:txBody>
      </p:sp>
      <p:sp>
        <p:nvSpPr>
          <p:cNvPr id="8" name="Segnaposto contenuto 3">
            <a:extLst>
              <a:ext uri="{FF2B5EF4-FFF2-40B4-BE49-F238E27FC236}">
                <a16:creationId xmlns:a16="http://schemas.microsoft.com/office/drawing/2014/main" id="{99437971-59AB-DE4E-9D40-49D1850FD78B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421548" y="912709"/>
            <a:ext cx="11089875" cy="301557"/>
          </a:xfrm>
        </p:spPr>
        <p:txBody>
          <a:bodyPr>
            <a:spAutoFit/>
          </a:bodyPr>
          <a:lstStyle>
            <a:lvl1pPr>
              <a:defRPr b="1"/>
            </a:lvl1pPr>
          </a:lstStyle>
          <a:p>
            <a:r>
              <a:rPr lang="x-none" sz="1800"/>
              <a:t>Sottotitolo Segoe UI 18pt</a:t>
            </a:r>
          </a:p>
        </p:txBody>
      </p:sp>
    </p:spTree>
    <p:extLst>
      <p:ext uri="{BB962C8B-B14F-4D97-AF65-F5344CB8AC3E}">
        <p14:creationId xmlns:p14="http://schemas.microsoft.com/office/powerpoint/2010/main" val="141671264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nto elenco 18p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platzhalter 2">
            <a:extLst>
              <a:ext uri="{FF2B5EF4-FFF2-40B4-BE49-F238E27FC236}">
                <a16:creationId xmlns:a16="http://schemas.microsoft.com/office/drawing/2014/main" id="{4727AA1E-AC7F-7644-AC0D-6A705643601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8524" y="1561562"/>
            <a:ext cx="11089874" cy="1301510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>
            <a:lvl1pPr marL="342900" indent="-342900">
              <a:buFont typeface="Arial" panose="020B0604020202020204" pitchFamily="34" charset="0"/>
              <a:buChar char="•"/>
              <a:defRPr lang="de-DE" sz="1800" baseline="0" dirty="0"/>
            </a:lvl1pPr>
            <a:lvl2pPr marL="538296" indent="-285750">
              <a:buFont typeface="Arial" panose="020B0604020202020204" pitchFamily="34" charset="0"/>
              <a:buChar char="•"/>
              <a:defRPr lang="de-DE" sz="1600" baseline="0" dirty="0"/>
            </a:lvl2pPr>
            <a:lvl3pPr marL="799915" indent="-285750">
              <a:buFont typeface="Arial" panose="020B0604020202020204" pitchFamily="34" charset="0"/>
              <a:buChar char="•"/>
              <a:defRPr lang="de-DE" sz="1400" baseline="0" dirty="0"/>
            </a:lvl3pPr>
            <a:lvl4pPr marL="1052462" indent="-285750">
              <a:buFont typeface="Arial" panose="020B0604020202020204" pitchFamily="34" charset="0"/>
              <a:buChar char="•"/>
              <a:defRPr lang="de-DE" sz="1200" baseline="0" dirty="0"/>
            </a:lvl4pPr>
            <a:lvl5pPr marL="1199781" indent="-171450">
              <a:buFont typeface="Arial" panose="020B0604020202020204" pitchFamily="34" charset="0"/>
              <a:buChar char="•"/>
              <a:defRPr lang="de-DE" sz="1100" baseline="0" dirty="0"/>
            </a:lvl5pPr>
          </a:lstStyle>
          <a:p>
            <a:pPr marL="254058" lvl="0" indent="-254058"/>
            <a:r>
              <a:rPr lang="de-DE" err="1"/>
              <a:t>Testo</a:t>
            </a:r>
            <a:r>
              <a:rPr lang="de-DE"/>
              <a:t> 18pt</a:t>
            </a:r>
          </a:p>
          <a:p>
            <a:pPr lvl="1"/>
            <a:r>
              <a:rPr lang="de-DE" err="1"/>
              <a:t>Secondo</a:t>
            </a:r>
            <a:r>
              <a:rPr lang="de-DE"/>
              <a:t> livello16pt</a:t>
            </a:r>
          </a:p>
          <a:p>
            <a:pPr lvl="2"/>
            <a:r>
              <a:rPr lang="de-DE" err="1"/>
              <a:t>Terzo</a:t>
            </a:r>
            <a:r>
              <a:rPr lang="de-DE"/>
              <a:t> </a:t>
            </a:r>
            <a:r>
              <a:rPr lang="de-DE" err="1"/>
              <a:t>livello</a:t>
            </a:r>
            <a:r>
              <a:rPr lang="de-DE"/>
              <a:t> 14pt</a:t>
            </a:r>
          </a:p>
          <a:p>
            <a:pPr lvl="4"/>
            <a:r>
              <a:rPr lang="de-DE"/>
              <a:t>Quarto </a:t>
            </a:r>
            <a:r>
              <a:rPr lang="de-DE" err="1"/>
              <a:t>livello</a:t>
            </a:r>
            <a:r>
              <a:rPr lang="de-DE"/>
              <a:t> 11pt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0C5BE165-738A-3E4A-87E9-00C20A5E5A36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18523" y="409465"/>
            <a:ext cx="11089875" cy="454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6800" rIns="90000" bIns="46800" numCol="1" anchor="b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it-IT"/>
              <a:t>Titolo SEGOE </a:t>
            </a:r>
            <a:r>
              <a:rPr lang="it-IT" err="1"/>
              <a:t>Ui</a:t>
            </a:r>
            <a:r>
              <a:rPr lang="it-IT"/>
              <a:t> 26pt </a:t>
            </a:r>
          </a:p>
        </p:txBody>
      </p:sp>
      <p:sp>
        <p:nvSpPr>
          <p:cNvPr id="7" name="Segnaposto contenuto 3">
            <a:extLst>
              <a:ext uri="{FF2B5EF4-FFF2-40B4-BE49-F238E27FC236}">
                <a16:creationId xmlns:a16="http://schemas.microsoft.com/office/drawing/2014/main" id="{2142C1E3-2EF9-8942-9566-1BE8788B1F44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421548" y="912709"/>
            <a:ext cx="11089875" cy="301557"/>
          </a:xfrm>
        </p:spPr>
        <p:txBody>
          <a:bodyPr>
            <a:spAutoFit/>
          </a:bodyPr>
          <a:lstStyle>
            <a:lvl1pPr>
              <a:defRPr b="1"/>
            </a:lvl1pPr>
          </a:lstStyle>
          <a:p>
            <a:r>
              <a:rPr lang="x-none" sz="1800"/>
              <a:t>Sottotitolo Segoe UI 18pt</a:t>
            </a:r>
          </a:p>
        </p:txBody>
      </p:sp>
    </p:spTree>
    <p:extLst>
      <p:ext uri="{BB962C8B-B14F-4D97-AF65-F5344CB8AC3E}">
        <p14:creationId xmlns:p14="http://schemas.microsoft.com/office/powerpoint/2010/main" val="336559846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ina base titolo/sottotitolo +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>
            <a:extLst>
              <a:ext uri="{FF2B5EF4-FFF2-40B4-BE49-F238E27FC236}">
                <a16:creationId xmlns:a16="http://schemas.microsoft.com/office/drawing/2014/main" id="{96EB98F7-B4AC-2E4C-8366-67FBF8E0C00F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18523" y="409465"/>
            <a:ext cx="11089875" cy="454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6800" rIns="90000" bIns="46800" numCol="1" anchor="b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it-IT"/>
              <a:t>Titolo SEGOE </a:t>
            </a:r>
            <a:r>
              <a:rPr lang="it-IT" err="1"/>
              <a:t>Ui</a:t>
            </a:r>
            <a:r>
              <a:rPr lang="it-IT"/>
              <a:t> 26pt </a:t>
            </a:r>
          </a:p>
        </p:txBody>
      </p:sp>
      <p:sp>
        <p:nvSpPr>
          <p:cNvPr id="7" name="Segnaposto contenuto 3">
            <a:extLst>
              <a:ext uri="{FF2B5EF4-FFF2-40B4-BE49-F238E27FC236}">
                <a16:creationId xmlns:a16="http://schemas.microsoft.com/office/drawing/2014/main" id="{12FB99E3-B7D6-864B-A6A2-4E87AF5BD193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421548" y="912709"/>
            <a:ext cx="11089875" cy="301557"/>
          </a:xfrm>
        </p:spPr>
        <p:txBody>
          <a:bodyPr>
            <a:spAutoFit/>
          </a:bodyPr>
          <a:lstStyle>
            <a:lvl1pPr>
              <a:defRPr b="1"/>
            </a:lvl1pPr>
          </a:lstStyle>
          <a:p>
            <a:r>
              <a:rPr lang="x-none" sz="1800"/>
              <a:t>Sottotitolo Segoe UI 18pt</a:t>
            </a:r>
          </a:p>
        </p:txBody>
      </p:sp>
      <p:sp>
        <p:nvSpPr>
          <p:cNvPr id="4" name="Textplatzhalter 2">
            <a:extLst>
              <a:ext uri="{FF2B5EF4-FFF2-40B4-BE49-F238E27FC236}">
                <a16:creationId xmlns:a16="http://schemas.microsoft.com/office/drawing/2014/main" id="{A093D0EC-1E93-4144-B852-20D31330A29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8524" y="1561563"/>
            <a:ext cx="11089874" cy="301557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>
            <a:lvl1pPr marL="0" indent="0">
              <a:buFont typeface="Arial" panose="020B0604020202020204" pitchFamily="34" charset="0"/>
              <a:buNone/>
              <a:defRPr lang="de-DE" sz="1800" baseline="0" dirty="0"/>
            </a:lvl1pPr>
            <a:lvl2pPr marL="538296" indent="-285750">
              <a:buFont typeface="Arial" panose="020B0604020202020204" pitchFamily="34" charset="0"/>
              <a:buChar char="•"/>
              <a:defRPr lang="de-DE" sz="1600" baseline="0" dirty="0"/>
            </a:lvl2pPr>
            <a:lvl3pPr marL="799915" indent="-285750">
              <a:buFont typeface="Arial" panose="020B0604020202020204" pitchFamily="34" charset="0"/>
              <a:buChar char="•"/>
              <a:defRPr lang="de-DE" sz="1400" baseline="0" dirty="0"/>
            </a:lvl3pPr>
            <a:lvl4pPr marL="1052462" indent="-285750">
              <a:buFont typeface="Arial" panose="020B0604020202020204" pitchFamily="34" charset="0"/>
              <a:buChar char="•"/>
              <a:defRPr lang="de-DE" sz="1200" baseline="0" dirty="0"/>
            </a:lvl4pPr>
            <a:lvl5pPr marL="1199781" indent="-171450">
              <a:buFont typeface="Arial" panose="020B0604020202020204" pitchFamily="34" charset="0"/>
              <a:buChar char="•"/>
              <a:defRPr lang="de-DE" sz="1100" baseline="0" dirty="0"/>
            </a:lvl5pPr>
          </a:lstStyle>
          <a:p>
            <a:pPr marL="254058" lvl="0" indent="-254058"/>
            <a:r>
              <a:rPr lang="de-DE" err="1"/>
              <a:t>Testo</a:t>
            </a:r>
            <a:r>
              <a:rPr lang="de-DE"/>
              <a:t> 18pt</a:t>
            </a:r>
          </a:p>
        </p:txBody>
      </p:sp>
    </p:spTree>
    <p:extLst>
      <p:ext uri="{BB962C8B-B14F-4D97-AF65-F5344CB8AC3E}">
        <p14:creationId xmlns:p14="http://schemas.microsoft.com/office/powerpoint/2010/main" val="37712390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ina testo approfondimento">
    <p:bg>
      <p:bgPr>
        <a:solidFill>
          <a:srgbClr val="D3EE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2">
            <a:extLst>
              <a:ext uri="{FF2B5EF4-FFF2-40B4-BE49-F238E27FC236}">
                <a16:creationId xmlns:a16="http://schemas.microsoft.com/office/drawing/2014/main" id="{6889EC7B-A553-0347-A533-1F96952CA98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8524" y="1561563"/>
            <a:ext cx="11089874" cy="301557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>
            <a:lvl1pPr marL="0" indent="0">
              <a:buFont typeface="Arial" panose="020B0604020202020204" pitchFamily="34" charset="0"/>
              <a:buNone/>
              <a:defRPr lang="de-DE" sz="1800" baseline="0" dirty="0">
                <a:solidFill>
                  <a:schemeClr val="accent1"/>
                </a:solidFill>
              </a:defRPr>
            </a:lvl1pPr>
            <a:lvl2pPr marL="538296" indent="-285750">
              <a:buFont typeface="Arial" panose="020B0604020202020204" pitchFamily="34" charset="0"/>
              <a:buChar char="•"/>
              <a:defRPr lang="de-DE" sz="1600" baseline="0" dirty="0">
                <a:solidFill>
                  <a:schemeClr val="accent1"/>
                </a:solidFill>
              </a:defRPr>
            </a:lvl2pPr>
            <a:lvl3pPr marL="799915" indent="-285750">
              <a:buFont typeface="Arial" panose="020B0604020202020204" pitchFamily="34" charset="0"/>
              <a:buChar char="•"/>
              <a:defRPr lang="de-DE" sz="1400" baseline="0" dirty="0">
                <a:solidFill>
                  <a:schemeClr val="accent1"/>
                </a:solidFill>
              </a:defRPr>
            </a:lvl3pPr>
            <a:lvl4pPr marL="1052462" indent="-285750">
              <a:buFont typeface="Arial" panose="020B0604020202020204" pitchFamily="34" charset="0"/>
              <a:buChar char="•"/>
              <a:defRPr lang="de-DE" sz="1200" baseline="0" dirty="0"/>
            </a:lvl4pPr>
            <a:lvl5pPr marL="1199781" indent="-171450">
              <a:buFont typeface="Arial" panose="020B0604020202020204" pitchFamily="34" charset="0"/>
              <a:buChar char="•"/>
              <a:defRPr lang="de-DE" sz="1100" baseline="0" dirty="0">
                <a:solidFill>
                  <a:schemeClr val="accent1"/>
                </a:solidFill>
              </a:defRPr>
            </a:lvl5pPr>
          </a:lstStyle>
          <a:p>
            <a:pPr marL="254058" lvl="0" indent="-254058"/>
            <a:r>
              <a:rPr lang="de-DE" err="1"/>
              <a:t>Testo</a:t>
            </a:r>
            <a:r>
              <a:rPr lang="de-DE"/>
              <a:t> 18pt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267F95CF-9963-8142-A49C-F4925B1E6053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18523" y="409465"/>
            <a:ext cx="11089875" cy="454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6800" rIns="90000" bIns="46800" numCol="1" anchor="b" anchorCtr="0" compatLnSpc="1">
            <a:prstTxWarp prst="textNoShape">
              <a:avLst/>
            </a:prstTxWarp>
            <a:spAutoFit/>
          </a:bodyPr>
          <a:lstStyle>
            <a:lvl1pPr>
              <a:defRPr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it-IT"/>
              <a:t>Titolo SEGOE </a:t>
            </a:r>
            <a:r>
              <a:rPr lang="it-IT" err="1"/>
              <a:t>Ui</a:t>
            </a:r>
            <a:r>
              <a:rPr lang="it-IT"/>
              <a:t> 26pt </a:t>
            </a:r>
          </a:p>
        </p:txBody>
      </p:sp>
      <p:sp>
        <p:nvSpPr>
          <p:cNvPr id="6" name="Segnaposto contenuto 3">
            <a:extLst>
              <a:ext uri="{FF2B5EF4-FFF2-40B4-BE49-F238E27FC236}">
                <a16:creationId xmlns:a16="http://schemas.microsoft.com/office/drawing/2014/main" id="{7D58D561-D71A-C440-885F-614E033BCD72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421548" y="912709"/>
            <a:ext cx="11089875" cy="301557"/>
          </a:xfrm>
        </p:spPr>
        <p:txBody>
          <a:bodyPr>
            <a:spAutoFit/>
          </a:bodyPr>
          <a:lstStyle>
            <a:lvl1pPr>
              <a:defRPr b="1" baseline="0">
                <a:solidFill>
                  <a:schemeClr val="accent1"/>
                </a:solidFill>
              </a:defRPr>
            </a:lvl1pPr>
          </a:lstStyle>
          <a:p>
            <a:r>
              <a:rPr lang="x-none" sz="1800"/>
              <a:t>Sottotitolo Segoe UI 18pt</a:t>
            </a:r>
          </a:p>
        </p:txBody>
      </p:sp>
    </p:spTree>
    <p:extLst>
      <p:ext uri="{BB962C8B-B14F-4D97-AF65-F5344CB8AC3E}">
        <p14:creationId xmlns:p14="http://schemas.microsoft.com/office/powerpoint/2010/main" val="407398681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agina base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722CCA51-6207-3E47-BF24-B75FDD08EC46}"/>
              </a:ext>
            </a:extLst>
          </p:cNvPr>
          <p:cNvSpPr txBox="1"/>
          <p:nvPr userDrawn="1"/>
        </p:nvSpPr>
        <p:spPr>
          <a:xfrm>
            <a:off x="10496282" y="6478073"/>
            <a:ext cx="65" cy="307777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algn="l"/>
            <a:endParaRPr lang="x-none" sz="2000" err="1">
              <a:solidFill>
                <a:schemeClr val="bg2"/>
              </a:solidFill>
            </a:endParaRP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EA11F89A-5729-0442-A96D-445D283C7590}"/>
              </a:ext>
            </a:extLst>
          </p:cNvPr>
          <p:cNvSpPr txBox="1"/>
          <p:nvPr userDrawn="1"/>
        </p:nvSpPr>
        <p:spPr>
          <a:xfrm>
            <a:off x="10831132" y="6362163"/>
            <a:ext cx="65" cy="307777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algn="l"/>
            <a:endParaRPr lang="x-none" sz="2000" err="1">
              <a:solidFill>
                <a:schemeClr val="bg2"/>
              </a:solidFill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8CD721DD-5D93-0742-8972-798CC5B7145B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18523" y="409465"/>
            <a:ext cx="11089875" cy="454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6800" rIns="90000" bIns="46800" numCol="1" anchor="b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it-IT"/>
              <a:t>Titolo SEGOE </a:t>
            </a:r>
            <a:r>
              <a:rPr lang="it-IT" err="1"/>
              <a:t>Ui</a:t>
            </a:r>
            <a:r>
              <a:rPr lang="it-IT"/>
              <a:t> 26pt </a:t>
            </a:r>
          </a:p>
        </p:txBody>
      </p:sp>
    </p:spTree>
    <p:extLst>
      <p:ext uri="{BB962C8B-B14F-4D97-AF65-F5344CB8AC3E}">
        <p14:creationId xmlns:p14="http://schemas.microsoft.com/office/powerpoint/2010/main" val="117788778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agina bianca base titolo/sotto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F7C0CF38-F1E1-AE47-B7FB-0A8401C36554}"/>
              </a:ext>
            </a:extLst>
          </p:cNvPr>
          <p:cNvSpPr txBox="1"/>
          <p:nvPr userDrawn="1"/>
        </p:nvSpPr>
        <p:spPr>
          <a:xfrm>
            <a:off x="11901268" y="6625883"/>
            <a:ext cx="65" cy="307777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algn="l"/>
            <a:endParaRPr lang="x-none" sz="2000" err="1">
              <a:solidFill>
                <a:schemeClr val="bg2"/>
              </a:solidFill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3814170C-ADF8-324B-995F-C9EDAAECF57E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18523" y="409465"/>
            <a:ext cx="11089875" cy="454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6800" rIns="90000" bIns="46800" numCol="1" anchor="b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it-IT"/>
              <a:t>Titolo SEGOE </a:t>
            </a:r>
            <a:r>
              <a:rPr lang="it-IT" err="1"/>
              <a:t>Ui</a:t>
            </a:r>
            <a:r>
              <a:rPr lang="it-IT"/>
              <a:t> 26pt </a:t>
            </a:r>
          </a:p>
        </p:txBody>
      </p:sp>
      <p:sp>
        <p:nvSpPr>
          <p:cNvPr id="7" name="Segnaposto contenuto 3">
            <a:extLst>
              <a:ext uri="{FF2B5EF4-FFF2-40B4-BE49-F238E27FC236}">
                <a16:creationId xmlns:a16="http://schemas.microsoft.com/office/drawing/2014/main" id="{1714D86E-DDEF-E443-8034-E97D4FC80613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421548" y="912709"/>
            <a:ext cx="11089875" cy="301557"/>
          </a:xfrm>
        </p:spPr>
        <p:txBody>
          <a:bodyPr>
            <a:spAutoFit/>
          </a:bodyPr>
          <a:lstStyle>
            <a:lvl1pPr>
              <a:defRPr b="1"/>
            </a:lvl1pPr>
          </a:lstStyle>
          <a:p>
            <a:r>
              <a:rPr lang="x-none" sz="1800"/>
              <a:t>Sottotitolo Segoe UI 18pt</a:t>
            </a:r>
          </a:p>
        </p:txBody>
      </p:sp>
    </p:spTree>
    <p:extLst>
      <p:ext uri="{BB962C8B-B14F-4D97-AF65-F5344CB8AC3E}">
        <p14:creationId xmlns:p14="http://schemas.microsoft.com/office/powerpoint/2010/main" val="133691265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ggetto+punto elenco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gnaposto contenuto 3"/>
          <p:cNvSpPr>
            <a:spLocks noGrp="1"/>
          </p:cNvSpPr>
          <p:nvPr>
            <p:ph sz="quarter" idx="14"/>
          </p:nvPr>
        </p:nvSpPr>
        <p:spPr>
          <a:xfrm>
            <a:off x="419711" y="1526838"/>
            <a:ext cx="5230813" cy="335028"/>
          </a:xfrm>
          <a:prstGeom prst="rect">
            <a:avLst/>
          </a:prstGeom>
        </p:spPr>
        <p:txBody>
          <a:bodyPr>
            <a:spAutoFit/>
          </a:bodyPr>
          <a:lstStyle/>
          <a:p>
            <a:pPr lvl="0"/>
            <a:endParaRPr lang="it-IT"/>
          </a:p>
        </p:txBody>
      </p:sp>
      <p:sp>
        <p:nvSpPr>
          <p:cNvPr id="17" name="Segnaposto testo 16"/>
          <p:cNvSpPr>
            <a:spLocks noGrp="1"/>
          </p:cNvSpPr>
          <p:nvPr>
            <p:ph type="body" sz="quarter" idx="15" hasCustomPrompt="1"/>
          </p:nvPr>
        </p:nvSpPr>
        <p:spPr>
          <a:xfrm>
            <a:off x="6215673" y="1525950"/>
            <a:ext cx="5292725" cy="301557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1800" b="1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it-IT"/>
              <a:t>Titolo del testo 18pt</a:t>
            </a:r>
          </a:p>
        </p:txBody>
      </p:sp>
      <p:sp>
        <p:nvSpPr>
          <p:cNvPr id="18" name="Segnaposto testo 16"/>
          <p:cNvSpPr>
            <a:spLocks noGrp="1"/>
          </p:cNvSpPr>
          <p:nvPr>
            <p:ph type="body" sz="quarter" idx="16" hasCustomPrompt="1"/>
          </p:nvPr>
        </p:nvSpPr>
        <p:spPr>
          <a:xfrm>
            <a:off x="6215673" y="1852558"/>
            <a:ext cx="5292725" cy="268087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1600" b="0" baseline="0"/>
            </a:lvl1pPr>
          </a:lstStyle>
          <a:p>
            <a:pPr lvl="0"/>
            <a:r>
              <a:rPr lang="it-IT"/>
              <a:t>Titolo del testo 16pt</a:t>
            </a:r>
          </a:p>
        </p:txBody>
      </p:sp>
      <p:sp>
        <p:nvSpPr>
          <p:cNvPr id="21" name="Segnaposto testo 16"/>
          <p:cNvSpPr>
            <a:spLocks noGrp="1"/>
          </p:cNvSpPr>
          <p:nvPr>
            <p:ph type="body" sz="quarter" idx="17" hasCustomPrompt="1"/>
          </p:nvPr>
        </p:nvSpPr>
        <p:spPr>
          <a:xfrm>
            <a:off x="6215673" y="2616642"/>
            <a:ext cx="5292725" cy="301557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1800" b="1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it-IT"/>
              <a:t>Titolo del testo 18pt</a:t>
            </a:r>
          </a:p>
        </p:txBody>
      </p:sp>
      <p:sp>
        <p:nvSpPr>
          <p:cNvPr id="22" name="Segnaposto testo 16"/>
          <p:cNvSpPr>
            <a:spLocks noGrp="1"/>
          </p:cNvSpPr>
          <p:nvPr>
            <p:ph type="body" sz="quarter" idx="18" hasCustomPrompt="1"/>
          </p:nvPr>
        </p:nvSpPr>
        <p:spPr>
          <a:xfrm>
            <a:off x="6215673" y="2943250"/>
            <a:ext cx="5292725" cy="268087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1600" b="0" baseline="0"/>
            </a:lvl1pPr>
          </a:lstStyle>
          <a:p>
            <a:pPr lvl="0"/>
            <a:r>
              <a:rPr lang="it-IT"/>
              <a:t>Titolo del testo 16pt</a:t>
            </a:r>
          </a:p>
        </p:txBody>
      </p:sp>
      <p:sp>
        <p:nvSpPr>
          <p:cNvPr id="16" name="Segnaposto testo 16">
            <a:extLst>
              <a:ext uri="{FF2B5EF4-FFF2-40B4-BE49-F238E27FC236}">
                <a16:creationId xmlns:a16="http://schemas.microsoft.com/office/drawing/2014/main" id="{365B6A9C-B696-BC4A-989E-DA6DBF454D4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215673" y="3693531"/>
            <a:ext cx="5292725" cy="301557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1800" b="1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it-IT"/>
              <a:t>Titolo del testo 18pt</a:t>
            </a:r>
          </a:p>
        </p:txBody>
      </p:sp>
      <p:sp>
        <p:nvSpPr>
          <p:cNvPr id="20" name="Segnaposto testo 16">
            <a:extLst>
              <a:ext uri="{FF2B5EF4-FFF2-40B4-BE49-F238E27FC236}">
                <a16:creationId xmlns:a16="http://schemas.microsoft.com/office/drawing/2014/main" id="{5BEE2A4B-4156-7B43-9BDF-7AFF61F20E2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215673" y="4020139"/>
            <a:ext cx="5292725" cy="268087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1600" b="0" baseline="0"/>
            </a:lvl1pPr>
          </a:lstStyle>
          <a:p>
            <a:pPr lvl="0"/>
            <a:r>
              <a:rPr lang="it-IT"/>
              <a:t>Titolo del testo 16pt</a:t>
            </a:r>
          </a:p>
        </p:txBody>
      </p:sp>
      <p:sp>
        <p:nvSpPr>
          <p:cNvPr id="27" name="Segnaposto testo 16">
            <a:extLst>
              <a:ext uri="{FF2B5EF4-FFF2-40B4-BE49-F238E27FC236}">
                <a16:creationId xmlns:a16="http://schemas.microsoft.com/office/drawing/2014/main" id="{26485CDD-3EA4-C644-9414-A00ECB22E46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215673" y="4784223"/>
            <a:ext cx="5292725" cy="301557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1800" b="1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it-IT"/>
              <a:t>Titolo del testo 18pt</a:t>
            </a:r>
          </a:p>
        </p:txBody>
      </p:sp>
      <p:sp>
        <p:nvSpPr>
          <p:cNvPr id="28" name="Segnaposto testo 16">
            <a:extLst>
              <a:ext uri="{FF2B5EF4-FFF2-40B4-BE49-F238E27FC236}">
                <a16:creationId xmlns:a16="http://schemas.microsoft.com/office/drawing/2014/main" id="{316B5858-7E61-0049-8F6A-930035EAF10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215673" y="5110831"/>
            <a:ext cx="5292725" cy="268087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1600" b="0" baseline="0"/>
            </a:lvl1pPr>
          </a:lstStyle>
          <a:p>
            <a:pPr lvl="0"/>
            <a:r>
              <a:rPr lang="it-IT"/>
              <a:t>Titolo del testo 16pt</a:t>
            </a:r>
          </a:p>
        </p:txBody>
      </p:sp>
      <p:sp>
        <p:nvSpPr>
          <p:cNvPr id="19" name="Segnaposto contenuto 3">
            <a:extLst>
              <a:ext uri="{FF2B5EF4-FFF2-40B4-BE49-F238E27FC236}">
                <a16:creationId xmlns:a16="http://schemas.microsoft.com/office/drawing/2014/main" id="{2533844B-2737-DE4F-AD45-7AC76CE6FA4B}"/>
              </a:ext>
            </a:extLst>
          </p:cNvPr>
          <p:cNvSpPr>
            <a:spLocks noGrp="1"/>
          </p:cNvSpPr>
          <p:nvPr>
            <p:ph idx="28" hasCustomPrompt="1"/>
          </p:nvPr>
        </p:nvSpPr>
        <p:spPr>
          <a:xfrm>
            <a:off x="421548" y="912709"/>
            <a:ext cx="11089875" cy="301557"/>
          </a:xfrm>
        </p:spPr>
        <p:txBody>
          <a:bodyPr>
            <a:spAutoFit/>
          </a:bodyPr>
          <a:lstStyle>
            <a:lvl1pPr>
              <a:defRPr b="1"/>
            </a:lvl1pPr>
          </a:lstStyle>
          <a:p>
            <a:r>
              <a:rPr lang="x-none" sz="1800"/>
              <a:t>Sottotitolo Segoe UI 18pt</a:t>
            </a: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66356787-1A40-3941-955C-C81764D38767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18523" y="409465"/>
            <a:ext cx="11089875" cy="454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6800" rIns="90000" bIns="46800" numCol="1" anchor="b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it-IT"/>
              <a:t>Titolo SEGOE </a:t>
            </a:r>
            <a:r>
              <a:rPr lang="it-IT" err="1"/>
              <a:t>Ui</a:t>
            </a:r>
            <a:r>
              <a:rPr lang="it-IT"/>
              <a:t> 26pt </a:t>
            </a:r>
          </a:p>
        </p:txBody>
      </p:sp>
    </p:spTree>
    <p:extLst>
      <p:ext uri="{BB962C8B-B14F-4D97-AF65-F5344CB8AC3E}">
        <p14:creationId xmlns:p14="http://schemas.microsoft.com/office/powerpoint/2010/main" val="191742918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box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2">
            <a:extLst>
              <a:ext uri="{FF2B5EF4-FFF2-40B4-BE49-F238E27FC236}">
                <a16:creationId xmlns:a16="http://schemas.microsoft.com/office/drawing/2014/main" id="{E1094FDE-DA4E-9644-A0FB-043465BFA23B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18523" y="409465"/>
            <a:ext cx="11089875" cy="454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6800" rIns="90000" bIns="46800" numCol="1" anchor="b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it-IT"/>
              <a:t>Titolo SEGOE </a:t>
            </a:r>
            <a:r>
              <a:rPr lang="it-IT" err="1"/>
              <a:t>Ui</a:t>
            </a:r>
            <a:r>
              <a:rPr lang="it-IT"/>
              <a:t> 26pt </a:t>
            </a:r>
          </a:p>
        </p:txBody>
      </p:sp>
      <p:sp>
        <p:nvSpPr>
          <p:cNvPr id="17" name="Segnaposto contenuto 3">
            <a:extLst>
              <a:ext uri="{FF2B5EF4-FFF2-40B4-BE49-F238E27FC236}">
                <a16:creationId xmlns:a16="http://schemas.microsoft.com/office/drawing/2014/main" id="{291E2C6C-9538-9F46-B6E4-7D15C05D71A6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421548" y="912709"/>
            <a:ext cx="11089875" cy="301557"/>
          </a:xfrm>
        </p:spPr>
        <p:txBody>
          <a:bodyPr>
            <a:spAutoFit/>
          </a:bodyPr>
          <a:lstStyle>
            <a:lvl1pPr>
              <a:defRPr b="1"/>
            </a:lvl1pPr>
          </a:lstStyle>
          <a:p>
            <a:r>
              <a:rPr lang="x-none" sz="1800"/>
              <a:t>Sottotitolo Segoe UI 18pt</a:t>
            </a:r>
          </a:p>
        </p:txBody>
      </p:sp>
      <p:sp>
        <p:nvSpPr>
          <p:cNvPr id="13" name="Textplatzhalter 5">
            <a:extLst>
              <a:ext uri="{FF2B5EF4-FFF2-40B4-BE49-F238E27FC236}">
                <a16:creationId xmlns:a16="http://schemas.microsoft.com/office/drawing/2014/main" id="{CA0383F4-0EA3-3F40-9A4E-BA4C0180E4B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15203" y="1524472"/>
            <a:ext cx="3328970" cy="567011"/>
          </a:xfrm>
          <a:prstGeom prst="rect">
            <a:avLst/>
          </a:prstGeom>
          <a:solidFill>
            <a:schemeClr val="accent1"/>
          </a:solidFill>
        </p:spPr>
        <p:txBody>
          <a:bodyPr vert="horz" lIns="14400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Aft>
                <a:spcPts val="600"/>
              </a:spcAft>
              <a:buNone/>
              <a:defRPr lang="de-DE" sz="1800" b="1" dirty="0">
                <a:solidFill>
                  <a:schemeClr val="bg1"/>
                </a:solidFill>
              </a:defRPr>
            </a:lvl1pPr>
            <a:lvl2pPr>
              <a:defRPr lang="de-DE" dirty="0"/>
            </a:lvl2pPr>
            <a:lvl3pPr>
              <a:defRPr lang="de-DE" dirty="0"/>
            </a:lvl3pPr>
            <a:lvl4pPr>
              <a:defRPr lang="de-DE" dirty="0"/>
            </a:lvl4pPr>
            <a:lvl5pPr>
              <a:defRPr lang="de-DE" dirty="0"/>
            </a:lvl5pPr>
          </a:lstStyle>
          <a:p>
            <a:pPr lvl="0"/>
            <a:r>
              <a:rPr lang="de-DE" err="1"/>
              <a:t>Titolo</a:t>
            </a:r>
            <a:r>
              <a:rPr lang="de-DE"/>
              <a:t>, 18pt</a:t>
            </a:r>
          </a:p>
        </p:txBody>
      </p:sp>
      <p:sp>
        <p:nvSpPr>
          <p:cNvPr id="18" name="Textplatzhalter 5">
            <a:extLst>
              <a:ext uri="{FF2B5EF4-FFF2-40B4-BE49-F238E27FC236}">
                <a16:creationId xmlns:a16="http://schemas.microsoft.com/office/drawing/2014/main" id="{18E1A357-F7F4-D240-92DB-A98E681F851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941889" y="1524472"/>
            <a:ext cx="3328970" cy="567011"/>
          </a:xfrm>
          <a:prstGeom prst="rect">
            <a:avLst/>
          </a:prstGeom>
          <a:solidFill>
            <a:schemeClr val="accent1"/>
          </a:solidFill>
        </p:spPr>
        <p:txBody>
          <a:bodyPr vert="horz" lIns="14400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Aft>
                <a:spcPts val="600"/>
              </a:spcAft>
              <a:buNone/>
              <a:defRPr lang="de-DE" sz="1800" b="1" dirty="0">
                <a:solidFill>
                  <a:schemeClr val="bg1"/>
                </a:solidFill>
              </a:defRPr>
            </a:lvl1pPr>
            <a:lvl2pPr>
              <a:defRPr lang="de-DE" dirty="0"/>
            </a:lvl2pPr>
            <a:lvl3pPr>
              <a:defRPr lang="de-DE" dirty="0"/>
            </a:lvl3pPr>
            <a:lvl4pPr>
              <a:defRPr lang="de-DE" dirty="0"/>
            </a:lvl4pPr>
            <a:lvl5pPr>
              <a:defRPr lang="de-DE" dirty="0"/>
            </a:lvl5pPr>
          </a:lstStyle>
          <a:p>
            <a:pPr lvl="0"/>
            <a:r>
              <a:rPr lang="de-DE" err="1"/>
              <a:t>Titolo</a:t>
            </a:r>
            <a:r>
              <a:rPr lang="de-DE"/>
              <a:t>, 18pt</a:t>
            </a:r>
          </a:p>
        </p:txBody>
      </p:sp>
      <p:sp>
        <p:nvSpPr>
          <p:cNvPr id="19" name="Textplatzhalter 5">
            <a:extLst>
              <a:ext uri="{FF2B5EF4-FFF2-40B4-BE49-F238E27FC236}">
                <a16:creationId xmlns:a16="http://schemas.microsoft.com/office/drawing/2014/main" id="{66B493EE-38B3-3F47-ACB3-557F3057548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481275" y="1524472"/>
            <a:ext cx="3327402" cy="567011"/>
          </a:xfrm>
          <a:prstGeom prst="rect">
            <a:avLst/>
          </a:prstGeom>
          <a:solidFill>
            <a:schemeClr val="accent1"/>
          </a:solidFill>
        </p:spPr>
        <p:txBody>
          <a:bodyPr vert="horz" lIns="14400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Aft>
                <a:spcPts val="600"/>
              </a:spcAft>
              <a:buNone/>
              <a:defRPr lang="de-DE" sz="1800" b="1" dirty="0">
                <a:solidFill>
                  <a:schemeClr val="bg1"/>
                </a:solidFill>
              </a:defRPr>
            </a:lvl1pPr>
            <a:lvl2pPr>
              <a:defRPr lang="de-DE" dirty="0"/>
            </a:lvl2pPr>
            <a:lvl3pPr>
              <a:defRPr lang="de-DE" dirty="0"/>
            </a:lvl3pPr>
            <a:lvl4pPr>
              <a:defRPr lang="de-DE" dirty="0"/>
            </a:lvl4pPr>
            <a:lvl5pPr>
              <a:defRPr lang="de-DE" dirty="0"/>
            </a:lvl5pPr>
          </a:lstStyle>
          <a:p>
            <a:pPr lvl="0"/>
            <a:r>
              <a:rPr lang="de-DE" err="1"/>
              <a:t>Titolo</a:t>
            </a:r>
            <a:r>
              <a:rPr lang="de-DE"/>
              <a:t>, 18pt</a:t>
            </a:r>
          </a:p>
        </p:txBody>
      </p:sp>
      <p:sp>
        <p:nvSpPr>
          <p:cNvPr id="20" name="Segnaposto testo 4">
            <a:extLst>
              <a:ext uri="{FF2B5EF4-FFF2-40B4-BE49-F238E27FC236}">
                <a16:creationId xmlns:a16="http://schemas.microsoft.com/office/drawing/2014/main" id="{83EAEFB4-8D1D-3144-BBB3-D18DFCFC9AC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15203" y="2109083"/>
            <a:ext cx="3328969" cy="3912305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>
            <a:noAutofit/>
          </a:bodyPr>
          <a:lstStyle>
            <a:lvl1pPr marL="138113" indent="0">
              <a:buClr>
                <a:schemeClr val="tx2"/>
              </a:buClr>
              <a:buSzPct val="140000"/>
              <a:buFontTx/>
              <a:buNone/>
              <a:tabLst/>
              <a:defRPr sz="1800">
                <a:solidFill>
                  <a:schemeClr val="tx2"/>
                </a:solidFill>
              </a:defRPr>
            </a:lvl1pPr>
            <a:lvl2pPr marL="452437" indent="0">
              <a:buClr>
                <a:schemeClr val="tx2"/>
              </a:buClr>
              <a:buSzPct val="140000"/>
              <a:buFontTx/>
              <a:buNone/>
              <a:defRPr sz="1800">
                <a:solidFill>
                  <a:schemeClr val="tx2"/>
                </a:solidFill>
              </a:defRPr>
            </a:lvl2pPr>
            <a:lvl3pPr marL="895350" indent="0">
              <a:buClr>
                <a:schemeClr val="tx2"/>
              </a:buClr>
              <a:buSzPct val="140000"/>
              <a:buFontTx/>
              <a:buNone/>
              <a:defRPr sz="1600">
                <a:solidFill>
                  <a:schemeClr val="tx2"/>
                </a:solidFill>
              </a:defRPr>
            </a:lvl3pPr>
            <a:lvl4pPr marL="1343025" indent="0">
              <a:buClr>
                <a:schemeClr val="tx2"/>
              </a:buClr>
              <a:buSzPct val="140000"/>
              <a:buFontTx/>
              <a:buNone/>
              <a:defRPr sz="1400">
                <a:solidFill>
                  <a:schemeClr val="tx2"/>
                </a:solidFill>
              </a:defRPr>
            </a:lvl4pPr>
            <a:lvl5pPr marL="1795462" indent="0">
              <a:buClr>
                <a:schemeClr val="tx2"/>
              </a:buClr>
              <a:buSzPct val="140000"/>
              <a:buFontTx/>
              <a:buNone/>
              <a:defRPr sz="1200">
                <a:solidFill>
                  <a:schemeClr val="tx2"/>
                </a:solidFill>
              </a:defRPr>
            </a:lvl5pPr>
          </a:lstStyle>
          <a:p>
            <a:pPr lvl="0"/>
            <a:r>
              <a:rPr lang="it-IT"/>
              <a:t>Testo 18pt</a:t>
            </a:r>
          </a:p>
          <a:p>
            <a:pPr lvl="1"/>
            <a:endParaRPr lang="it-IT"/>
          </a:p>
        </p:txBody>
      </p:sp>
      <p:sp>
        <p:nvSpPr>
          <p:cNvPr id="21" name="Segnaposto testo 4">
            <a:extLst>
              <a:ext uri="{FF2B5EF4-FFF2-40B4-BE49-F238E27FC236}">
                <a16:creationId xmlns:a16="http://schemas.microsoft.com/office/drawing/2014/main" id="{D6886F76-8F88-C749-B342-60E44C5AFD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942323" y="2109083"/>
            <a:ext cx="3328969" cy="3912305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>
            <a:noAutofit/>
          </a:bodyPr>
          <a:lstStyle>
            <a:lvl1pPr marL="138113" indent="0">
              <a:buClr>
                <a:schemeClr val="tx2"/>
              </a:buClr>
              <a:buSzPct val="140000"/>
              <a:buFontTx/>
              <a:buNone/>
              <a:tabLst/>
              <a:defRPr sz="1800">
                <a:solidFill>
                  <a:schemeClr val="tx2"/>
                </a:solidFill>
              </a:defRPr>
            </a:lvl1pPr>
            <a:lvl2pPr marL="452437" indent="0">
              <a:buClr>
                <a:schemeClr val="tx2"/>
              </a:buClr>
              <a:buSzPct val="140000"/>
              <a:buFontTx/>
              <a:buNone/>
              <a:defRPr sz="1800">
                <a:solidFill>
                  <a:schemeClr val="tx2"/>
                </a:solidFill>
              </a:defRPr>
            </a:lvl2pPr>
            <a:lvl3pPr marL="895350" indent="0">
              <a:buClr>
                <a:schemeClr val="tx2"/>
              </a:buClr>
              <a:buSzPct val="140000"/>
              <a:buFontTx/>
              <a:buNone/>
              <a:defRPr sz="1600">
                <a:solidFill>
                  <a:schemeClr val="tx2"/>
                </a:solidFill>
              </a:defRPr>
            </a:lvl3pPr>
            <a:lvl4pPr marL="1343025" indent="0">
              <a:buClr>
                <a:schemeClr val="tx2"/>
              </a:buClr>
              <a:buSzPct val="140000"/>
              <a:buFontTx/>
              <a:buNone/>
              <a:defRPr sz="1400">
                <a:solidFill>
                  <a:schemeClr val="tx2"/>
                </a:solidFill>
              </a:defRPr>
            </a:lvl4pPr>
            <a:lvl5pPr marL="1795462" indent="0">
              <a:buClr>
                <a:schemeClr val="tx2"/>
              </a:buClr>
              <a:buSzPct val="140000"/>
              <a:buFontTx/>
              <a:buNone/>
              <a:defRPr sz="1200">
                <a:solidFill>
                  <a:schemeClr val="tx2"/>
                </a:solidFill>
              </a:defRPr>
            </a:lvl5pPr>
          </a:lstStyle>
          <a:p>
            <a:pPr lvl="0"/>
            <a:r>
              <a:rPr lang="it-IT"/>
              <a:t>Testo 18pt</a:t>
            </a:r>
          </a:p>
          <a:p>
            <a:pPr lvl="1"/>
            <a:endParaRPr lang="it-IT"/>
          </a:p>
        </p:txBody>
      </p:sp>
      <p:sp>
        <p:nvSpPr>
          <p:cNvPr id="22" name="Segnaposto testo 4">
            <a:extLst>
              <a:ext uri="{FF2B5EF4-FFF2-40B4-BE49-F238E27FC236}">
                <a16:creationId xmlns:a16="http://schemas.microsoft.com/office/drawing/2014/main" id="{AFFD9B87-5039-8D48-B780-8214C541A3A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481275" y="2109083"/>
            <a:ext cx="3328969" cy="3912305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>
            <a:noAutofit/>
          </a:bodyPr>
          <a:lstStyle>
            <a:lvl1pPr marL="138113" indent="0">
              <a:buClr>
                <a:schemeClr val="tx2"/>
              </a:buClr>
              <a:buSzPct val="140000"/>
              <a:buFontTx/>
              <a:buNone/>
              <a:tabLst/>
              <a:defRPr sz="1800">
                <a:solidFill>
                  <a:schemeClr val="tx2"/>
                </a:solidFill>
              </a:defRPr>
            </a:lvl1pPr>
            <a:lvl2pPr marL="452437" indent="0">
              <a:buClr>
                <a:schemeClr val="tx2"/>
              </a:buClr>
              <a:buSzPct val="140000"/>
              <a:buFontTx/>
              <a:buNone/>
              <a:defRPr sz="1800">
                <a:solidFill>
                  <a:schemeClr val="tx2"/>
                </a:solidFill>
              </a:defRPr>
            </a:lvl2pPr>
            <a:lvl3pPr marL="895350" indent="0">
              <a:buClr>
                <a:schemeClr val="tx2"/>
              </a:buClr>
              <a:buSzPct val="140000"/>
              <a:buFontTx/>
              <a:buNone/>
              <a:defRPr sz="1600">
                <a:solidFill>
                  <a:schemeClr val="tx2"/>
                </a:solidFill>
              </a:defRPr>
            </a:lvl3pPr>
            <a:lvl4pPr marL="1343025" indent="0">
              <a:buClr>
                <a:schemeClr val="tx2"/>
              </a:buClr>
              <a:buSzPct val="140000"/>
              <a:buFontTx/>
              <a:buNone/>
              <a:defRPr sz="1400">
                <a:solidFill>
                  <a:schemeClr val="tx2"/>
                </a:solidFill>
              </a:defRPr>
            </a:lvl4pPr>
            <a:lvl5pPr marL="1795462" indent="0">
              <a:buClr>
                <a:schemeClr val="tx2"/>
              </a:buClr>
              <a:buSzPct val="140000"/>
              <a:buFontTx/>
              <a:buNone/>
              <a:defRPr sz="1200">
                <a:solidFill>
                  <a:schemeClr val="tx2"/>
                </a:solidFill>
              </a:defRPr>
            </a:lvl5pPr>
          </a:lstStyle>
          <a:p>
            <a:pPr lvl="0"/>
            <a:r>
              <a:rPr lang="it-IT"/>
              <a:t>Testo 18pt</a:t>
            </a:r>
          </a:p>
          <a:p>
            <a:pPr lvl="1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74802950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box multime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2">
            <a:extLst>
              <a:ext uri="{FF2B5EF4-FFF2-40B4-BE49-F238E27FC236}">
                <a16:creationId xmlns:a16="http://schemas.microsoft.com/office/drawing/2014/main" id="{635CA5DA-DBB6-F346-9B31-67E5F5BDEE56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18523" y="409465"/>
            <a:ext cx="11089875" cy="454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6800" rIns="90000" bIns="46800" numCol="1" anchor="b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it-IT"/>
              <a:t>Titolo SEGOE </a:t>
            </a:r>
            <a:r>
              <a:rPr lang="it-IT" err="1"/>
              <a:t>Ui</a:t>
            </a:r>
            <a:r>
              <a:rPr lang="it-IT"/>
              <a:t> 26pt </a:t>
            </a:r>
          </a:p>
        </p:txBody>
      </p:sp>
      <p:sp>
        <p:nvSpPr>
          <p:cNvPr id="17" name="Segnaposto contenuto 3">
            <a:extLst>
              <a:ext uri="{FF2B5EF4-FFF2-40B4-BE49-F238E27FC236}">
                <a16:creationId xmlns:a16="http://schemas.microsoft.com/office/drawing/2014/main" id="{67C76C8F-CBE4-174B-B924-16A49FAAE18B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421548" y="912709"/>
            <a:ext cx="11089875" cy="301557"/>
          </a:xfrm>
        </p:spPr>
        <p:txBody>
          <a:bodyPr>
            <a:spAutoFit/>
          </a:bodyPr>
          <a:lstStyle>
            <a:lvl1pPr>
              <a:defRPr b="1"/>
            </a:lvl1pPr>
          </a:lstStyle>
          <a:p>
            <a:r>
              <a:rPr lang="x-none" sz="1800"/>
              <a:t>Sottotitolo Segoe UI 18pt</a:t>
            </a:r>
          </a:p>
        </p:txBody>
      </p:sp>
      <p:sp>
        <p:nvSpPr>
          <p:cNvPr id="25" name="Textplatzhalter 5">
            <a:extLst>
              <a:ext uri="{FF2B5EF4-FFF2-40B4-BE49-F238E27FC236}">
                <a16:creationId xmlns:a16="http://schemas.microsoft.com/office/drawing/2014/main" id="{55FAF439-A1D2-3D40-A338-E989B73D78B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15203" y="1524472"/>
            <a:ext cx="3328970" cy="567011"/>
          </a:xfrm>
          <a:prstGeom prst="rect">
            <a:avLst/>
          </a:prstGeom>
          <a:solidFill>
            <a:schemeClr val="accent1"/>
          </a:solidFill>
        </p:spPr>
        <p:txBody>
          <a:bodyPr vert="horz" lIns="14400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Aft>
                <a:spcPts val="600"/>
              </a:spcAft>
              <a:buNone/>
              <a:defRPr lang="de-DE" sz="1800" b="1" dirty="0">
                <a:solidFill>
                  <a:schemeClr val="bg1"/>
                </a:solidFill>
              </a:defRPr>
            </a:lvl1pPr>
            <a:lvl2pPr>
              <a:defRPr lang="de-DE" dirty="0"/>
            </a:lvl2pPr>
            <a:lvl3pPr>
              <a:defRPr lang="de-DE" dirty="0"/>
            </a:lvl3pPr>
            <a:lvl4pPr>
              <a:defRPr lang="de-DE" dirty="0"/>
            </a:lvl4pPr>
            <a:lvl5pPr>
              <a:defRPr lang="de-DE" dirty="0"/>
            </a:lvl5pPr>
          </a:lstStyle>
          <a:p>
            <a:pPr lvl="0"/>
            <a:r>
              <a:rPr lang="de-DE" err="1"/>
              <a:t>Titolo</a:t>
            </a:r>
            <a:r>
              <a:rPr lang="de-DE"/>
              <a:t>, 18pt</a:t>
            </a:r>
          </a:p>
        </p:txBody>
      </p:sp>
      <p:sp>
        <p:nvSpPr>
          <p:cNvPr id="26" name="Inhaltsplatzhalter 4">
            <a:extLst>
              <a:ext uri="{FF2B5EF4-FFF2-40B4-BE49-F238E27FC236}">
                <a16:creationId xmlns:a16="http://schemas.microsoft.com/office/drawing/2014/main" id="{7EF1D76E-C8AB-5647-8B05-9D8BD690A6D9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415203" y="2091483"/>
            <a:ext cx="3328970" cy="252565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vert="horz" wrap="square" lIns="144000" tIns="144000" rIns="144000" bIns="45720" numCol="1" rtlCol="0" anchor="t" anchorCtr="0" compatLnSpc="1">
            <a:prstTxWarp prst="textNoShape">
              <a:avLst/>
            </a:prstTxWarp>
            <a:noAutofit/>
          </a:bodyPr>
          <a:lstStyle>
            <a:lvl1pPr marL="0" indent="0" algn="l">
              <a:buNone/>
              <a:defRPr lang="de-DE" sz="1800" b="0" dirty="0">
                <a:solidFill>
                  <a:schemeClr val="bg1"/>
                </a:solidFill>
                <a:latin typeface="+mn-lt"/>
                <a:cs typeface="+mn-cs"/>
              </a:defRPr>
            </a:lvl1pPr>
          </a:lstStyle>
          <a:p>
            <a:pPr marL="254058" lvl="0" indent="-254058" defTabSz="914400">
              <a:lnSpc>
                <a:spcPct val="90000"/>
              </a:lnSpc>
              <a:spcBef>
                <a:spcPts val="1200"/>
              </a:spcBef>
            </a:pPr>
            <a:r>
              <a:rPr lang="de-DE" err="1"/>
              <a:t>Segnaposto</a:t>
            </a:r>
            <a:r>
              <a:rPr lang="de-DE"/>
              <a:t>, 18pt</a:t>
            </a:r>
          </a:p>
        </p:txBody>
      </p:sp>
      <p:sp>
        <p:nvSpPr>
          <p:cNvPr id="27" name="Textplatzhalter 5">
            <a:extLst>
              <a:ext uri="{FF2B5EF4-FFF2-40B4-BE49-F238E27FC236}">
                <a16:creationId xmlns:a16="http://schemas.microsoft.com/office/drawing/2014/main" id="{91684359-B86B-CE4E-A34F-8FEC479A2FE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941889" y="1524472"/>
            <a:ext cx="3328970" cy="567011"/>
          </a:xfrm>
          <a:prstGeom prst="rect">
            <a:avLst/>
          </a:prstGeom>
          <a:solidFill>
            <a:schemeClr val="accent1"/>
          </a:solidFill>
        </p:spPr>
        <p:txBody>
          <a:bodyPr vert="horz" lIns="14400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Aft>
                <a:spcPts val="600"/>
              </a:spcAft>
              <a:buNone/>
              <a:defRPr lang="de-DE" sz="1800" b="1" dirty="0">
                <a:solidFill>
                  <a:schemeClr val="bg1"/>
                </a:solidFill>
              </a:defRPr>
            </a:lvl1pPr>
            <a:lvl2pPr>
              <a:defRPr lang="de-DE" dirty="0"/>
            </a:lvl2pPr>
            <a:lvl3pPr>
              <a:defRPr lang="de-DE" dirty="0"/>
            </a:lvl3pPr>
            <a:lvl4pPr>
              <a:defRPr lang="de-DE" dirty="0"/>
            </a:lvl4pPr>
            <a:lvl5pPr>
              <a:defRPr lang="de-DE" dirty="0"/>
            </a:lvl5pPr>
          </a:lstStyle>
          <a:p>
            <a:pPr lvl="0"/>
            <a:r>
              <a:rPr lang="de-DE" err="1"/>
              <a:t>Titolo</a:t>
            </a:r>
            <a:r>
              <a:rPr lang="de-DE"/>
              <a:t>, 18pt</a:t>
            </a:r>
          </a:p>
        </p:txBody>
      </p:sp>
      <p:sp>
        <p:nvSpPr>
          <p:cNvPr id="28" name="Inhaltsplatzhalter 4">
            <a:extLst>
              <a:ext uri="{FF2B5EF4-FFF2-40B4-BE49-F238E27FC236}">
                <a16:creationId xmlns:a16="http://schemas.microsoft.com/office/drawing/2014/main" id="{76E8FF17-A76E-D846-9CDF-99299E172CB9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3941889" y="2091483"/>
            <a:ext cx="3328970" cy="252565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vert="horz" wrap="square" lIns="144000" tIns="144000" rIns="144000" bIns="45720" numCol="1" rtlCol="0" anchor="t" anchorCtr="0" compatLnSpc="1">
            <a:prstTxWarp prst="textNoShape">
              <a:avLst/>
            </a:prstTxWarp>
            <a:noAutofit/>
          </a:bodyPr>
          <a:lstStyle>
            <a:lvl1pPr marL="0" indent="0" algn="l">
              <a:buNone/>
              <a:defRPr lang="de-DE" sz="1800" b="0" dirty="0">
                <a:solidFill>
                  <a:schemeClr val="bg1"/>
                </a:solidFill>
                <a:latin typeface="+mn-lt"/>
                <a:cs typeface="+mn-cs"/>
              </a:defRPr>
            </a:lvl1pPr>
          </a:lstStyle>
          <a:p>
            <a:pPr marL="254058" lvl="0" indent="-254058" defTabSz="914400">
              <a:lnSpc>
                <a:spcPct val="90000"/>
              </a:lnSpc>
              <a:spcBef>
                <a:spcPts val="1200"/>
              </a:spcBef>
            </a:pPr>
            <a:r>
              <a:rPr lang="de-DE" err="1"/>
              <a:t>Segnaposto</a:t>
            </a:r>
            <a:r>
              <a:rPr lang="de-DE"/>
              <a:t>, 18pt</a:t>
            </a:r>
          </a:p>
        </p:txBody>
      </p:sp>
      <p:sp>
        <p:nvSpPr>
          <p:cNvPr id="29" name="Textplatzhalter 5">
            <a:extLst>
              <a:ext uri="{FF2B5EF4-FFF2-40B4-BE49-F238E27FC236}">
                <a16:creationId xmlns:a16="http://schemas.microsoft.com/office/drawing/2014/main" id="{46A88E3A-6F26-1149-8ECB-6FB3EA2A219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468575" y="1524472"/>
            <a:ext cx="3328970" cy="567011"/>
          </a:xfrm>
          <a:prstGeom prst="rect">
            <a:avLst/>
          </a:prstGeom>
          <a:solidFill>
            <a:schemeClr val="accent1"/>
          </a:solidFill>
        </p:spPr>
        <p:txBody>
          <a:bodyPr vert="horz" lIns="14400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Aft>
                <a:spcPts val="600"/>
              </a:spcAft>
              <a:buNone/>
              <a:defRPr lang="de-DE" sz="1800" b="1" dirty="0">
                <a:solidFill>
                  <a:schemeClr val="bg1"/>
                </a:solidFill>
              </a:defRPr>
            </a:lvl1pPr>
            <a:lvl2pPr>
              <a:defRPr lang="de-DE" dirty="0"/>
            </a:lvl2pPr>
            <a:lvl3pPr>
              <a:defRPr lang="de-DE" dirty="0"/>
            </a:lvl3pPr>
            <a:lvl4pPr>
              <a:defRPr lang="de-DE" dirty="0"/>
            </a:lvl4pPr>
            <a:lvl5pPr>
              <a:defRPr lang="de-DE" dirty="0"/>
            </a:lvl5pPr>
          </a:lstStyle>
          <a:p>
            <a:pPr lvl="0"/>
            <a:r>
              <a:rPr lang="de-DE" err="1"/>
              <a:t>Titolo</a:t>
            </a:r>
            <a:r>
              <a:rPr lang="de-DE"/>
              <a:t>, 18pt</a:t>
            </a:r>
          </a:p>
        </p:txBody>
      </p:sp>
      <p:sp>
        <p:nvSpPr>
          <p:cNvPr id="30" name="Inhaltsplatzhalter 4">
            <a:extLst>
              <a:ext uri="{FF2B5EF4-FFF2-40B4-BE49-F238E27FC236}">
                <a16:creationId xmlns:a16="http://schemas.microsoft.com/office/drawing/2014/main" id="{7AB1916B-521A-3142-9041-8547D28363FA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7468575" y="2091483"/>
            <a:ext cx="3328970" cy="252565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vert="horz" wrap="square" lIns="144000" tIns="144000" rIns="144000" bIns="45720" numCol="1" rtlCol="0" anchor="t" anchorCtr="0" compatLnSpc="1">
            <a:prstTxWarp prst="textNoShape">
              <a:avLst/>
            </a:prstTxWarp>
            <a:noAutofit/>
          </a:bodyPr>
          <a:lstStyle>
            <a:lvl1pPr marL="0" indent="0" algn="l">
              <a:buNone/>
              <a:defRPr lang="de-DE" sz="1800" b="0" dirty="0">
                <a:solidFill>
                  <a:schemeClr val="bg1"/>
                </a:solidFill>
                <a:latin typeface="+mn-lt"/>
                <a:cs typeface="+mn-cs"/>
              </a:defRPr>
            </a:lvl1pPr>
          </a:lstStyle>
          <a:p>
            <a:pPr marL="254058" lvl="0" indent="-254058" defTabSz="914400">
              <a:lnSpc>
                <a:spcPct val="90000"/>
              </a:lnSpc>
              <a:spcBef>
                <a:spcPts val="1200"/>
              </a:spcBef>
            </a:pPr>
            <a:r>
              <a:rPr lang="de-DE" err="1"/>
              <a:t>Segnaposto</a:t>
            </a:r>
            <a:r>
              <a:rPr lang="de-DE"/>
              <a:t>, 18pt</a:t>
            </a:r>
          </a:p>
        </p:txBody>
      </p:sp>
    </p:spTree>
    <p:extLst>
      <p:ext uri="{BB962C8B-B14F-4D97-AF65-F5344CB8AC3E}">
        <p14:creationId xmlns:p14="http://schemas.microsoft.com/office/powerpoint/2010/main" val="404377066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box multime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BFE9D297-397C-F64E-A095-7ED1D320EFFC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18523" y="409465"/>
            <a:ext cx="11089875" cy="454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6800" rIns="90000" bIns="46800" numCol="1" anchor="b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it-IT"/>
              <a:t>Titolo SEGOE </a:t>
            </a:r>
            <a:r>
              <a:rPr lang="it-IT" err="1"/>
              <a:t>Ui</a:t>
            </a:r>
            <a:r>
              <a:rPr lang="it-IT"/>
              <a:t> 26pt </a:t>
            </a:r>
          </a:p>
        </p:txBody>
      </p:sp>
      <p:sp>
        <p:nvSpPr>
          <p:cNvPr id="19" name="Segnaposto contenuto 3">
            <a:extLst>
              <a:ext uri="{FF2B5EF4-FFF2-40B4-BE49-F238E27FC236}">
                <a16:creationId xmlns:a16="http://schemas.microsoft.com/office/drawing/2014/main" id="{08C67768-7AA1-694B-BBD3-4D2BED23D970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421548" y="912709"/>
            <a:ext cx="11089875" cy="301557"/>
          </a:xfrm>
        </p:spPr>
        <p:txBody>
          <a:bodyPr>
            <a:spAutoFit/>
          </a:bodyPr>
          <a:lstStyle>
            <a:lvl1pPr>
              <a:defRPr b="1"/>
            </a:lvl1pPr>
          </a:lstStyle>
          <a:p>
            <a:r>
              <a:rPr lang="x-none" sz="1800"/>
              <a:t>Sottotitolo Segoe UI 18pt</a:t>
            </a:r>
          </a:p>
        </p:txBody>
      </p:sp>
      <p:sp>
        <p:nvSpPr>
          <p:cNvPr id="22" name="Textplatzhalter 5">
            <a:extLst>
              <a:ext uri="{FF2B5EF4-FFF2-40B4-BE49-F238E27FC236}">
                <a16:creationId xmlns:a16="http://schemas.microsoft.com/office/drawing/2014/main" id="{A3CCC18F-DE49-AE40-A446-9359D8DDB55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13071" y="1524064"/>
            <a:ext cx="3328970" cy="567011"/>
          </a:xfrm>
          <a:prstGeom prst="rect">
            <a:avLst/>
          </a:prstGeom>
          <a:solidFill>
            <a:schemeClr val="accent1"/>
          </a:solidFill>
        </p:spPr>
        <p:txBody>
          <a:bodyPr vert="horz" lIns="14400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Aft>
                <a:spcPts val="600"/>
              </a:spcAft>
              <a:buNone/>
              <a:defRPr lang="de-DE" sz="1800" b="1" dirty="0">
                <a:solidFill>
                  <a:schemeClr val="bg1"/>
                </a:solidFill>
              </a:defRPr>
            </a:lvl1pPr>
            <a:lvl2pPr>
              <a:defRPr lang="de-DE" dirty="0"/>
            </a:lvl2pPr>
            <a:lvl3pPr>
              <a:defRPr lang="de-DE" dirty="0"/>
            </a:lvl3pPr>
            <a:lvl4pPr>
              <a:defRPr lang="de-DE" dirty="0"/>
            </a:lvl4pPr>
            <a:lvl5pPr>
              <a:defRPr lang="de-DE" dirty="0"/>
            </a:lvl5pPr>
          </a:lstStyle>
          <a:p>
            <a:pPr lvl="0"/>
            <a:r>
              <a:rPr lang="de-DE" err="1"/>
              <a:t>Titolo</a:t>
            </a:r>
            <a:r>
              <a:rPr lang="de-DE"/>
              <a:t>, 18pt</a:t>
            </a:r>
          </a:p>
        </p:txBody>
      </p:sp>
      <p:sp>
        <p:nvSpPr>
          <p:cNvPr id="23" name="Inhaltsplatzhalter 4">
            <a:extLst>
              <a:ext uri="{FF2B5EF4-FFF2-40B4-BE49-F238E27FC236}">
                <a16:creationId xmlns:a16="http://schemas.microsoft.com/office/drawing/2014/main" id="{59DE8EDC-5F79-7141-95C9-4A2F2C5DE6F7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413071" y="2091075"/>
            <a:ext cx="3328970" cy="133662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vert="horz" wrap="square" lIns="144000" tIns="144000" rIns="144000" bIns="45720" numCol="1" rtlCol="0" anchor="t" anchorCtr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de-DE" sz="1800" b="0" dirty="0">
                <a:solidFill>
                  <a:schemeClr val="bg1"/>
                </a:solidFill>
                <a:latin typeface="+mn-lt"/>
                <a:cs typeface="+mn-cs"/>
              </a:defRPr>
            </a:lvl1pPr>
          </a:lstStyle>
          <a:p>
            <a:pPr marL="254058" lvl="0" indent="-254058" defTabSz="914400">
              <a:lnSpc>
                <a:spcPct val="90000"/>
              </a:lnSpc>
              <a:spcBef>
                <a:spcPts val="1200"/>
              </a:spcBef>
            </a:pPr>
            <a:r>
              <a:rPr lang="de-DE" err="1"/>
              <a:t>Segnaposto</a:t>
            </a:r>
            <a:r>
              <a:rPr lang="de-DE"/>
              <a:t>, 18pt</a:t>
            </a:r>
          </a:p>
        </p:txBody>
      </p:sp>
      <p:sp>
        <p:nvSpPr>
          <p:cNvPr id="24" name="Textplatzhalter 5">
            <a:extLst>
              <a:ext uri="{FF2B5EF4-FFF2-40B4-BE49-F238E27FC236}">
                <a16:creationId xmlns:a16="http://schemas.microsoft.com/office/drawing/2014/main" id="{947FB7C3-063F-5346-A154-922772E1656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939757" y="1524064"/>
            <a:ext cx="3328970" cy="567011"/>
          </a:xfrm>
          <a:prstGeom prst="rect">
            <a:avLst/>
          </a:prstGeom>
          <a:solidFill>
            <a:schemeClr val="accent1"/>
          </a:solidFill>
        </p:spPr>
        <p:txBody>
          <a:bodyPr vert="horz" lIns="14400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Aft>
                <a:spcPts val="600"/>
              </a:spcAft>
              <a:buNone/>
              <a:defRPr lang="de-DE" sz="1800" b="1" dirty="0">
                <a:solidFill>
                  <a:schemeClr val="bg1"/>
                </a:solidFill>
              </a:defRPr>
            </a:lvl1pPr>
            <a:lvl2pPr>
              <a:defRPr lang="de-DE" dirty="0"/>
            </a:lvl2pPr>
            <a:lvl3pPr>
              <a:defRPr lang="de-DE" dirty="0"/>
            </a:lvl3pPr>
            <a:lvl4pPr>
              <a:defRPr lang="de-DE" dirty="0"/>
            </a:lvl4pPr>
            <a:lvl5pPr>
              <a:defRPr lang="de-DE" dirty="0"/>
            </a:lvl5pPr>
          </a:lstStyle>
          <a:p>
            <a:pPr lvl="0"/>
            <a:r>
              <a:rPr lang="de-DE" err="1"/>
              <a:t>Titolo</a:t>
            </a:r>
            <a:r>
              <a:rPr lang="de-DE"/>
              <a:t>, 18pt</a:t>
            </a:r>
          </a:p>
        </p:txBody>
      </p:sp>
      <p:sp>
        <p:nvSpPr>
          <p:cNvPr id="25" name="Inhaltsplatzhalter 4">
            <a:extLst>
              <a:ext uri="{FF2B5EF4-FFF2-40B4-BE49-F238E27FC236}">
                <a16:creationId xmlns:a16="http://schemas.microsoft.com/office/drawing/2014/main" id="{5140A686-ED5B-1045-8A3E-EF22C8E68BF5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3939757" y="2091075"/>
            <a:ext cx="3328970" cy="133662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vert="horz" wrap="square" lIns="144000" tIns="144000" rIns="144000" bIns="45720" numCol="1" rtlCol="0" anchor="t" anchorCtr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de-DE" sz="1800" b="0" dirty="0">
                <a:solidFill>
                  <a:schemeClr val="bg1"/>
                </a:solidFill>
                <a:latin typeface="+mn-lt"/>
                <a:cs typeface="+mn-cs"/>
              </a:defRPr>
            </a:lvl1pPr>
          </a:lstStyle>
          <a:p>
            <a:pPr marL="254058" lvl="0" indent="-254058" defTabSz="914400">
              <a:lnSpc>
                <a:spcPct val="90000"/>
              </a:lnSpc>
              <a:spcBef>
                <a:spcPts val="1200"/>
              </a:spcBef>
            </a:pPr>
            <a:r>
              <a:rPr lang="de-DE" err="1"/>
              <a:t>Segnaposto</a:t>
            </a:r>
            <a:r>
              <a:rPr lang="de-DE"/>
              <a:t>, 18pt</a:t>
            </a:r>
          </a:p>
        </p:txBody>
      </p:sp>
      <p:sp>
        <p:nvSpPr>
          <p:cNvPr id="26" name="Textplatzhalter 5">
            <a:extLst>
              <a:ext uri="{FF2B5EF4-FFF2-40B4-BE49-F238E27FC236}">
                <a16:creationId xmlns:a16="http://schemas.microsoft.com/office/drawing/2014/main" id="{43620B12-D93E-1142-BEE7-03EF0A8E5E7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466443" y="1524064"/>
            <a:ext cx="3328970" cy="567011"/>
          </a:xfrm>
          <a:prstGeom prst="rect">
            <a:avLst/>
          </a:prstGeom>
          <a:solidFill>
            <a:schemeClr val="accent1"/>
          </a:solidFill>
        </p:spPr>
        <p:txBody>
          <a:bodyPr vert="horz" lIns="14400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Aft>
                <a:spcPts val="600"/>
              </a:spcAft>
              <a:buNone/>
              <a:defRPr lang="de-DE" sz="1800" b="1" dirty="0">
                <a:solidFill>
                  <a:schemeClr val="bg1"/>
                </a:solidFill>
              </a:defRPr>
            </a:lvl1pPr>
            <a:lvl2pPr>
              <a:defRPr lang="de-DE" dirty="0"/>
            </a:lvl2pPr>
            <a:lvl3pPr>
              <a:defRPr lang="de-DE" dirty="0"/>
            </a:lvl3pPr>
            <a:lvl4pPr>
              <a:defRPr lang="de-DE" dirty="0"/>
            </a:lvl4pPr>
            <a:lvl5pPr>
              <a:defRPr lang="de-DE" dirty="0"/>
            </a:lvl5pPr>
          </a:lstStyle>
          <a:p>
            <a:pPr lvl="0"/>
            <a:r>
              <a:rPr lang="de-DE" err="1"/>
              <a:t>Titolo</a:t>
            </a:r>
            <a:r>
              <a:rPr lang="de-DE"/>
              <a:t>, 18pt</a:t>
            </a:r>
          </a:p>
        </p:txBody>
      </p:sp>
      <p:sp>
        <p:nvSpPr>
          <p:cNvPr id="27" name="Inhaltsplatzhalter 4">
            <a:extLst>
              <a:ext uri="{FF2B5EF4-FFF2-40B4-BE49-F238E27FC236}">
                <a16:creationId xmlns:a16="http://schemas.microsoft.com/office/drawing/2014/main" id="{8A17E38A-C701-8240-B1FD-59321750BA71}"/>
              </a:ext>
            </a:extLst>
          </p:cNvPr>
          <p:cNvSpPr>
            <a:spLocks noGrp="1"/>
          </p:cNvSpPr>
          <p:nvPr>
            <p:ph sz="quarter" idx="29" hasCustomPrompt="1"/>
          </p:nvPr>
        </p:nvSpPr>
        <p:spPr>
          <a:xfrm>
            <a:off x="7466443" y="2091075"/>
            <a:ext cx="3328970" cy="133662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vert="horz" wrap="square" lIns="144000" tIns="144000" rIns="144000" bIns="45720" numCol="1" rtlCol="0" anchor="t" anchorCtr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de-DE" sz="1800" b="0" dirty="0">
                <a:solidFill>
                  <a:schemeClr val="bg1"/>
                </a:solidFill>
                <a:latin typeface="+mn-lt"/>
                <a:cs typeface="+mn-cs"/>
              </a:defRPr>
            </a:lvl1pPr>
          </a:lstStyle>
          <a:p>
            <a:pPr marL="254058" lvl="0" indent="-254058" defTabSz="914400">
              <a:lnSpc>
                <a:spcPct val="90000"/>
              </a:lnSpc>
              <a:spcBef>
                <a:spcPts val="1200"/>
              </a:spcBef>
            </a:pPr>
            <a:r>
              <a:rPr lang="de-DE" err="1"/>
              <a:t>Segnaposto</a:t>
            </a:r>
            <a:r>
              <a:rPr lang="de-DE"/>
              <a:t>, 18pt</a:t>
            </a:r>
          </a:p>
        </p:txBody>
      </p:sp>
      <p:sp>
        <p:nvSpPr>
          <p:cNvPr id="28" name="Textplatzhalter 5">
            <a:extLst>
              <a:ext uri="{FF2B5EF4-FFF2-40B4-BE49-F238E27FC236}">
                <a16:creationId xmlns:a16="http://schemas.microsoft.com/office/drawing/2014/main" id="{31A5AF69-B971-E847-92D4-2CB669C7A3A3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13071" y="3974543"/>
            <a:ext cx="3328970" cy="567011"/>
          </a:xfrm>
          <a:prstGeom prst="rect">
            <a:avLst/>
          </a:prstGeom>
          <a:solidFill>
            <a:schemeClr val="accent1"/>
          </a:solidFill>
        </p:spPr>
        <p:txBody>
          <a:bodyPr vert="horz" lIns="14400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Aft>
                <a:spcPts val="600"/>
              </a:spcAft>
              <a:buNone/>
              <a:defRPr lang="de-DE" sz="1800" b="1" dirty="0">
                <a:solidFill>
                  <a:schemeClr val="bg1"/>
                </a:solidFill>
              </a:defRPr>
            </a:lvl1pPr>
            <a:lvl2pPr>
              <a:defRPr lang="de-DE" dirty="0"/>
            </a:lvl2pPr>
            <a:lvl3pPr>
              <a:defRPr lang="de-DE" dirty="0"/>
            </a:lvl3pPr>
            <a:lvl4pPr>
              <a:defRPr lang="de-DE" dirty="0"/>
            </a:lvl4pPr>
            <a:lvl5pPr>
              <a:defRPr lang="de-DE" dirty="0"/>
            </a:lvl5pPr>
          </a:lstStyle>
          <a:p>
            <a:pPr lvl="0"/>
            <a:r>
              <a:rPr lang="de-DE" err="1"/>
              <a:t>Titolo</a:t>
            </a:r>
            <a:r>
              <a:rPr lang="de-DE"/>
              <a:t>, 18pt</a:t>
            </a:r>
          </a:p>
        </p:txBody>
      </p:sp>
      <p:sp>
        <p:nvSpPr>
          <p:cNvPr id="29" name="Inhaltsplatzhalter 4">
            <a:extLst>
              <a:ext uri="{FF2B5EF4-FFF2-40B4-BE49-F238E27FC236}">
                <a16:creationId xmlns:a16="http://schemas.microsoft.com/office/drawing/2014/main" id="{1165C76D-FA45-A143-976D-713ED02B2E40}"/>
              </a:ext>
            </a:extLst>
          </p:cNvPr>
          <p:cNvSpPr>
            <a:spLocks noGrp="1"/>
          </p:cNvSpPr>
          <p:nvPr>
            <p:ph sz="quarter" idx="31" hasCustomPrompt="1"/>
          </p:nvPr>
        </p:nvSpPr>
        <p:spPr>
          <a:xfrm>
            <a:off x="413071" y="4541554"/>
            <a:ext cx="3328970" cy="133662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vert="horz" wrap="square" lIns="144000" tIns="144000" rIns="144000" bIns="45720" numCol="1" rtlCol="0" anchor="t" anchorCtr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de-DE" sz="1800" b="0" dirty="0">
                <a:solidFill>
                  <a:schemeClr val="bg1"/>
                </a:solidFill>
                <a:latin typeface="+mn-lt"/>
                <a:cs typeface="+mn-cs"/>
              </a:defRPr>
            </a:lvl1pPr>
          </a:lstStyle>
          <a:p>
            <a:pPr marL="254058" lvl="0" indent="-254058" defTabSz="914400">
              <a:lnSpc>
                <a:spcPct val="90000"/>
              </a:lnSpc>
              <a:spcBef>
                <a:spcPts val="1200"/>
              </a:spcBef>
            </a:pPr>
            <a:r>
              <a:rPr lang="de-DE" err="1"/>
              <a:t>Segnaposto</a:t>
            </a:r>
            <a:r>
              <a:rPr lang="de-DE"/>
              <a:t>, 18pt</a:t>
            </a:r>
          </a:p>
        </p:txBody>
      </p:sp>
      <p:sp>
        <p:nvSpPr>
          <p:cNvPr id="30" name="Textplatzhalter 5">
            <a:extLst>
              <a:ext uri="{FF2B5EF4-FFF2-40B4-BE49-F238E27FC236}">
                <a16:creationId xmlns:a16="http://schemas.microsoft.com/office/drawing/2014/main" id="{E8819D2A-3136-4E4F-9265-9761C2CA491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939757" y="3974543"/>
            <a:ext cx="3328970" cy="567011"/>
          </a:xfrm>
          <a:prstGeom prst="rect">
            <a:avLst/>
          </a:prstGeom>
          <a:solidFill>
            <a:schemeClr val="accent1"/>
          </a:solidFill>
        </p:spPr>
        <p:txBody>
          <a:bodyPr vert="horz" lIns="14400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Aft>
                <a:spcPts val="600"/>
              </a:spcAft>
              <a:buNone/>
              <a:defRPr lang="de-DE" sz="1800" b="1" dirty="0">
                <a:solidFill>
                  <a:schemeClr val="bg1"/>
                </a:solidFill>
              </a:defRPr>
            </a:lvl1pPr>
            <a:lvl2pPr>
              <a:defRPr lang="de-DE" dirty="0"/>
            </a:lvl2pPr>
            <a:lvl3pPr>
              <a:defRPr lang="de-DE" dirty="0"/>
            </a:lvl3pPr>
            <a:lvl4pPr>
              <a:defRPr lang="de-DE" dirty="0"/>
            </a:lvl4pPr>
            <a:lvl5pPr>
              <a:defRPr lang="de-DE" dirty="0"/>
            </a:lvl5pPr>
          </a:lstStyle>
          <a:p>
            <a:pPr lvl="0"/>
            <a:r>
              <a:rPr lang="de-DE" err="1"/>
              <a:t>Titolo</a:t>
            </a:r>
            <a:r>
              <a:rPr lang="de-DE"/>
              <a:t>, 18pt</a:t>
            </a:r>
          </a:p>
        </p:txBody>
      </p:sp>
      <p:sp>
        <p:nvSpPr>
          <p:cNvPr id="31" name="Inhaltsplatzhalter 4">
            <a:extLst>
              <a:ext uri="{FF2B5EF4-FFF2-40B4-BE49-F238E27FC236}">
                <a16:creationId xmlns:a16="http://schemas.microsoft.com/office/drawing/2014/main" id="{2F58CD45-9D5E-C047-A583-5BF531E4D5DD}"/>
              </a:ext>
            </a:extLst>
          </p:cNvPr>
          <p:cNvSpPr>
            <a:spLocks noGrp="1"/>
          </p:cNvSpPr>
          <p:nvPr>
            <p:ph sz="quarter" idx="33" hasCustomPrompt="1"/>
          </p:nvPr>
        </p:nvSpPr>
        <p:spPr>
          <a:xfrm>
            <a:off x="3939757" y="4541554"/>
            <a:ext cx="3328970" cy="133662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vert="horz" wrap="square" lIns="144000" tIns="144000" rIns="144000" bIns="45720" numCol="1" rtlCol="0" anchor="t" anchorCtr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de-DE" sz="1800" b="0" dirty="0">
                <a:solidFill>
                  <a:schemeClr val="bg1"/>
                </a:solidFill>
                <a:latin typeface="+mn-lt"/>
                <a:cs typeface="+mn-cs"/>
              </a:defRPr>
            </a:lvl1pPr>
          </a:lstStyle>
          <a:p>
            <a:pPr marL="254058" lvl="0" indent="-254058" defTabSz="914400">
              <a:lnSpc>
                <a:spcPct val="90000"/>
              </a:lnSpc>
              <a:spcBef>
                <a:spcPts val="1200"/>
              </a:spcBef>
            </a:pPr>
            <a:r>
              <a:rPr lang="de-DE" err="1"/>
              <a:t>Segnaposto</a:t>
            </a:r>
            <a:r>
              <a:rPr lang="de-DE"/>
              <a:t>, 18pt</a:t>
            </a:r>
          </a:p>
        </p:txBody>
      </p:sp>
      <p:sp>
        <p:nvSpPr>
          <p:cNvPr id="32" name="Textplatzhalter 5">
            <a:extLst>
              <a:ext uri="{FF2B5EF4-FFF2-40B4-BE49-F238E27FC236}">
                <a16:creationId xmlns:a16="http://schemas.microsoft.com/office/drawing/2014/main" id="{2219DB30-5B94-4F4B-AAE0-A8087176D398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7466443" y="3974543"/>
            <a:ext cx="3328970" cy="567011"/>
          </a:xfrm>
          <a:prstGeom prst="rect">
            <a:avLst/>
          </a:prstGeom>
          <a:solidFill>
            <a:schemeClr val="accent1"/>
          </a:solidFill>
        </p:spPr>
        <p:txBody>
          <a:bodyPr vert="horz" lIns="14400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Aft>
                <a:spcPts val="600"/>
              </a:spcAft>
              <a:buNone/>
              <a:defRPr lang="de-DE" sz="1800" b="1" dirty="0">
                <a:solidFill>
                  <a:schemeClr val="bg1"/>
                </a:solidFill>
              </a:defRPr>
            </a:lvl1pPr>
            <a:lvl2pPr>
              <a:defRPr lang="de-DE" dirty="0"/>
            </a:lvl2pPr>
            <a:lvl3pPr>
              <a:defRPr lang="de-DE" dirty="0"/>
            </a:lvl3pPr>
            <a:lvl4pPr>
              <a:defRPr lang="de-DE" dirty="0"/>
            </a:lvl4pPr>
            <a:lvl5pPr>
              <a:defRPr lang="de-DE" dirty="0"/>
            </a:lvl5pPr>
          </a:lstStyle>
          <a:p>
            <a:pPr lvl="0"/>
            <a:r>
              <a:rPr lang="de-DE" err="1"/>
              <a:t>Titolo</a:t>
            </a:r>
            <a:r>
              <a:rPr lang="de-DE"/>
              <a:t>, 18pt</a:t>
            </a:r>
          </a:p>
        </p:txBody>
      </p:sp>
      <p:sp>
        <p:nvSpPr>
          <p:cNvPr id="33" name="Inhaltsplatzhalter 4">
            <a:extLst>
              <a:ext uri="{FF2B5EF4-FFF2-40B4-BE49-F238E27FC236}">
                <a16:creationId xmlns:a16="http://schemas.microsoft.com/office/drawing/2014/main" id="{51259A08-57D0-8F44-B67D-B1B6942103BA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7466443" y="4541554"/>
            <a:ext cx="3328970" cy="133662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vert="horz" wrap="square" lIns="144000" tIns="144000" rIns="144000" bIns="45720" numCol="1" rtlCol="0" anchor="t" anchorCtr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de-DE" sz="1800" b="0" dirty="0">
                <a:solidFill>
                  <a:schemeClr val="bg1"/>
                </a:solidFill>
                <a:latin typeface="+mn-lt"/>
                <a:cs typeface="+mn-cs"/>
              </a:defRPr>
            </a:lvl1pPr>
          </a:lstStyle>
          <a:p>
            <a:pPr marL="254058" lvl="0" indent="-254058" defTabSz="914400">
              <a:lnSpc>
                <a:spcPct val="90000"/>
              </a:lnSpc>
              <a:spcBef>
                <a:spcPts val="1200"/>
              </a:spcBef>
            </a:pPr>
            <a:r>
              <a:rPr lang="de-DE" err="1"/>
              <a:t>Segnaposto</a:t>
            </a:r>
            <a:r>
              <a:rPr lang="de-DE"/>
              <a:t>, 18pt</a:t>
            </a:r>
          </a:p>
        </p:txBody>
      </p:sp>
    </p:spTree>
    <p:extLst>
      <p:ext uri="{BB962C8B-B14F-4D97-AF65-F5344CB8AC3E}">
        <p14:creationId xmlns:p14="http://schemas.microsoft.com/office/powerpoint/2010/main" val="2645375513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 box multime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">
            <a:extLst>
              <a:ext uri="{FF2B5EF4-FFF2-40B4-BE49-F238E27FC236}">
                <a16:creationId xmlns:a16="http://schemas.microsoft.com/office/drawing/2014/main" id="{798D4C2B-A91A-3342-8A49-D5C9D876E81F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18523" y="409465"/>
            <a:ext cx="11089875" cy="454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6800" rIns="90000" bIns="46800" numCol="1" anchor="b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it-IT"/>
              <a:t>Titolo SEGOE </a:t>
            </a:r>
            <a:r>
              <a:rPr lang="it-IT" err="1"/>
              <a:t>Ui</a:t>
            </a:r>
            <a:r>
              <a:rPr lang="it-IT"/>
              <a:t> 26pt </a:t>
            </a:r>
          </a:p>
        </p:txBody>
      </p:sp>
      <p:sp>
        <p:nvSpPr>
          <p:cNvPr id="25" name="Segnaposto contenuto 3">
            <a:extLst>
              <a:ext uri="{FF2B5EF4-FFF2-40B4-BE49-F238E27FC236}">
                <a16:creationId xmlns:a16="http://schemas.microsoft.com/office/drawing/2014/main" id="{5D986513-5E20-FC4C-B53E-0E1CA5060CE8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421548" y="912709"/>
            <a:ext cx="11089875" cy="301557"/>
          </a:xfrm>
        </p:spPr>
        <p:txBody>
          <a:bodyPr>
            <a:spAutoFit/>
          </a:bodyPr>
          <a:lstStyle>
            <a:lvl1pPr>
              <a:defRPr b="1"/>
            </a:lvl1pPr>
          </a:lstStyle>
          <a:p>
            <a:r>
              <a:rPr lang="x-none" sz="1800"/>
              <a:t>Sottotitolo Segoe UI 18pt</a:t>
            </a:r>
          </a:p>
        </p:txBody>
      </p:sp>
      <p:sp>
        <p:nvSpPr>
          <p:cNvPr id="23" name="Textplatzhalter 5">
            <a:extLst>
              <a:ext uri="{FF2B5EF4-FFF2-40B4-BE49-F238E27FC236}">
                <a16:creationId xmlns:a16="http://schemas.microsoft.com/office/drawing/2014/main" id="{C6538B60-F04C-2749-BCFD-FB5D6837B48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15203" y="1519927"/>
            <a:ext cx="3328970" cy="411217"/>
          </a:xfrm>
          <a:prstGeom prst="rect">
            <a:avLst/>
          </a:prstGeom>
          <a:solidFill>
            <a:schemeClr val="accent1"/>
          </a:solidFill>
        </p:spPr>
        <p:txBody>
          <a:bodyPr vert="horz" lIns="14400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Aft>
                <a:spcPts val="600"/>
              </a:spcAft>
              <a:buNone/>
              <a:defRPr lang="de-DE" sz="1800" b="1" dirty="0">
                <a:solidFill>
                  <a:schemeClr val="bg1"/>
                </a:solidFill>
              </a:defRPr>
            </a:lvl1pPr>
            <a:lvl2pPr>
              <a:defRPr lang="de-DE" dirty="0"/>
            </a:lvl2pPr>
            <a:lvl3pPr>
              <a:defRPr lang="de-DE" dirty="0"/>
            </a:lvl3pPr>
            <a:lvl4pPr>
              <a:defRPr lang="de-DE" dirty="0"/>
            </a:lvl4pPr>
            <a:lvl5pPr>
              <a:defRPr lang="de-DE" dirty="0"/>
            </a:lvl5pPr>
          </a:lstStyle>
          <a:p>
            <a:pPr lvl="0"/>
            <a:r>
              <a:rPr lang="de-DE" err="1"/>
              <a:t>Titolo</a:t>
            </a:r>
            <a:r>
              <a:rPr lang="de-DE"/>
              <a:t>, 18pt</a:t>
            </a:r>
          </a:p>
        </p:txBody>
      </p:sp>
      <p:sp>
        <p:nvSpPr>
          <p:cNvPr id="24" name="Inhaltsplatzhalter 4">
            <a:extLst>
              <a:ext uri="{FF2B5EF4-FFF2-40B4-BE49-F238E27FC236}">
                <a16:creationId xmlns:a16="http://schemas.microsoft.com/office/drawing/2014/main" id="{37D5B789-E0A4-8B4E-A094-52FF56A7C20E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415203" y="1931145"/>
            <a:ext cx="3328970" cy="8635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vert="horz" wrap="square" lIns="144000" tIns="144000" rIns="144000" bIns="45720" numCol="1" rtlCol="0" anchor="t" anchorCtr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de-DE" sz="1800" b="0" dirty="0">
                <a:solidFill>
                  <a:schemeClr val="bg1"/>
                </a:solidFill>
                <a:latin typeface="+mn-lt"/>
                <a:cs typeface="+mn-cs"/>
              </a:defRPr>
            </a:lvl1pPr>
          </a:lstStyle>
          <a:p>
            <a:pPr marL="254058" lvl="0" indent="-254058" defTabSz="914400">
              <a:lnSpc>
                <a:spcPct val="90000"/>
              </a:lnSpc>
              <a:spcBef>
                <a:spcPts val="1200"/>
              </a:spcBef>
            </a:pPr>
            <a:r>
              <a:rPr lang="de-DE" err="1"/>
              <a:t>Segnaposto</a:t>
            </a:r>
            <a:r>
              <a:rPr lang="de-DE"/>
              <a:t>, 18pt</a:t>
            </a:r>
          </a:p>
        </p:txBody>
      </p:sp>
      <p:sp>
        <p:nvSpPr>
          <p:cNvPr id="26" name="Textplatzhalter 5">
            <a:extLst>
              <a:ext uri="{FF2B5EF4-FFF2-40B4-BE49-F238E27FC236}">
                <a16:creationId xmlns:a16="http://schemas.microsoft.com/office/drawing/2014/main" id="{0A08E917-2ECC-7A4E-90A9-171111B804B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941889" y="1519927"/>
            <a:ext cx="3328970" cy="411217"/>
          </a:xfrm>
          <a:prstGeom prst="rect">
            <a:avLst/>
          </a:prstGeom>
          <a:solidFill>
            <a:schemeClr val="accent1"/>
          </a:solidFill>
        </p:spPr>
        <p:txBody>
          <a:bodyPr vert="horz" lIns="14400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Aft>
                <a:spcPts val="600"/>
              </a:spcAft>
              <a:buNone/>
              <a:defRPr lang="de-DE" sz="1800" b="1" dirty="0">
                <a:solidFill>
                  <a:schemeClr val="bg1"/>
                </a:solidFill>
              </a:defRPr>
            </a:lvl1pPr>
            <a:lvl2pPr>
              <a:defRPr lang="de-DE" dirty="0"/>
            </a:lvl2pPr>
            <a:lvl3pPr>
              <a:defRPr lang="de-DE" dirty="0"/>
            </a:lvl3pPr>
            <a:lvl4pPr>
              <a:defRPr lang="de-DE" dirty="0"/>
            </a:lvl4pPr>
            <a:lvl5pPr>
              <a:defRPr lang="de-DE" dirty="0"/>
            </a:lvl5pPr>
          </a:lstStyle>
          <a:p>
            <a:pPr lvl="0"/>
            <a:r>
              <a:rPr lang="de-DE" err="1"/>
              <a:t>Titolo</a:t>
            </a:r>
            <a:r>
              <a:rPr lang="de-DE"/>
              <a:t>, 18pt</a:t>
            </a:r>
          </a:p>
        </p:txBody>
      </p:sp>
      <p:sp>
        <p:nvSpPr>
          <p:cNvPr id="27" name="Inhaltsplatzhalter 4">
            <a:extLst>
              <a:ext uri="{FF2B5EF4-FFF2-40B4-BE49-F238E27FC236}">
                <a16:creationId xmlns:a16="http://schemas.microsoft.com/office/drawing/2014/main" id="{039D3B84-E245-F145-A33B-7758B8A7486B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3941889" y="1931145"/>
            <a:ext cx="3328970" cy="8635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vert="horz" wrap="square" lIns="144000" tIns="144000" rIns="144000" bIns="45720" numCol="1" rtlCol="0" anchor="t" anchorCtr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de-DE" sz="1800" b="0" dirty="0">
                <a:solidFill>
                  <a:schemeClr val="bg1"/>
                </a:solidFill>
                <a:latin typeface="+mn-lt"/>
                <a:cs typeface="+mn-cs"/>
              </a:defRPr>
            </a:lvl1pPr>
          </a:lstStyle>
          <a:p>
            <a:pPr marL="254058" lvl="0" indent="-254058" defTabSz="914400">
              <a:lnSpc>
                <a:spcPct val="90000"/>
              </a:lnSpc>
              <a:spcBef>
                <a:spcPts val="1200"/>
              </a:spcBef>
            </a:pPr>
            <a:r>
              <a:rPr lang="de-DE" err="1"/>
              <a:t>Segnaposto</a:t>
            </a:r>
            <a:r>
              <a:rPr lang="de-DE"/>
              <a:t>, 18pt</a:t>
            </a:r>
          </a:p>
        </p:txBody>
      </p:sp>
      <p:sp>
        <p:nvSpPr>
          <p:cNvPr id="33" name="Textplatzhalter 5">
            <a:extLst>
              <a:ext uri="{FF2B5EF4-FFF2-40B4-BE49-F238E27FC236}">
                <a16:creationId xmlns:a16="http://schemas.microsoft.com/office/drawing/2014/main" id="{79F39B27-9E55-5E42-9F7E-24070506437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468575" y="1519927"/>
            <a:ext cx="3328970" cy="411217"/>
          </a:xfrm>
          <a:prstGeom prst="rect">
            <a:avLst/>
          </a:prstGeom>
          <a:solidFill>
            <a:schemeClr val="accent1"/>
          </a:solidFill>
        </p:spPr>
        <p:txBody>
          <a:bodyPr vert="horz" lIns="14400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Aft>
                <a:spcPts val="600"/>
              </a:spcAft>
              <a:buNone/>
              <a:defRPr lang="de-DE" sz="1800" b="1" dirty="0">
                <a:solidFill>
                  <a:schemeClr val="bg1"/>
                </a:solidFill>
              </a:defRPr>
            </a:lvl1pPr>
            <a:lvl2pPr>
              <a:defRPr lang="de-DE" dirty="0"/>
            </a:lvl2pPr>
            <a:lvl3pPr>
              <a:defRPr lang="de-DE" dirty="0"/>
            </a:lvl3pPr>
            <a:lvl4pPr>
              <a:defRPr lang="de-DE" dirty="0"/>
            </a:lvl4pPr>
            <a:lvl5pPr>
              <a:defRPr lang="de-DE" dirty="0"/>
            </a:lvl5pPr>
          </a:lstStyle>
          <a:p>
            <a:pPr lvl="0"/>
            <a:r>
              <a:rPr lang="de-DE" err="1"/>
              <a:t>Titolo</a:t>
            </a:r>
            <a:r>
              <a:rPr lang="de-DE"/>
              <a:t>, 18pt</a:t>
            </a:r>
          </a:p>
        </p:txBody>
      </p:sp>
      <p:sp>
        <p:nvSpPr>
          <p:cNvPr id="34" name="Inhaltsplatzhalter 4">
            <a:extLst>
              <a:ext uri="{FF2B5EF4-FFF2-40B4-BE49-F238E27FC236}">
                <a16:creationId xmlns:a16="http://schemas.microsoft.com/office/drawing/2014/main" id="{299D0241-172F-D240-B624-9AA1C2A1C1DD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7468575" y="1931145"/>
            <a:ext cx="3328970" cy="8635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vert="horz" wrap="square" lIns="144000" tIns="144000" rIns="144000" bIns="45720" numCol="1" rtlCol="0" anchor="t" anchorCtr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de-DE" sz="1800" b="0" dirty="0">
                <a:solidFill>
                  <a:schemeClr val="bg1"/>
                </a:solidFill>
                <a:latin typeface="+mn-lt"/>
                <a:cs typeface="+mn-cs"/>
              </a:defRPr>
            </a:lvl1pPr>
          </a:lstStyle>
          <a:p>
            <a:pPr marL="254058" lvl="0" indent="-254058" defTabSz="914400">
              <a:lnSpc>
                <a:spcPct val="90000"/>
              </a:lnSpc>
              <a:spcBef>
                <a:spcPts val="1200"/>
              </a:spcBef>
            </a:pPr>
            <a:r>
              <a:rPr lang="de-DE" err="1"/>
              <a:t>Segnaposto</a:t>
            </a:r>
            <a:r>
              <a:rPr lang="de-DE"/>
              <a:t>, 18pt</a:t>
            </a:r>
          </a:p>
        </p:txBody>
      </p:sp>
      <p:sp>
        <p:nvSpPr>
          <p:cNvPr id="35" name="Textplatzhalter 5">
            <a:extLst>
              <a:ext uri="{FF2B5EF4-FFF2-40B4-BE49-F238E27FC236}">
                <a16:creationId xmlns:a16="http://schemas.microsoft.com/office/drawing/2014/main" id="{C3658F03-3AAE-2344-B7AC-47102077578B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15203" y="3152818"/>
            <a:ext cx="3328970" cy="411217"/>
          </a:xfrm>
          <a:prstGeom prst="rect">
            <a:avLst/>
          </a:prstGeom>
          <a:solidFill>
            <a:schemeClr val="accent1"/>
          </a:solidFill>
        </p:spPr>
        <p:txBody>
          <a:bodyPr vert="horz" lIns="14400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Aft>
                <a:spcPts val="600"/>
              </a:spcAft>
              <a:buNone/>
              <a:defRPr lang="de-DE" sz="1800" b="1" dirty="0">
                <a:solidFill>
                  <a:schemeClr val="bg1"/>
                </a:solidFill>
              </a:defRPr>
            </a:lvl1pPr>
            <a:lvl2pPr>
              <a:defRPr lang="de-DE" dirty="0"/>
            </a:lvl2pPr>
            <a:lvl3pPr>
              <a:defRPr lang="de-DE" dirty="0"/>
            </a:lvl3pPr>
            <a:lvl4pPr>
              <a:defRPr lang="de-DE" dirty="0"/>
            </a:lvl4pPr>
            <a:lvl5pPr>
              <a:defRPr lang="de-DE" dirty="0"/>
            </a:lvl5pPr>
          </a:lstStyle>
          <a:p>
            <a:pPr lvl="0"/>
            <a:r>
              <a:rPr lang="de-DE" err="1"/>
              <a:t>Titolo</a:t>
            </a:r>
            <a:r>
              <a:rPr lang="de-DE"/>
              <a:t>, 18pt</a:t>
            </a:r>
          </a:p>
        </p:txBody>
      </p:sp>
      <p:sp>
        <p:nvSpPr>
          <p:cNvPr id="36" name="Inhaltsplatzhalter 4">
            <a:extLst>
              <a:ext uri="{FF2B5EF4-FFF2-40B4-BE49-F238E27FC236}">
                <a16:creationId xmlns:a16="http://schemas.microsoft.com/office/drawing/2014/main" id="{68CB305B-1DDA-044E-8C10-933D40395FAB}"/>
              </a:ext>
            </a:extLst>
          </p:cNvPr>
          <p:cNvSpPr>
            <a:spLocks noGrp="1"/>
          </p:cNvSpPr>
          <p:nvPr>
            <p:ph sz="quarter" idx="37" hasCustomPrompt="1"/>
          </p:nvPr>
        </p:nvSpPr>
        <p:spPr>
          <a:xfrm>
            <a:off x="415203" y="3564036"/>
            <a:ext cx="3328970" cy="8635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vert="horz" wrap="square" lIns="144000" tIns="144000" rIns="144000" bIns="45720" numCol="1" rtlCol="0" anchor="t" anchorCtr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de-DE" sz="1800" b="0" dirty="0">
                <a:solidFill>
                  <a:schemeClr val="bg1"/>
                </a:solidFill>
                <a:latin typeface="+mn-lt"/>
                <a:cs typeface="+mn-cs"/>
              </a:defRPr>
            </a:lvl1pPr>
          </a:lstStyle>
          <a:p>
            <a:pPr marL="254058" lvl="0" indent="-254058" defTabSz="914400">
              <a:lnSpc>
                <a:spcPct val="90000"/>
              </a:lnSpc>
              <a:spcBef>
                <a:spcPts val="1200"/>
              </a:spcBef>
            </a:pPr>
            <a:r>
              <a:rPr lang="de-DE" err="1"/>
              <a:t>Segnaposto</a:t>
            </a:r>
            <a:r>
              <a:rPr lang="de-DE"/>
              <a:t>, 18pt</a:t>
            </a:r>
          </a:p>
        </p:txBody>
      </p:sp>
      <p:sp>
        <p:nvSpPr>
          <p:cNvPr id="37" name="Textplatzhalter 5">
            <a:extLst>
              <a:ext uri="{FF2B5EF4-FFF2-40B4-BE49-F238E27FC236}">
                <a16:creationId xmlns:a16="http://schemas.microsoft.com/office/drawing/2014/main" id="{6293D7E0-B829-EF42-9548-F5607A225760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941889" y="3152818"/>
            <a:ext cx="3328970" cy="411217"/>
          </a:xfrm>
          <a:prstGeom prst="rect">
            <a:avLst/>
          </a:prstGeom>
          <a:solidFill>
            <a:schemeClr val="accent1"/>
          </a:solidFill>
        </p:spPr>
        <p:txBody>
          <a:bodyPr vert="horz" lIns="14400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Aft>
                <a:spcPts val="600"/>
              </a:spcAft>
              <a:buNone/>
              <a:defRPr lang="de-DE" sz="1800" b="1" dirty="0">
                <a:solidFill>
                  <a:schemeClr val="bg1"/>
                </a:solidFill>
              </a:defRPr>
            </a:lvl1pPr>
            <a:lvl2pPr>
              <a:defRPr lang="de-DE" dirty="0"/>
            </a:lvl2pPr>
            <a:lvl3pPr>
              <a:defRPr lang="de-DE" dirty="0"/>
            </a:lvl3pPr>
            <a:lvl4pPr>
              <a:defRPr lang="de-DE" dirty="0"/>
            </a:lvl4pPr>
            <a:lvl5pPr>
              <a:defRPr lang="de-DE" dirty="0"/>
            </a:lvl5pPr>
          </a:lstStyle>
          <a:p>
            <a:pPr lvl="0"/>
            <a:r>
              <a:rPr lang="de-DE" err="1"/>
              <a:t>Titolo</a:t>
            </a:r>
            <a:r>
              <a:rPr lang="de-DE"/>
              <a:t>, 18pt</a:t>
            </a:r>
          </a:p>
        </p:txBody>
      </p:sp>
      <p:sp>
        <p:nvSpPr>
          <p:cNvPr id="38" name="Inhaltsplatzhalter 4">
            <a:extLst>
              <a:ext uri="{FF2B5EF4-FFF2-40B4-BE49-F238E27FC236}">
                <a16:creationId xmlns:a16="http://schemas.microsoft.com/office/drawing/2014/main" id="{ADA1C276-91DC-374C-85B2-832A54B5E50C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>
          <a:xfrm>
            <a:off x="3941889" y="3564036"/>
            <a:ext cx="3328970" cy="8635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vert="horz" wrap="square" lIns="144000" tIns="144000" rIns="144000" bIns="45720" numCol="1" rtlCol="0" anchor="t" anchorCtr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de-DE" sz="1800" b="0" dirty="0">
                <a:solidFill>
                  <a:schemeClr val="bg1"/>
                </a:solidFill>
                <a:latin typeface="+mn-lt"/>
                <a:cs typeface="+mn-cs"/>
              </a:defRPr>
            </a:lvl1pPr>
          </a:lstStyle>
          <a:p>
            <a:pPr marL="254058" lvl="0" indent="-254058" defTabSz="914400">
              <a:lnSpc>
                <a:spcPct val="90000"/>
              </a:lnSpc>
              <a:spcBef>
                <a:spcPts val="1200"/>
              </a:spcBef>
            </a:pPr>
            <a:r>
              <a:rPr lang="de-DE" err="1"/>
              <a:t>Segnaposto</a:t>
            </a:r>
            <a:r>
              <a:rPr lang="de-DE"/>
              <a:t>, 18pt</a:t>
            </a:r>
          </a:p>
        </p:txBody>
      </p:sp>
      <p:sp>
        <p:nvSpPr>
          <p:cNvPr id="45" name="Textplatzhalter 5">
            <a:extLst>
              <a:ext uri="{FF2B5EF4-FFF2-40B4-BE49-F238E27FC236}">
                <a16:creationId xmlns:a16="http://schemas.microsoft.com/office/drawing/2014/main" id="{23E038FB-CC31-2644-8475-1532923110A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7468575" y="3152818"/>
            <a:ext cx="3328970" cy="411217"/>
          </a:xfrm>
          <a:prstGeom prst="rect">
            <a:avLst/>
          </a:prstGeom>
          <a:solidFill>
            <a:schemeClr val="accent1"/>
          </a:solidFill>
        </p:spPr>
        <p:txBody>
          <a:bodyPr vert="horz" lIns="14400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Aft>
                <a:spcPts val="600"/>
              </a:spcAft>
              <a:buNone/>
              <a:defRPr lang="de-DE" sz="1800" b="1" dirty="0">
                <a:solidFill>
                  <a:schemeClr val="bg1"/>
                </a:solidFill>
              </a:defRPr>
            </a:lvl1pPr>
            <a:lvl2pPr>
              <a:defRPr lang="de-DE" dirty="0"/>
            </a:lvl2pPr>
            <a:lvl3pPr>
              <a:defRPr lang="de-DE" dirty="0"/>
            </a:lvl3pPr>
            <a:lvl4pPr>
              <a:defRPr lang="de-DE" dirty="0"/>
            </a:lvl4pPr>
            <a:lvl5pPr>
              <a:defRPr lang="de-DE" dirty="0"/>
            </a:lvl5pPr>
          </a:lstStyle>
          <a:p>
            <a:pPr lvl="0"/>
            <a:r>
              <a:rPr lang="de-DE" err="1"/>
              <a:t>Titolo</a:t>
            </a:r>
            <a:r>
              <a:rPr lang="de-DE"/>
              <a:t>, 18pt</a:t>
            </a:r>
          </a:p>
        </p:txBody>
      </p:sp>
      <p:sp>
        <p:nvSpPr>
          <p:cNvPr id="46" name="Inhaltsplatzhalter 4">
            <a:extLst>
              <a:ext uri="{FF2B5EF4-FFF2-40B4-BE49-F238E27FC236}">
                <a16:creationId xmlns:a16="http://schemas.microsoft.com/office/drawing/2014/main" id="{69C9FE52-78F7-4C48-A762-B15A4DA6F841}"/>
              </a:ext>
            </a:extLst>
          </p:cNvPr>
          <p:cNvSpPr>
            <a:spLocks noGrp="1"/>
          </p:cNvSpPr>
          <p:nvPr>
            <p:ph sz="quarter" idx="41" hasCustomPrompt="1"/>
          </p:nvPr>
        </p:nvSpPr>
        <p:spPr>
          <a:xfrm>
            <a:off x="7468575" y="3564036"/>
            <a:ext cx="3328970" cy="8635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vert="horz" wrap="square" lIns="144000" tIns="144000" rIns="144000" bIns="45720" numCol="1" rtlCol="0" anchor="t" anchorCtr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de-DE" sz="1800" b="0" dirty="0">
                <a:solidFill>
                  <a:schemeClr val="bg1"/>
                </a:solidFill>
                <a:latin typeface="+mn-lt"/>
                <a:cs typeface="+mn-cs"/>
              </a:defRPr>
            </a:lvl1pPr>
          </a:lstStyle>
          <a:p>
            <a:pPr marL="254058" lvl="0" indent="-254058" defTabSz="914400">
              <a:lnSpc>
                <a:spcPct val="90000"/>
              </a:lnSpc>
              <a:spcBef>
                <a:spcPts val="1200"/>
              </a:spcBef>
            </a:pPr>
            <a:r>
              <a:rPr lang="de-DE" err="1"/>
              <a:t>Segnaposto</a:t>
            </a:r>
            <a:r>
              <a:rPr lang="de-DE"/>
              <a:t>, 18pt</a:t>
            </a:r>
          </a:p>
        </p:txBody>
      </p:sp>
      <p:sp>
        <p:nvSpPr>
          <p:cNvPr id="47" name="Textplatzhalter 5">
            <a:extLst>
              <a:ext uri="{FF2B5EF4-FFF2-40B4-BE49-F238E27FC236}">
                <a16:creationId xmlns:a16="http://schemas.microsoft.com/office/drawing/2014/main" id="{139E0334-E755-0347-A37C-B1894A223DE6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415203" y="4751835"/>
            <a:ext cx="3328970" cy="411217"/>
          </a:xfrm>
          <a:prstGeom prst="rect">
            <a:avLst/>
          </a:prstGeom>
          <a:solidFill>
            <a:schemeClr val="accent1"/>
          </a:solidFill>
        </p:spPr>
        <p:txBody>
          <a:bodyPr vert="horz" lIns="14400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Aft>
                <a:spcPts val="600"/>
              </a:spcAft>
              <a:buNone/>
              <a:defRPr lang="de-DE" sz="1800" b="1" dirty="0">
                <a:solidFill>
                  <a:schemeClr val="bg1"/>
                </a:solidFill>
              </a:defRPr>
            </a:lvl1pPr>
            <a:lvl2pPr>
              <a:defRPr lang="de-DE" dirty="0"/>
            </a:lvl2pPr>
            <a:lvl3pPr>
              <a:defRPr lang="de-DE" dirty="0"/>
            </a:lvl3pPr>
            <a:lvl4pPr>
              <a:defRPr lang="de-DE" dirty="0"/>
            </a:lvl4pPr>
            <a:lvl5pPr>
              <a:defRPr lang="de-DE" dirty="0"/>
            </a:lvl5pPr>
          </a:lstStyle>
          <a:p>
            <a:pPr lvl="0"/>
            <a:r>
              <a:rPr lang="de-DE" err="1"/>
              <a:t>Titolo</a:t>
            </a:r>
            <a:r>
              <a:rPr lang="de-DE"/>
              <a:t>, 18pt</a:t>
            </a:r>
          </a:p>
        </p:txBody>
      </p:sp>
      <p:sp>
        <p:nvSpPr>
          <p:cNvPr id="48" name="Inhaltsplatzhalter 4">
            <a:extLst>
              <a:ext uri="{FF2B5EF4-FFF2-40B4-BE49-F238E27FC236}">
                <a16:creationId xmlns:a16="http://schemas.microsoft.com/office/drawing/2014/main" id="{498D7C24-3736-1840-ADC9-16D9617A018E}"/>
              </a:ext>
            </a:extLst>
          </p:cNvPr>
          <p:cNvSpPr>
            <a:spLocks noGrp="1"/>
          </p:cNvSpPr>
          <p:nvPr>
            <p:ph sz="quarter" idx="43" hasCustomPrompt="1"/>
          </p:nvPr>
        </p:nvSpPr>
        <p:spPr>
          <a:xfrm>
            <a:off x="415203" y="5163053"/>
            <a:ext cx="3328970" cy="8635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vert="horz" wrap="square" lIns="144000" tIns="144000" rIns="144000" bIns="45720" numCol="1" rtlCol="0" anchor="t" anchorCtr="0" compatLnSpc="1">
            <a:prstTxWarp prst="textNoShape">
              <a:avLst/>
            </a:prstTxWarp>
            <a:noAutofit/>
          </a:bodyPr>
          <a:lstStyle>
            <a:lvl1pPr marL="254058" marR="0" indent="-254058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600"/>
              </a:spcAft>
              <a:buClr>
                <a:schemeClr val="accent1"/>
              </a:buClr>
              <a:buSzPct val="110000"/>
              <a:buFont typeface="Wingdings" panose="05000000000000000000" pitchFamily="2" charset="2"/>
              <a:buNone/>
              <a:tabLst/>
              <a:defRPr lang="de-DE" sz="1800" b="0" dirty="0">
                <a:solidFill>
                  <a:schemeClr val="bg1"/>
                </a:solidFill>
                <a:latin typeface="+mn-lt"/>
                <a:cs typeface="+mn-cs"/>
              </a:defRPr>
            </a:lvl1pPr>
          </a:lstStyle>
          <a:p>
            <a:pPr marL="254058" marR="0" lvl="0" indent="-254058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600"/>
              </a:spcAft>
              <a:buClr>
                <a:schemeClr val="accent1"/>
              </a:buClr>
              <a:buSzPct val="110000"/>
              <a:buFont typeface="Wingdings" panose="05000000000000000000" pitchFamily="2" charset="2"/>
              <a:buNone/>
              <a:tabLst/>
              <a:defRPr/>
            </a:pPr>
            <a:r>
              <a:rPr lang="de-DE" err="1"/>
              <a:t>Segnaposto</a:t>
            </a:r>
            <a:r>
              <a:rPr lang="de-DE"/>
              <a:t>, 18pt</a:t>
            </a:r>
          </a:p>
        </p:txBody>
      </p:sp>
      <p:sp>
        <p:nvSpPr>
          <p:cNvPr id="49" name="Textplatzhalter 5">
            <a:extLst>
              <a:ext uri="{FF2B5EF4-FFF2-40B4-BE49-F238E27FC236}">
                <a16:creationId xmlns:a16="http://schemas.microsoft.com/office/drawing/2014/main" id="{8231CAFA-0D58-4C41-813F-959F242B4C1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941889" y="4751835"/>
            <a:ext cx="3328970" cy="411217"/>
          </a:xfrm>
          <a:prstGeom prst="rect">
            <a:avLst/>
          </a:prstGeom>
          <a:solidFill>
            <a:schemeClr val="accent1"/>
          </a:solidFill>
        </p:spPr>
        <p:txBody>
          <a:bodyPr vert="horz" lIns="14400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Aft>
                <a:spcPts val="600"/>
              </a:spcAft>
              <a:buNone/>
              <a:defRPr lang="de-DE" sz="1800" b="1" dirty="0">
                <a:solidFill>
                  <a:schemeClr val="bg1"/>
                </a:solidFill>
              </a:defRPr>
            </a:lvl1pPr>
            <a:lvl2pPr>
              <a:defRPr lang="de-DE" dirty="0"/>
            </a:lvl2pPr>
            <a:lvl3pPr>
              <a:defRPr lang="de-DE" dirty="0"/>
            </a:lvl3pPr>
            <a:lvl4pPr>
              <a:defRPr lang="de-DE" dirty="0"/>
            </a:lvl4pPr>
            <a:lvl5pPr>
              <a:defRPr lang="de-DE" dirty="0"/>
            </a:lvl5pPr>
          </a:lstStyle>
          <a:p>
            <a:pPr lvl="0"/>
            <a:r>
              <a:rPr lang="de-DE" err="1"/>
              <a:t>Titolo</a:t>
            </a:r>
            <a:r>
              <a:rPr lang="de-DE"/>
              <a:t>, 18pt</a:t>
            </a:r>
          </a:p>
        </p:txBody>
      </p:sp>
      <p:sp>
        <p:nvSpPr>
          <p:cNvPr id="50" name="Inhaltsplatzhalter 4">
            <a:extLst>
              <a:ext uri="{FF2B5EF4-FFF2-40B4-BE49-F238E27FC236}">
                <a16:creationId xmlns:a16="http://schemas.microsoft.com/office/drawing/2014/main" id="{22EBB11C-E224-1E49-AD28-A30132284481}"/>
              </a:ext>
            </a:extLst>
          </p:cNvPr>
          <p:cNvSpPr>
            <a:spLocks noGrp="1"/>
          </p:cNvSpPr>
          <p:nvPr>
            <p:ph sz="quarter" idx="45" hasCustomPrompt="1"/>
          </p:nvPr>
        </p:nvSpPr>
        <p:spPr>
          <a:xfrm>
            <a:off x="3941889" y="5163053"/>
            <a:ext cx="3328970" cy="8635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vert="horz" wrap="square" lIns="144000" tIns="144000" rIns="144000" bIns="45720" numCol="1" rtlCol="0" anchor="t" anchorCtr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de-DE" sz="1800" b="0" dirty="0">
                <a:solidFill>
                  <a:schemeClr val="bg1"/>
                </a:solidFill>
                <a:latin typeface="+mn-lt"/>
                <a:cs typeface="+mn-cs"/>
              </a:defRPr>
            </a:lvl1pPr>
          </a:lstStyle>
          <a:p>
            <a:pPr marL="254058" lvl="0" indent="-254058" defTabSz="914400">
              <a:lnSpc>
                <a:spcPct val="90000"/>
              </a:lnSpc>
              <a:spcBef>
                <a:spcPts val="1200"/>
              </a:spcBef>
            </a:pPr>
            <a:r>
              <a:rPr lang="de-DE" err="1"/>
              <a:t>Segnaposto</a:t>
            </a:r>
            <a:r>
              <a:rPr lang="de-DE"/>
              <a:t>, 18pt</a:t>
            </a:r>
          </a:p>
        </p:txBody>
      </p:sp>
      <p:sp>
        <p:nvSpPr>
          <p:cNvPr id="51" name="Textplatzhalter 5">
            <a:extLst>
              <a:ext uri="{FF2B5EF4-FFF2-40B4-BE49-F238E27FC236}">
                <a16:creationId xmlns:a16="http://schemas.microsoft.com/office/drawing/2014/main" id="{B5F411D1-C86B-4B4D-A609-25F6098E7250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7468575" y="4751835"/>
            <a:ext cx="3328970" cy="411217"/>
          </a:xfrm>
          <a:prstGeom prst="rect">
            <a:avLst/>
          </a:prstGeom>
          <a:solidFill>
            <a:schemeClr val="accent1"/>
          </a:solidFill>
        </p:spPr>
        <p:txBody>
          <a:bodyPr vert="horz" lIns="14400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Aft>
                <a:spcPts val="600"/>
              </a:spcAft>
              <a:buNone/>
              <a:defRPr lang="de-DE" sz="1800" b="1" dirty="0">
                <a:solidFill>
                  <a:schemeClr val="bg1"/>
                </a:solidFill>
              </a:defRPr>
            </a:lvl1pPr>
            <a:lvl2pPr>
              <a:defRPr lang="de-DE" dirty="0"/>
            </a:lvl2pPr>
            <a:lvl3pPr>
              <a:defRPr lang="de-DE" dirty="0"/>
            </a:lvl3pPr>
            <a:lvl4pPr>
              <a:defRPr lang="de-DE" dirty="0"/>
            </a:lvl4pPr>
            <a:lvl5pPr>
              <a:defRPr lang="de-DE" dirty="0"/>
            </a:lvl5pPr>
          </a:lstStyle>
          <a:p>
            <a:pPr lvl="0"/>
            <a:r>
              <a:rPr lang="de-DE" err="1"/>
              <a:t>Titolo</a:t>
            </a:r>
            <a:r>
              <a:rPr lang="de-DE"/>
              <a:t>, 18pt</a:t>
            </a:r>
          </a:p>
        </p:txBody>
      </p:sp>
      <p:sp>
        <p:nvSpPr>
          <p:cNvPr id="52" name="Inhaltsplatzhalter 4">
            <a:extLst>
              <a:ext uri="{FF2B5EF4-FFF2-40B4-BE49-F238E27FC236}">
                <a16:creationId xmlns:a16="http://schemas.microsoft.com/office/drawing/2014/main" id="{637F5DB7-28B2-8240-AAC7-89D99CCA96C4}"/>
              </a:ext>
            </a:extLst>
          </p:cNvPr>
          <p:cNvSpPr>
            <a:spLocks noGrp="1"/>
          </p:cNvSpPr>
          <p:nvPr>
            <p:ph sz="quarter" idx="47" hasCustomPrompt="1"/>
          </p:nvPr>
        </p:nvSpPr>
        <p:spPr>
          <a:xfrm>
            <a:off x="7468575" y="5163053"/>
            <a:ext cx="3328970" cy="8635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vert="horz" wrap="square" lIns="144000" tIns="144000" rIns="144000" bIns="45720" numCol="1" rtlCol="0" anchor="t" anchorCtr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de-DE" sz="1800" b="0" dirty="0">
                <a:solidFill>
                  <a:schemeClr val="bg1"/>
                </a:solidFill>
                <a:latin typeface="+mn-lt"/>
                <a:cs typeface="+mn-cs"/>
              </a:defRPr>
            </a:lvl1pPr>
          </a:lstStyle>
          <a:p>
            <a:pPr marL="254058" lvl="0" indent="-254058" defTabSz="914400">
              <a:lnSpc>
                <a:spcPct val="90000"/>
              </a:lnSpc>
              <a:spcBef>
                <a:spcPts val="1200"/>
              </a:spcBef>
            </a:pPr>
            <a:r>
              <a:rPr lang="de-DE" err="1"/>
              <a:t>Segnaposto</a:t>
            </a:r>
            <a:r>
              <a:rPr lang="de-DE"/>
              <a:t>, 18pt</a:t>
            </a:r>
          </a:p>
        </p:txBody>
      </p:sp>
    </p:spTree>
    <p:extLst>
      <p:ext uri="{BB962C8B-B14F-4D97-AF65-F5344CB8AC3E}">
        <p14:creationId xmlns:p14="http://schemas.microsoft.com/office/powerpoint/2010/main" val="3501429673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sto+foto grande d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5">
            <a:extLst>
              <a:ext uri="{FF2B5EF4-FFF2-40B4-BE49-F238E27FC236}">
                <a16:creationId xmlns:a16="http://schemas.microsoft.com/office/drawing/2014/main" id="{E63174D1-57FE-6142-9774-C91D5C1B58E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9091" y="1539582"/>
            <a:ext cx="3529201" cy="301557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>
            <a:lvl1pPr marL="0" indent="0">
              <a:lnSpc>
                <a:spcPct val="120000"/>
              </a:lnSpc>
              <a:spcAft>
                <a:spcPts val="600"/>
              </a:spcAft>
              <a:buNone/>
              <a:defRPr lang="de-DE" sz="1800" dirty="0"/>
            </a:lvl1pPr>
            <a:lvl2pPr>
              <a:defRPr lang="de-DE" dirty="0"/>
            </a:lvl2pPr>
            <a:lvl3pPr>
              <a:defRPr lang="de-DE" dirty="0"/>
            </a:lvl3pPr>
            <a:lvl4pPr>
              <a:defRPr lang="de-DE" dirty="0"/>
            </a:lvl4pPr>
            <a:lvl5pPr>
              <a:defRPr lang="de-DE" dirty="0"/>
            </a:lvl5pPr>
          </a:lstStyle>
          <a:p>
            <a:pPr lvl="0"/>
            <a:r>
              <a:rPr lang="de-DE" err="1"/>
              <a:t>Testo</a:t>
            </a:r>
            <a:r>
              <a:rPr lang="de-DE"/>
              <a:t>, 18pt</a:t>
            </a:r>
          </a:p>
        </p:txBody>
      </p:sp>
      <p:sp>
        <p:nvSpPr>
          <p:cNvPr id="42" name="Bildplatzhalter 2">
            <a:extLst>
              <a:ext uri="{FF2B5EF4-FFF2-40B4-BE49-F238E27FC236}">
                <a16:creationId xmlns:a16="http://schemas.microsoft.com/office/drawing/2014/main" id="{112C6C66-181E-4683-BA8C-F8A435B49282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370244" y="1527162"/>
            <a:ext cx="7126431" cy="449422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6350"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buNone/>
              <a:defRPr lang="de-DE" cap="all"/>
            </a:lvl1pPr>
          </a:lstStyle>
          <a:p>
            <a:pPr marL="254058" lvl="0" indent="-254058" algn="ctr"/>
            <a:r>
              <a:rPr lang="de-DE"/>
              <a:t>Foto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8E8FD4EC-F8EA-B84C-8654-4EBC25F0560A}"/>
              </a:ext>
            </a:extLst>
          </p:cNvPr>
          <p:cNvSpPr txBox="1"/>
          <p:nvPr userDrawn="1"/>
        </p:nvSpPr>
        <p:spPr>
          <a:xfrm>
            <a:off x="166255" y="-748146"/>
            <a:ext cx="0" cy="0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/>
            <a:endParaRPr lang="x-none" sz="2000" err="1">
              <a:solidFill>
                <a:schemeClr val="bg2"/>
              </a:solidFill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DDEDBFC6-107C-1345-BD50-A6AAB5E4E94A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18523" y="409465"/>
            <a:ext cx="11089875" cy="454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6800" rIns="90000" bIns="46800" numCol="1" anchor="b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it-IT"/>
              <a:t>Titolo SEGOE </a:t>
            </a:r>
            <a:r>
              <a:rPr lang="it-IT" err="1"/>
              <a:t>Ui</a:t>
            </a:r>
            <a:r>
              <a:rPr lang="it-IT"/>
              <a:t> 26pt </a:t>
            </a:r>
          </a:p>
        </p:txBody>
      </p:sp>
      <p:sp>
        <p:nvSpPr>
          <p:cNvPr id="9" name="Segnaposto contenuto 3">
            <a:extLst>
              <a:ext uri="{FF2B5EF4-FFF2-40B4-BE49-F238E27FC236}">
                <a16:creationId xmlns:a16="http://schemas.microsoft.com/office/drawing/2014/main" id="{22A07DA2-A14A-F843-95D4-15446F2FE4BF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421548" y="912709"/>
            <a:ext cx="11089875" cy="301557"/>
          </a:xfrm>
        </p:spPr>
        <p:txBody>
          <a:bodyPr>
            <a:spAutoFit/>
          </a:bodyPr>
          <a:lstStyle>
            <a:lvl1pPr>
              <a:defRPr b="1"/>
            </a:lvl1pPr>
          </a:lstStyle>
          <a:p>
            <a:r>
              <a:rPr lang="x-none" sz="1800"/>
              <a:t>Sottotitolo Segoe UI 18pt</a:t>
            </a:r>
          </a:p>
        </p:txBody>
      </p:sp>
    </p:spTree>
    <p:extLst>
      <p:ext uri="{BB962C8B-B14F-4D97-AF65-F5344CB8AC3E}">
        <p14:creationId xmlns:p14="http://schemas.microsoft.com/office/powerpoint/2010/main" val="1022712081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sto+foto piccola d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platzhalter 5">
            <a:extLst>
              <a:ext uri="{FF2B5EF4-FFF2-40B4-BE49-F238E27FC236}">
                <a16:creationId xmlns:a16="http://schemas.microsoft.com/office/drawing/2014/main" id="{DFA93674-68BC-FA40-A29D-3847139EDEE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9090" y="1542175"/>
            <a:ext cx="7484607" cy="301557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>
            <a:lvl1pPr marL="0" indent="0">
              <a:lnSpc>
                <a:spcPct val="120000"/>
              </a:lnSpc>
              <a:spcAft>
                <a:spcPts val="600"/>
              </a:spcAft>
              <a:buNone/>
              <a:defRPr lang="de-DE" sz="1800" dirty="0"/>
            </a:lvl1pPr>
            <a:lvl2pPr>
              <a:defRPr lang="de-DE" dirty="0"/>
            </a:lvl2pPr>
            <a:lvl3pPr>
              <a:defRPr lang="de-DE" dirty="0"/>
            </a:lvl3pPr>
            <a:lvl4pPr>
              <a:defRPr lang="de-DE" dirty="0"/>
            </a:lvl4pPr>
            <a:lvl5pPr>
              <a:defRPr lang="de-DE" dirty="0"/>
            </a:lvl5pPr>
          </a:lstStyle>
          <a:p>
            <a:pPr lvl="0"/>
            <a:r>
              <a:rPr lang="de-DE" err="1"/>
              <a:t>Testo</a:t>
            </a:r>
            <a:r>
              <a:rPr lang="de-DE"/>
              <a:t>, 18pt</a:t>
            </a:r>
          </a:p>
        </p:txBody>
      </p:sp>
      <p:sp>
        <p:nvSpPr>
          <p:cNvPr id="15" name="Bildplatzhalter 2">
            <a:extLst>
              <a:ext uri="{FF2B5EF4-FFF2-40B4-BE49-F238E27FC236}">
                <a16:creationId xmlns:a16="http://schemas.microsoft.com/office/drawing/2014/main" id="{35CF5786-0ACF-0544-AD13-22B3F15885E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8188806" y="1520825"/>
            <a:ext cx="3307869" cy="450056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6350"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buNone/>
              <a:defRPr lang="de-DE" cap="all"/>
            </a:lvl1pPr>
          </a:lstStyle>
          <a:p>
            <a:pPr marL="254058" lvl="0" indent="-254058" algn="ctr"/>
            <a:r>
              <a:rPr lang="de-DE"/>
              <a:t>Foto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95DBB20A-9A18-2342-84CC-79E2FF664265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18523" y="409465"/>
            <a:ext cx="11089875" cy="454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6800" rIns="90000" bIns="46800" numCol="1" anchor="b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it-IT"/>
              <a:t>Titolo SEGOE </a:t>
            </a:r>
            <a:r>
              <a:rPr lang="it-IT" err="1"/>
              <a:t>Ui</a:t>
            </a:r>
            <a:r>
              <a:rPr lang="it-IT"/>
              <a:t> 26pt </a:t>
            </a:r>
          </a:p>
        </p:txBody>
      </p:sp>
      <p:sp>
        <p:nvSpPr>
          <p:cNvPr id="8" name="Segnaposto contenuto 3">
            <a:extLst>
              <a:ext uri="{FF2B5EF4-FFF2-40B4-BE49-F238E27FC236}">
                <a16:creationId xmlns:a16="http://schemas.microsoft.com/office/drawing/2014/main" id="{8E0CB76D-7F3B-A642-897D-A0A3880D9B3D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421548" y="912709"/>
            <a:ext cx="11089875" cy="301557"/>
          </a:xfrm>
        </p:spPr>
        <p:txBody>
          <a:bodyPr>
            <a:spAutoFit/>
          </a:bodyPr>
          <a:lstStyle>
            <a:lvl1pPr>
              <a:defRPr b="1"/>
            </a:lvl1pPr>
          </a:lstStyle>
          <a:p>
            <a:r>
              <a:rPr lang="x-none" sz="1800"/>
              <a:t>Sottotitolo Segoe UI 18pt</a:t>
            </a:r>
          </a:p>
        </p:txBody>
      </p:sp>
    </p:spTree>
    <p:extLst>
      <p:ext uri="{BB962C8B-B14F-4D97-AF65-F5344CB8AC3E}">
        <p14:creationId xmlns:p14="http://schemas.microsoft.com/office/powerpoint/2010/main" val="3444249233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sto+foto piccola s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platzhalter 5">
            <a:extLst>
              <a:ext uri="{FF2B5EF4-FFF2-40B4-BE49-F238E27FC236}">
                <a16:creationId xmlns:a16="http://schemas.microsoft.com/office/drawing/2014/main" id="{120473B7-68D1-A94A-BB86-2D9E6729AF6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445392" y="1527555"/>
            <a:ext cx="7051284" cy="301557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>
            <a:lvl1pPr marL="0" indent="0">
              <a:lnSpc>
                <a:spcPct val="120000"/>
              </a:lnSpc>
              <a:spcAft>
                <a:spcPts val="600"/>
              </a:spcAft>
              <a:buNone/>
              <a:defRPr lang="de-DE" sz="1800" dirty="0"/>
            </a:lvl1pPr>
            <a:lvl2pPr>
              <a:defRPr lang="de-DE" dirty="0"/>
            </a:lvl2pPr>
            <a:lvl3pPr>
              <a:defRPr lang="de-DE" dirty="0"/>
            </a:lvl3pPr>
            <a:lvl4pPr>
              <a:defRPr lang="de-DE" dirty="0"/>
            </a:lvl4pPr>
            <a:lvl5pPr>
              <a:defRPr lang="de-DE" dirty="0"/>
            </a:lvl5pPr>
          </a:lstStyle>
          <a:p>
            <a:pPr lvl="0"/>
            <a:r>
              <a:rPr lang="de-DE" err="1"/>
              <a:t>Testo</a:t>
            </a:r>
            <a:r>
              <a:rPr lang="de-DE"/>
              <a:t>, 18pt</a:t>
            </a:r>
          </a:p>
        </p:txBody>
      </p:sp>
      <p:sp>
        <p:nvSpPr>
          <p:cNvPr id="13" name="Bildplatzhalter 2">
            <a:extLst>
              <a:ext uri="{FF2B5EF4-FFF2-40B4-BE49-F238E27FC236}">
                <a16:creationId xmlns:a16="http://schemas.microsoft.com/office/drawing/2014/main" id="{15DB18B5-4670-9D47-9323-BDD1EBC0A3CD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28032" y="1527555"/>
            <a:ext cx="3440583" cy="449383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6350"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buNone/>
              <a:defRPr lang="de-DE" cap="all"/>
            </a:lvl1pPr>
          </a:lstStyle>
          <a:p>
            <a:pPr marL="254058" lvl="0" indent="-254058" algn="ctr"/>
            <a:r>
              <a:rPr lang="de-DE"/>
              <a:t>Foto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C51F11D6-459D-504F-B452-0EB4BF8A9192}"/>
              </a:ext>
            </a:extLst>
          </p:cNvPr>
          <p:cNvSpPr txBox="1"/>
          <p:nvPr userDrawn="1"/>
        </p:nvSpPr>
        <p:spPr>
          <a:xfrm>
            <a:off x="-1167063" y="48126"/>
            <a:ext cx="0" cy="0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/>
            <a:endParaRPr lang="x-none" sz="2000" err="1">
              <a:solidFill>
                <a:schemeClr val="bg2"/>
              </a:solidFill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B59B5DA5-4D2B-B14F-B616-138402542639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18523" y="409465"/>
            <a:ext cx="11089875" cy="454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6800" rIns="90000" bIns="46800" numCol="1" anchor="b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it-IT"/>
              <a:t>Titolo SEGOE </a:t>
            </a:r>
            <a:r>
              <a:rPr lang="it-IT" err="1"/>
              <a:t>Ui</a:t>
            </a:r>
            <a:r>
              <a:rPr lang="it-IT"/>
              <a:t> 26pt </a:t>
            </a:r>
          </a:p>
        </p:txBody>
      </p:sp>
      <p:sp>
        <p:nvSpPr>
          <p:cNvPr id="10" name="Segnaposto contenuto 3">
            <a:extLst>
              <a:ext uri="{FF2B5EF4-FFF2-40B4-BE49-F238E27FC236}">
                <a16:creationId xmlns:a16="http://schemas.microsoft.com/office/drawing/2014/main" id="{FBBDA2E9-1566-E84F-9B7B-6E9D1460B9C8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421548" y="912709"/>
            <a:ext cx="11089875" cy="301557"/>
          </a:xfrm>
        </p:spPr>
        <p:txBody>
          <a:bodyPr>
            <a:spAutoFit/>
          </a:bodyPr>
          <a:lstStyle>
            <a:lvl1pPr>
              <a:defRPr b="1"/>
            </a:lvl1pPr>
          </a:lstStyle>
          <a:p>
            <a:r>
              <a:rPr lang="x-none" sz="1800"/>
              <a:t>Sottotitolo Segoe UI 18pt</a:t>
            </a:r>
          </a:p>
        </p:txBody>
      </p:sp>
    </p:spTree>
    <p:extLst>
      <p:ext uri="{BB962C8B-B14F-4D97-AF65-F5344CB8AC3E}">
        <p14:creationId xmlns:p14="http://schemas.microsoft.com/office/powerpoint/2010/main" val="2884556271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sto+foto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5">
            <a:extLst>
              <a:ext uri="{FF2B5EF4-FFF2-40B4-BE49-F238E27FC236}">
                <a16:creationId xmlns:a16="http://schemas.microsoft.com/office/drawing/2014/main" id="{E63174D1-57FE-6142-9774-C91D5C1B58E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4575" y="1533682"/>
            <a:ext cx="11082100" cy="301557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>
            <a:lvl1pPr marL="0" indent="0">
              <a:lnSpc>
                <a:spcPct val="120000"/>
              </a:lnSpc>
              <a:spcAft>
                <a:spcPts val="600"/>
              </a:spcAft>
              <a:buNone/>
              <a:defRPr lang="de-DE" sz="1800" dirty="0"/>
            </a:lvl1pPr>
            <a:lvl2pPr>
              <a:defRPr lang="de-DE" dirty="0"/>
            </a:lvl2pPr>
            <a:lvl3pPr>
              <a:defRPr lang="de-DE" dirty="0"/>
            </a:lvl3pPr>
            <a:lvl4pPr>
              <a:defRPr lang="de-DE" dirty="0"/>
            </a:lvl4pPr>
            <a:lvl5pPr>
              <a:defRPr lang="de-DE" dirty="0"/>
            </a:lvl5pPr>
          </a:lstStyle>
          <a:p>
            <a:pPr lvl="0"/>
            <a:r>
              <a:rPr lang="de-DE" err="1"/>
              <a:t>Testo</a:t>
            </a:r>
            <a:r>
              <a:rPr lang="de-DE"/>
              <a:t>, 18pt</a:t>
            </a:r>
          </a:p>
        </p:txBody>
      </p:sp>
      <p:sp>
        <p:nvSpPr>
          <p:cNvPr id="8" name="Segnaposto immagine 2">
            <a:extLst>
              <a:ext uri="{FF2B5EF4-FFF2-40B4-BE49-F238E27FC236}">
                <a16:creationId xmlns:a16="http://schemas.microsoft.com/office/drawing/2014/main" id="{5D62971A-784F-2D45-B2F5-25F3B50E698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14576" y="2312989"/>
            <a:ext cx="11082099" cy="37084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864732F7-3649-D44E-A00A-FD624882E339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18523" y="409465"/>
            <a:ext cx="11089875" cy="454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6800" rIns="90000" bIns="46800" numCol="1" anchor="b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it-IT"/>
              <a:t>Titolo SEGOE </a:t>
            </a:r>
            <a:r>
              <a:rPr lang="it-IT" err="1"/>
              <a:t>Ui</a:t>
            </a:r>
            <a:r>
              <a:rPr lang="it-IT"/>
              <a:t> 26pt </a:t>
            </a:r>
          </a:p>
        </p:txBody>
      </p:sp>
      <p:sp>
        <p:nvSpPr>
          <p:cNvPr id="9" name="Segnaposto contenuto 3">
            <a:extLst>
              <a:ext uri="{FF2B5EF4-FFF2-40B4-BE49-F238E27FC236}">
                <a16:creationId xmlns:a16="http://schemas.microsoft.com/office/drawing/2014/main" id="{6CEDD758-7C6A-714E-AFD0-1E96D90E19E1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421548" y="912709"/>
            <a:ext cx="11089875" cy="301557"/>
          </a:xfrm>
        </p:spPr>
        <p:txBody>
          <a:bodyPr>
            <a:spAutoFit/>
          </a:bodyPr>
          <a:lstStyle>
            <a:lvl1pPr>
              <a:defRPr b="1"/>
            </a:lvl1pPr>
          </a:lstStyle>
          <a:p>
            <a:r>
              <a:rPr lang="x-none" sz="1800"/>
              <a:t>Sottotitolo Segoe UI 18pt</a:t>
            </a:r>
          </a:p>
        </p:txBody>
      </p:sp>
    </p:spTree>
    <p:extLst>
      <p:ext uri="{BB962C8B-B14F-4D97-AF65-F5344CB8AC3E}">
        <p14:creationId xmlns:p14="http://schemas.microsoft.com/office/powerpoint/2010/main" val="701172093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sto+foto centr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5">
            <a:extLst>
              <a:ext uri="{FF2B5EF4-FFF2-40B4-BE49-F238E27FC236}">
                <a16:creationId xmlns:a16="http://schemas.microsoft.com/office/drawing/2014/main" id="{E63174D1-57FE-6142-9774-C91D5C1B58E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0656" y="4893949"/>
            <a:ext cx="11076020" cy="301557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>
            <a:lvl1pPr marL="0" indent="0">
              <a:lnSpc>
                <a:spcPct val="120000"/>
              </a:lnSpc>
              <a:spcAft>
                <a:spcPts val="600"/>
              </a:spcAft>
              <a:buNone/>
              <a:defRPr lang="de-DE" sz="1800" dirty="0"/>
            </a:lvl1pPr>
            <a:lvl2pPr>
              <a:defRPr lang="de-DE" dirty="0"/>
            </a:lvl2pPr>
            <a:lvl3pPr>
              <a:defRPr lang="de-DE" dirty="0"/>
            </a:lvl3pPr>
            <a:lvl4pPr>
              <a:defRPr lang="de-DE" dirty="0"/>
            </a:lvl4pPr>
            <a:lvl5pPr>
              <a:defRPr lang="de-DE" dirty="0"/>
            </a:lvl5pPr>
          </a:lstStyle>
          <a:p>
            <a:pPr lvl="0"/>
            <a:r>
              <a:rPr lang="de-DE" err="1"/>
              <a:t>Testo</a:t>
            </a:r>
            <a:r>
              <a:rPr lang="de-DE"/>
              <a:t>, 18pt</a:t>
            </a:r>
          </a:p>
        </p:txBody>
      </p:sp>
      <p:sp>
        <p:nvSpPr>
          <p:cNvPr id="42" name="Bildplatzhalter 2">
            <a:extLst>
              <a:ext uri="{FF2B5EF4-FFF2-40B4-BE49-F238E27FC236}">
                <a16:creationId xmlns:a16="http://schemas.microsoft.com/office/drawing/2014/main" id="{112C6C66-181E-4683-BA8C-F8A435B49282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21910" y="1534380"/>
            <a:ext cx="11074766" cy="313372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6350"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buNone/>
              <a:defRPr lang="de-DE" cap="all"/>
            </a:lvl1pPr>
          </a:lstStyle>
          <a:p>
            <a:pPr marL="254058" lvl="0" indent="-254058" algn="ctr"/>
            <a:r>
              <a:rPr lang="de-DE"/>
              <a:t>Foto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1B073446-3B14-4C41-9D62-7F4AF9B25CF8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18523" y="409465"/>
            <a:ext cx="11089875" cy="454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6800" rIns="90000" bIns="46800" numCol="1" anchor="b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it-IT"/>
              <a:t>Titolo SEGOE </a:t>
            </a:r>
            <a:r>
              <a:rPr lang="it-IT" err="1"/>
              <a:t>Ui</a:t>
            </a:r>
            <a:r>
              <a:rPr lang="it-IT"/>
              <a:t> 26pt </a:t>
            </a:r>
          </a:p>
        </p:txBody>
      </p:sp>
      <p:sp>
        <p:nvSpPr>
          <p:cNvPr id="9" name="Segnaposto contenuto 3">
            <a:extLst>
              <a:ext uri="{FF2B5EF4-FFF2-40B4-BE49-F238E27FC236}">
                <a16:creationId xmlns:a16="http://schemas.microsoft.com/office/drawing/2014/main" id="{7152B3CA-7D8E-D044-970D-A2CDD1AB0792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421548" y="912709"/>
            <a:ext cx="11089875" cy="301557"/>
          </a:xfrm>
        </p:spPr>
        <p:txBody>
          <a:bodyPr>
            <a:spAutoFit/>
          </a:bodyPr>
          <a:lstStyle>
            <a:lvl1pPr>
              <a:defRPr b="1"/>
            </a:lvl1pPr>
          </a:lstStyle>
          <a:p>
            <a:r>
              <a:rPr lang="x-none" sz="1800"/>
              <a:t>Sottotitolo Segoe UI 18pt</a:t>
            </a:r>
          </a:p>
        </p:txBody>
      </p:sp>
    </p:spTree>
    <p:extLst>
      <p:ext uri="{BB962C8B-B14F-4D97-AF65-F5344CB8AC3E}">
        <p14:creationId xmlns:p14="http://schemas.microsoft.com/office/powerpoint/2010/main" val="2366971338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box testo+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Bildplatzhalter 2">
            <a:extLst>
              <a:ext uri="{FF2B5EF4-FFF2-40B4-BE49-F238E27FC236}">
                <a16:creationId xmlns:a16="http://schemas.microsoft.com/office/drawing/2014/main" id="{112C6C66-181E-4683-BA8C-F8A435B49282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21909" y="1520824"/>
            <a:ext cx="11074765" cy="262890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6350"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buNone/>
              <a:defRPr lang="de-DE" cap="all"/>
            </a:lvl1pPr>
          </a:lstStyle>
          <a:p>
            <a:pPr marL="254058" lvl="0" indent="-254058" algn="ctr"/>
            <a:r>
              <a:rPr lang="de-DE"/>
              <a:t>Foto</a:t>
            </a:r>
          </a:p>
        </p:txBody>
      </p:sp>
      <p:sp>
        <p:nvSpPr>
          <p:cNvPr id="15" name="Textplatzhalter 5">
            <a:extLst>
              <a:ext uri="{FF2B5EF4-FFF2-40B4-BE49-F238E27FC236}">
                <a16:creationId xmlns:a16="http://schemas.microsoft.com/office/drawing/2014/main" id="{8B43BE93-A49F-1147-A16D-1C0CB863904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13071" y="4419861"/>
            <a:ext cx="5214618" cy="301557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>
            <a:lvl1pPr marL="0" indent="0">
              <a:lnSpc>
                <a:spcPct val="120000"/>
              </a:lnSpc>
              <a:spcAft>
                <a:spcPts val="600"/>
              </a:spcAft>
              <a:buNone/>
              <a:defRPr lang="de-DE" sz="1800" baseline="0" dirty="0"/>
            </a:lvl1pPr>
            <a:lvl2pPr>
              <a:defRPr lang="de-DE" dirty="0"/>
            </a:lvl2pPr>
            <a:lvl3pPr>
              <a:defRPr lang="de-DE" dirty="0"/>
            </a:lvl3pPr>
            <a:lvl4pPr>
              <a:defRPr lang="de-DE" dirty="0"/>
            </a:lvl4pPr>
            <a:lvl5pPr>
              <a:defRPr lang="de-DE" dirty="0"/>
            </a:lvl5pPr>
          </a:lstStyle>
          <a:p>
            <a:pPr lvl="0"/>
            <a:r>
              <a:rPr lang="de-DE" err="1"/>
              <a:t>Testo</a:t>
            </a:r>
            <a:r>
              <a:rPr lang="de-DE"/>
              <a:t>, 18pt</a:t>
            </a:r>
          </a:p>
        </p:txBody>
      </p:sp>
      <p:sp>
        <p:nvSpPr>
          <p:cNvPr id="16" name="Textplatzhalter 5">
            <a:extLst>
              <a:ext uri="{FF2B5EF4-FFF2-40B4-BE49-F238E27FC236}">
                <a16:creationId xmlns:a16="http://schemas.microsoft.com/office/drawing/2014/main" id="{DEA83DD5-9F2F-2F42-A1DE-E58C9682683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3949" y="4419861"/>
            <a:ext cx="5292725" cy="301557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>
            <a:lvl1pPr marL="0" indent="0">
              <a:lnSpc>
                <a:spcPct val="120000"/>
              </a:lnSpc>
              <a:spcAft>
                <a:spcPts val="600"/>
              </a:spcAft>
              <a:buNone/>
              <a:defRPr lang="de-DE" sz="1800" baseline="0" dirty="0"/>
            </a:lvl1pPr>
            <a:lvl2pPr>
              <a:defRPr lang="de-DE" dirty="0"/>
            </a:lvl2pPr>
            <a:lvl3pPr>
              <a:defRPr lang="de-DE" dirty="0"/>
            </a:lvl3pPr>
            <a:lvl4pPr>
              <a:defRPr lang="de-DE" dirty="0"/>
            </a:lvl4pPr>
            <a:lvl5pPr>
              <a:defRPr lang="de-DE" dirty="0"/>
            </a:lvl5pPr>
          </a:lstStyle>
          <a:p>
            <a:pPr lvl="0"/>
            <a:r>
              <a:rPr lang="de-DE" err="1"/>
              <a:t>Testo</a:t>
            </a:r>
            <a:r>
              <a:rPr lang="de-DE"/>
              <a:t>, 18pt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A31EFF4E-CB4F-C349-AA42-ACA0390A9A09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18523" y="409465"/>
            <a:ext cx="11089875" cy="454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6800" rIns="90000" bIns="46800" numCol="1" anchor="b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it-IT"/>
              <a:t>Titolo SEGOE </a:t>
            </a:r>
            <a:r>
              <a:rPr lang="it-IT" err="1"/>
              <a:t>Ui</a:t>
            </a:r>
            <a:r>
              <a:rPr lang="it-IT"/>
              <a:t> 26pt </a:t>
            </a:r>
          </a:p>
        </p:txBody>
      </p:sp>
      <p:sp>
        <p:nvSpPr>
          <p:cNvPr id="10" name="Segnaposto contenuto 3">
            <a:extLst>
              <a:ext uri="{FF2B5EF4-FFF2-40B4-BE49-F238E27FC236}">
                <a16:creationId xmlns:a16="http://schemas.microsoft.com/office/drawing/2014/main" id="{296BE485-5E70-FF4F-98DA-5C010AFF8D76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421548" y="912709"/>
            <a:ext cx="11089875" cy="301557"/>
          </a:xfrm>
        </p:spPr>
        <p:txBody>
          <a:bodyPr>
            <a:spAutoFit/>
          </a:bodyPr>
          <a:lstStyle>
            <a:lvl1pPr>
              <a:defRPr b="1"/>
            </a:lvl1pPr>
          </a:lstStyle>
          <a:p>
            <a:r>
              <a:rPr lang="x-none" sz="1800"/>
              <a:t>Sottotitolo Segoe UI 18pt</a:t>
            </a:r>
          </a:p>
        </p:txBody>
      </p:sp>
    </p:spTree>
    <p:extLst>
      <p:ext uri="{BB962C8B-B14F-4D97-AF65-F5344CB8AC3E}">
        <p14:creationId xmlns:p14="http://schemas.microsoft.com/office/powerpoint/2010/main" val="38804736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Mezza pagina foto+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Freihandform: Form 73">
            <a:extLst>
              <a:ext uri="{FF2B5EF4-FFF2-40B4-BE49-F238E27FC236}">
                <a16:creationId xmlns:a16="http://schemas.microsoft.com/office/drawing/2014/main" id="{2A35EC1F-1E9F-4AB6-87B0-E1130124CA5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203950" y="3"/>
            <a:ext cx="5988050" cy="6857998"/>
          </a:xfrm>
          <a:custGeom>
            <a:avLst/>
            <a:gdLst>
              <a:gd name="connsiteX0" fmla="*/ 4205063 w 5988050"/>
              <a:gd name="connsiteY0" fmla="*/ 6609407 h 6857998"/>
              <a:gd name="connsiteX1" fmla="*/ 4205063 w 5988050"/>
              <a:gd name="connsiteY1" fmla="*/ 6632291 h 6857998"/>
              <a:gd name="connsiteX2" fmla="*/ 4257162 w 5988050"/>
              <a:gd name="connsiteY2" fmla="*/ 6647512 h 6857998"/>
              <a:gd name="connsiteX3" fmla="*/ 4259864 w 5988050"/>
              <a:gd name="connsiteY3" fmla="*/ 6617233 h 6857998"/>
              <a:gd name="connsiteX4" fmla="*/ 5116789 w 5988050"/>
              <a:gd name="connsiteY4" fmla="*/ 6594319 h 6857998"/>
              <a:gd name="connsiteX5" fmla="*/ 5128460 w 5988050"/>
              <a:gd name="connsiteY5" fmla="*/ 6621605 h 6857998"/>
              <a:gd name="connsiteX6" fmla="*/ 5106032 w 5988050"/>
              <a:gd name="connsiteY6" fmla="*/ 6621605 h 6857998"/>
              <a:gd name="connsiteX7" fmla="*/ 5116733 w 5988050"/>
              <a:gd name="connsiteY7" fmla="*/ 6594187 h 6857998"/>
              <a:gd name="connsiteX8" fmla="*/ 5116841 w 5988050"/>
              <a:gd name="connsiteY8" fmla="*/ 6594187 h 6857998"/>
              <a:gd name="connsiteX9" fmla="*/ 5116789 w 5988050"/>
              <a:gd name="connsiteY9" fmla="*/ 6594319 h 6857998"/>
              <a:gd name="connsiteX10" fmla="*/ 4886505 w 5988050"/>
              <a:gd name="connsiteY10" fmla="*/ 6593431 h 6857998"/>
              <a:gd name="connsiteX11" fmla="*/ 4911851 w 5988050"/>
              <a:gd name="connsiteY11" fmla="*/ 6593431 h 6857998"/>
              <a:gd name="connsiteX12" fmla="*/ 4920607 w 5988050"/>
              <a:gd name="connsiteY12" fmla="*/ 6601959 h 6857998"/>
              <a:gd name="connsiteX13" fmla="*/ 4923687 w 5988050"/>
              <a:gd name="connsiteY13" fmla="*/ 6614372 h 6857998"/>
              <a:gd name="connsiteX14" fmla="*/ 4916823 w 5988050"/>
              <a:gd name="connsiteY14" fmla="*/ 6631644 h 6857998"/>
              <a:gd name="connsiteX15" fmla="*/ 4899259 w 5988050"/>
              <a:gd name="connsiteY15" fmla="*/ 6638336 h 6857998"/>
              <a:gd name="connsiteX16" fmla="*/ 4886613 w 5988050"/>
              <a:gd name="connsiteY16" fmla="*/ 6635314 h 6857998"/>
              <a:gd name="connsiteX17" fmla="*/ 4877912 w 5988050"/>
              <a:gd name="connsiteY17" fmla="*/ 6626786 h 6857998"/>
              <a:gd name="connsiteX18" fmla="*/ 4874777 w 5988050"/>
              <a:gd name="connsiteY18" fmla="*/ 6614372 h 6857998"/>
              <a:gd name="connsiteX19" fmla="*/ 4877804 w 5988050"/>
              <a:gd name="connsiteY19" fmla="*/ 6601959 h 6857998"/>
              <a:gd name="connsiteX20" fmla="*/ 4877858 w 5988050"/>
              <a:gd name="connsiteY20" fmla="*/ 6601581 h 6857998"/>
              <a:gd name="connsiteX21" fmla="*/ 4886505 w 5988050"/>
              <a:gd name="connsiteY21" fmla="*/ 6593431 h 6857998"/>
              <a:gd name="connsiteX22" fmla="*/ 5048475 w 5988050"/>
              <a:gd name="connsiteY22" fmla="*/ 6589923 h 6857998"/>
              <a:gd name="connsiteX23" fmla="*/ 5057608 w 5988050"/>
              <a:gd name="connsiteY23" fmla="*/ 6589923 h 6857998"/>
              <a:gd name="connsiteX24" fmla="*/ 5069930 w 5988050"/>
              <a:gd name="connsiteY24" fmla="*/ 6599476 h 6857998"/>
              <a:gd name="connsiteX25" fmla="*/ 5066958 w 5988050"/>
              <a:gd name="connsiteY25" fmla="*/ 6606762 h 6857998"/>
              <a:gd name="connsiteX26" fmla="*/ 5058581 w 5988050"/>
              <a:gd name="connsiteY26" fmla="*/ 6609191 h 6857998"/>
              <a:gd name="connsiteX27" fmla="*/ 5048475 w 5988050"/>
              <a:gd name="connsiteY27" fmla="*/ 6609083 h 6857998"/>
              <a:gd name="connsiteX28" fmla="*/ 4390271 w 5988050"/>
              <a:gd name="connsiteY28" fmla="*/ 6582043 h 6857998"/>
              <a:gd name="connsiteX29" fmla="*/ 4348387 w 5988050"/>
              <a:gd name="connsiteY29" fmla="*/ 6617233 h 6857998"/>
              <a:gd name="connsiteX30" fmla="*/ 4289209 w 5988050"/>
              <a:gd name="connsiteY30" fmla="*/ 6618744 h 6857998"/>
              <a:gd name="connsiteX31" fmla="*/ 4295316 w 5988050"/>
              <a:gd name="connsiteY31" fmla="*/ 6652423 h 6857998"/>
              <a:gd name="connsiteX32" fmla="*/ 4407620 w 5988050"/>
              <a:gd name="connsiteY32" fmla="*/ 6611620 h 6857998"/>
              <a:gd name="connsiteX33" fmla="*/ 4390271 w 5988050"/>
              <a:gd name="connsiteY33" fmla="*/ 6582043 h 6857998"/>
              <a:gd name="connsiteX34" fmla="*/ 4704646 w 5988050"/>
              <a:gd name="connsiteY34" fmla="*/ 6579452 h 6857998"/>
              <a:gd name="connsiteX35" fmla="*/ 4704646 w 5988050"/>
              <a:gd name="connsiteY35" fmla="*/ 6648753 h 6857998"/>
              <a:gd name="connsiteX36" fmla="*/ 4750151 w 5988050"/>
              <a:gd name="connsiteY36" fmla="*/ 6648753 h 6857998"/>
              <a:gd name="connsiteX37" fmla="*/ 4750151 w 5988050"/>
              <a:gd name="connsiteY37" fmla="*/ 6638282 h 6857998"/>
              <a:gd name="connsiteX38" fmla="*/ 4718157 w 5988050"/>
              <a:gd name="connsiteY38" fmla="*/ 6638282 h 6857998"/>
              <a:gd name="connsiteX39" fmla="*/ 4718157 w 5988050"/>
              <a:gd name="connsiteY39" fmla="*/ 6618582 h 6857998"/>
              <a:gd name="connsiteX40" fmla="*/ 4748260 w 5988050"/>
              <a:gd name="connsiteY40" fmla="*/ 6618582 h 6857998"/>
              <a:gd name="connsiteX41" fmla="*/ 4748260 w 5988050"/>
              <a:gd name="connsiteY41" fmla="*/ 6608112 h 6857998"/>
              <a:gd name="connsiteX42" fmla="*/ 4718157 w 5988050"/>
              <a:gd name="connsiteY42" fmla="*/ 6608112 h 6857998"/>
              <a:gd name="connsiteX43" fmla="*/ 4718157 w 5988050"/>
              <a:gd name="connsiteY43" fmla="*/ 6589923 h 6857998"/>
              <a:gd name="connsiteX44" fmla="*/ 4749611 w 5988050"/>
              <a:gd name="connsiteY44" fmla="*/ 6589923 h 6857998"/>
              <a:gd name="connsiteX45" fmla="*/ 4749611 w 5988050"/>
              <a:gd name="connsiteY45" fmla="*/ 6579452 h 6857998"/>
              <a:gd name="connsiteX46" fmla="*/ 4650116 w 5988050"/>
              <a:gd name="connsiteY46" fmla="*/ 6579452 h 6857998"/>
              <a:gd name="connsiteX47" fmla="*/ 4650116 w 5988050"/>
              <a:gd name="connsiteY47" fmla="*/ 6648753 h 6857998"/>
              <a:gd name="connsiteX48" fmla="*/ 4663519 w 5988050"/>
              <a:gd name="connsiteY48" fmla="*/ 6648753 h 6857998"/>
              <a:gd name="connsiteX49" fmla="*/ 4663519 w 5988050"/>
              <a:gd name="connsiteY49" fmla="*/ 6618366 h 6857998"/>
              <a:gd name="connsiteX50" fmla="*/ 4692432 w 5988050"/>
              <a:gd name="connsiteY50" fmla="*/ 6618366 h 6857998"/>
              <a:gd name="connsiteX51" fmla="*/ 4692432 w 5988050"/>
              <a:gd name="connsiteY51" fmla="*/ 6607572 h 6857998"/>
              <a:gd name="connsiteX52" fmla="*/ 4663519 w 5988050"/>
              <a:gd name="connsiteY52" fmla="*/ 6607572 h 6857998"/>
              <a:gd name="connsiteX53" fmla="*/ 4663519 w 5988050"/>
              <a:gd name="connsiteY53" fmla="*/ 6589923 h 6857998"/>
              <a:gd name="connsiteX54" fmla="*/ 4692432 w 5988050"/>
              <a:gd name="connsiteY54" fmla="*/ 6589923 h 6857998"/>
              <a:gd name="connsiteX55" fmla="*/ 4692432 w 5988050"/>
              <a:gd name="connsiteY55" fmla="*/ 6579452 h 6857998"/>
              <a:gd name="connsiteX56" fmla="*/ 4621094 w 5988050"/>
              <a:gd name="connsiteY56" fmla="*/ 6579452 h 6857998"/>
              <a:gd name="connsiteX57" fmla="*/ 4621094 w 5988050"/>
              <a:gd name="connsiteY57" fmla="*/ 6648753 h 6857998"/>
              <a:gd name="connsiteX58" fmla="*/ 4634497 w 5988050"/>
              <a:gd name="connsiteY58" fmla="*/ 6648753 h 6857998"/>
              <a:gd name="connsiteX59" fmla="*/ 4634497 w 5988050"/>
              <a:gd name="connsiteY59" fmla="*/ 6579452 h 6857998"/>
              <a:gd name="connsiteX60" fmla="*/ 4564510 w 5988050"/>
              <a:gd name="connsiteY60" fmla="*/ 6579452 h 6857998"/>
              <a:gd name="connsiteX61" fmla="*/ 4564510 w 5988050"/>
              <a:gd name="connsiteY61" fmla="*/ 6648753 h 6857998"/>
              <a:gd name="connsiteX62" fmla="*/ 4611582 w 5988050"/>
              <a:gd name="connsiteY62" fmla="*/ 6648753 h 6857998"/>
              <a:gd name="connsiteX63" fmla="*/ 4611582 w 5988050"/>
              <a:gd name="connsiteY63" fmla="*/ 6638282 h 6857998"/>
              <a:gd name="connsiteX64" fmla="*/ 4577913 w 5988050"/>
              <a:gd name="connsiteY64" fmla="*/ 6638282 h 6857998"/>
              <a:gd name="connsiteX65" fmla="*/ 4577913 w 5988050"/>
              <a:gd name="connsiteY65" fmla="*/ 6579452 h 6857998"/>
              <a:gd name="connsiteX66" fmla="*/ 5236440 w 5988050"/>
              <a:gd name="connsiteY66" fmla="*/ 6579344 h 6857998"/>
              <a:gd name="connsiteX67" fmla="*/ 5262814 w 5988050"/>
              <a:gd name="connsiteY67" fmla="*/ 6614210 h 6857998"/>
              <a:gd name="connsiteX68" fmla="*/ 5262814 w 5988050"/>
              <a:gd name="connsiteY68" fmla="*/ 6648645 h 6857998"/>
              <a:gd name="connsiteX69" fmla="*/ 5276217 w 5988050"/>
              <a:gd name="connsiteY69" fmla="*/ 6648645 h 6857998"/>
              <a:gd name="connsiteX70" fmla="*/ 5276217 w 5988050"/>
              <a:gd name="connsiteY70" fmla="*/ 6614426 h 6857998"/>
              <a:gd name="connsiteX71" fmla="*/ 5302428 w 5988050"/>
              <a:gd name="connsiteY71" fmla="*/ 6579452 h 6857998"/>
              <a:gd name="connsiteX72" fmla="*/ 5286485 w 5988050"/>
              <a:gd name="connsiteY72" fmla="*/ 6579452 h 6857998"/>
              <a:gd name="connsiteX73" fmla="*/ 5269407 w 5988050"/>
              <a:gd name="connsiteY73" fmla="*/ 6602606 h 6857998"/>
              <a:gd name="connsiteX74" fmla="*/ 5252599 w 5988050"/>
              <a:gd name="connsiteY74" fmla="*/ 6579452 h 6857998"/>
              <a:gd name="connsiteX75" fmla="*/ 5162292 w 5988050"/>
              <a:gd name="connsiteY75" fmla="*/ 6579344 h 6857998"/>
              <a:gd name="connsiteX76" fmla="*/ 5162292 w 5988050"/>
              <a:gd name="connsiteY76" fmla="*/ 6648753 h 6857998"/>
              <a:gd name="connsiteX77" fmla="*/ 5175424 w 5988050"/>
              <a:gd name="connsiteY77" fmla="*/ 6648753 h 6857998"/>
              <a:gd name="connsiteX78" fmla="*/ 5175424 w 5988050"/>
              <a:gd name="connsiteY78" fmla="*/ 6599584 h 6857998"/>
              <a:gd name="connsiteX79" fmla="*/ 5216876 w 5988050"/>
              <a:gd name="connsiteY79" fmla="*/ 6648753 h 6857998"/>
              <a:gd name="connsiteX80" fmla="*/ 5228442 w 5988050"/>
              <a:gd name="connsiteY80" fmla="*/ 6648753 h 6857998"/>
              <a:gd name="connsiteX81" fmla="*/ 5228442 w 5988050"/>
              <a:gd name="connsiteY81" fmla="*/ 6579452 h 6857998"/>
              <a:gd name="connsiteX82" fmla="*/ 5215363 w 5988050"/>
              <a:gd name="connsiteY82" fmla="*/ 6579452 h 6857998"/>
              <a:gd name="connsiteX83" fmla="*/ 5215363 w 5988050"/>
              <a:gd name="connsiteY83" fmla="*/ 6628027 h 6857998"/>
              <a:gd name="connsiteX84" fmla="*/ 5174127 w 5988050"/>
              <a:gd name="connsiteY84" fmla="*/ 6579452 h 6857998"/>
              <a:gd name="connsiteX85" fmla="*/ 5109815 w 5988050"/>
              <a:gd name="connsiteY85" fmla="*/ 6579344 h 6857998"/>
              <a:gd name="connsiteX86" fmla="*/ 5081225 w 5988050"/>
              <a:gd name="connsiteY86" fmla="*/ 6648645 h 6857998"/>
              <a:gd name="connsiteX87" fmla="*/ 5095277 w 5988050"/>
              <a:gd name="connsiteY87" fmla="*/ 6648645 h 6857998"/>
              <a:gd name="connsiteX88" fmla="*/ 5101870 w 5988050"/>
              <a:gd name="connsiteY88" fmla="*/ 6631859 h 6857998"/>
              <a:gd name="connsiteX89" fmla="*/ 5132730 w 5988050"/>
              <a:gd name="connsiteY89" fmla="*/ 6631859 h 6857998"/>
              <a:gd name="connsiteX90" fmla="*/ 5139917 w 5988050"/>
              <a:gd name="connsiteY90" fmla="*/ 6648753 h 6857998"/>
              <a:gd name="connsiteX91" fmla="*/ 5154077 w 5988050"/>
              <a:gd name="connsiteY91" fmla="*/ 6648753 h 6857998"/>
              <a:gd name="connsiteX92" fmla="*/ 5123488 w 5988050"/>
              <a:gd name="connsiteY92" fmla="*/ 6579452 h 6857998"/>
              <a:gd name="connsiteX93" fmla="*/ 5035072 w 5988050"/>
              <a:gd name="connsiteY93" fmla="*/ 6579344 h 6857998"/>
              <a:gd name="connsiteX94" fmla="*/ 5035072 w 5988050"/>
              <a:gd name="connsiteY94" fmla="*/ 6648753 h 6857998"/>
              <a:gd name="connsiteX95" fmla="*/ 5048475 w 5988050"/>
              <a:gd name="connsiteY95" fmla="*/ 6648753 h 6857998"/>
              <a:gd name="connsiteX96" fmla="*/ 5048475 w 5988050"/>
              <a:gd name="connsiteY96" fmla="*/ 6619662 h 6857998"/>
              <a:gd name="connsiteX97" fmla="*/ 5061391 w 5988050"/>
              <a:gd name="connsiteY97" fmla="*/ 6619662 h 6857998"/>
              <a:gd name="connsiteX98" fmla="*/ 5077605 w 5988050"/>
              <a:gd name="connsiteY98" fmla="*/ 6614264 h 6857998"/>
              <a:gd name="connsiteX99" fmla="*/ 5083766 w 5988050"/>
              <a:gd name="connsiteY99" fmla="*/ 6599746 h 6857998"/>
              <a:gd name="connsiteX100" fmla="*/ 5077659 w 5988050"/>
              <a:gd name="connsiteY100" fmla="*/ 6585227 h 6857998"/>
              <a:gd name="connsiteX101" fmla="*/ 5061824 w 5988050"/>
              <a:gd name="connsiteY101" fmla="*/ 6579830 h 6857998"/>
              <a:gd name="connsiteX102" fmla="*/ 4950115 w 5988050"/>
              <a:gd name="connsiteY102" fmla="*/ 6579344 h 6857998"/>
              <a:gd name="connsiteX103" fmla="*/ 4950115 w 5988050"/>
              <a:gd name="connsiteY103" fmla="*/ 6648753 h 6857998"/>
              <a:gd name="connsiteX104" fmla="*/ 4963572 w 5988050"/>
              <a:gd name="connsiteY104" fmla="*/ 6648753 h 6857998"/>
              <a:gd name="connsiteX105" fmla="*/ 4963572 w 5988050"/>
              <a:gd name="connsiteY105" fmla="*/ 6600178 h 6857998"/>
              <a:gd name="connsiteX106" fmla="*/ 4963950 w 5988050"/>
              <a:gd name="connsiteY106" fmla="*/ 6600178 h 6857998"/>
              <a:gd name="connsiteX107" fmla="*/ 4984000 w 5988050"/>
              <a:gd name="connsiteY107" fmla="*/ 6624573 h 6857998"/>
              <a:gd name="connsiteX108" fmla="*/ 4985892 w 5988050"/>
              <a:gd name="connsiteY108" fmla="*/ 6624573 h 6857998"/>
              <a:gd name="connsiteX109" fmla="*/ 5005942 w 5988050"/>
              <a:gd name="connsiteY109" fmla="*/ 6600178 h 6857998"/>
              <a:gd name="connsiteX110" fmla="*/ 5006374 w 5988050"/>
              <a:gd name="connsiteY110" fmla="*/ 6600178 h 6857998"/>
              <a:gd name="connsiteX111" fmla="*/ 5006374 w 5988050"/>
              <a:gd name="connsiteY111" fmla="*/ 6648753 h 6857998"/>
              <a:gd name="connsiteX112" fmla="*/ 5019777 w 5988050"/>
              <a:gd name="connsiteY112" fmla="*/ 6648753 h 6857998"/>
              <a:gd name="connsiteX113" fmla="*/ 5019777 w 5988050"/>
              <a:gd name="connsiteY113" fmla="*/ 6579452 h 6857998"/>
              <a:gd name="connsiteX114" fmla="*/ 5007780 w 5988050"/>
              <a:gd name="connsiteY114" fmla="*/ 6579452 h 6857998"/>
              <a:gd name="connsiteX115" fmla="*/ 4985027 w 5988050"/>
              <a:gd name="connsiteY115" fmla="*/ 6606762 h 6857998"/>
              <a:gd name="connsiteX116" fmla="*/ 4962220 w 5988050"/>
              <a:gd name="connsiteY116" fmla="*/ 6579452 h 6857998"/>
              <a:gd name="connsiteX117" fmla="*/ 4827380 w 5988050"/>
              <a:gd name="connsiteY117" fmla="*/ 6578535 h 6857998"/>
              <a:gd name="connsiteX118" fmla="*/ 4807276 w 5988050"/>
              <a:gd name="connsiteY118" fmla="*/ 6583068 h 6857998"/>
              <a:gd name="connsiteX119" fmla="*/ 4807330 w 5988050"/>
              <a:gd name="connsiteY119" fmla="*/ 6583068 h 6857998"/>
              <a:gd name="connsiteX120" fmla="*/ 4793333 w 5988050"/>
              <a:gd name="connsiteY120" fmla="*/ 6595914 h 6857998"/>
              <a:gd name="connsiteX121" fmla="*/ 4788253 w 5988050"/>
              <a:gd name="connsiteY121" fmla="*/ 6614696 h 6857998"/>
              <a:gd name="connsiteX122" fmla="*/ 4793171 w 5988050"/>
              <a:gd name="connsiteY122" fmla="*/ 6632669 h 6857998"/>
              <a:gd name="connsiteX123" fmla="*/ 4806736 w 5988050"/>
              <a:gd name="connsiteY123" fmla="*/ 6645245 h 6857998"/>
              <a:gd name="connsiteX124" fmla="*/ 4826354 w 5988050"/>
              <a:gd name="connsiteY124" fmla="*/ 6649616 h 6857998"/>
              <a:gd name="connsiteX125" fmla="*/ 4839594 w 5988050"/>
              <a:gd name="connsiteY125" fmla="*/ 6648159 h 6857998"/>
              <a:gd name="connsiteX126" fmla="*/ 4852025 w 5988050"/>
              <a:gd name="connsiteY126" fmla="*/ 6643140 h 6857998"/>
              <a:gd name="connsiteX127" fmla="*/ 4852025 w 5988050"/>
              <a:gd name="connsiteY127" fmla="*/ 6630510 h 6857998"/>
              <a:gd name="connsiteX128" fmla="*/ 4838892 w 5988050"/>
              <a:gd name="connsiteY128" fmla="*/ 6636447 h 6857998"/>
              <a:gd name="connsiteX129" fmla="*/ 4828083 w 5988050"/>
              <a:gd name="connsiteY129" fmla="*/ 6638066 h 6857998"/>
              <a:gd name="connsiteX130" fmla="*/ 4814680 w 5988050"/>
              <a:gd name="connsiteY130" fmla="*/ 6635098 h 6857998"/>
              <a:gd name="connsiteX131" fmla="*/ 4805439 w 5988050"/>
              <a:gd name="connsiteY131" fmla="*/ 6626570 h 6857998"/>
              <a:gd name="connsiteX132" fmla="*/ 4805439 w 5988050"/>
              <a:gd name="connsiteY132" fmla="*/ 6601743 h 6857998"/>
              <a:gd name="connsiteX133" fmla="*/ 4814572 w 5988050"/>
              <a:gd name="connsiteY133" fmla="*/ 6593431 h 6857998"/>
              <a:gd name="connsiteX134" fmla="*/ 4827975 w 5988050"/>
              <a:gd name="connsiteY134" fmla="*/ 6590355 h 6857998"/>
              <a:gd name="connsiteX135" fmla="*/ 4839324 w 5988050"/>
              <a:gd name="connsiteY135" fmla="*/ 6592028 h 6857998"/>
              <a:gd name="connsiteX136" fmla="*/ 4851160 w 5988050"/>
              <a:gd name="connsiteY136" fmla="*/ 6597425 h 6857998"/>
              <a:gd name="connsiteX137" fmla="*/ 4851160 w 5988050"/>
              <a:gd name="connsiteY137" fmla="*/ 6584472 h 6857998"/>
              <a:gd name="connsiteX138" fmla="*/ 4838946 w 5988050"/>
              <a:gd name="connsiteY138" fmla="*/ 6579884 h 6857998"/>
              <a:gd name="connsiteX139" fmla="*/ 4827380 w 5988050"/>
              <a:gd name="connsiteY139" fmla="*/ 6578535 h 6857998"/>
              <a:gd name="connsiteX140" fmla="*/ 4898935 w 5988050"/>
              <a:gd name="connsiteY140" fmla="*/ 6578292 h 6857998"/>
              <a:gd name="connsiteX141" fmla="*/ 4879317 w 5988050"/>
              <a:gd name="connsiteY141" fmla="*/ 6582852 h 6857998"/>
              <a:gd name="connsiteX142" fmla="*/ 4879479 w 5988050"/>
              <a:gd name="connsiteY142" fmla="*/ 6583068 h 6857998"/>
              <a:gd name="connsiteX143" fmla="*/ 4864714 w 5988050"/>
              <a:gd name="connsiteY143" fmla="*/ 6630120 h 6857998"/>
              <a:gd name="connsiteX144" fmla="*/ 4879479 w 5988050"/>
              <a:gd name="connsiteY144" fmla="*/ 6644867 h 6857998"/>
              <a:gd name="connsiteX145" fmla="*/ 4918715 w 5988050"/>
              <a:gd name="connsiteY145" fmla="*/ 6644867 h 6857998"/>
              <a:gd name="connsiteX146" fmla="*/ 4933356 w 5988050"/>
              <a:gd name="connsiteY146" fmla="*/ 6597537 h 6857998"/>
              <a:gd name="connsiteX147" fmla="*/ 4932280 w 5988050"/>
              <a:gd name="connsiteY147" fmla="*/ 6595644 h 6857998"/>
              <a:gd name="connsiteX148" fmla="*/ 4918553 w 5988050"/>
              <a:gd name="connsiteY148" fmla="*/ 6582852 h 6857998"/>
              <a:gd name="connsiteX149" fmla="*/ 4898935 w 5988050"/>
              <a:gd name="connsiteY149" fmla="*/ 6578292 h 6857998"/>
              <a:gd name="connsiteX150" fmla="*/ 4113890 w 5988050"/>
              <a:gd name="connsiteY150" fmla="*/ 6549767 h 6857998"/>
              <a:gd name="connsiteX151" fmla="*/ 4095461 w 5988050"/>
              <a:gd name="connsiteY151" fmla="*/ 6564987 h 6857998"/>
              <a:gd name="connsiteX152" fmla="*/ 4170420 w 5988050"/>
              <a:gd name="connsiteY152" fmla="*/ 6617233 h 6857998"/>
              <a:gd name="connsiteX153" fmla="*/ 4181229 w 5988050"/>
              <a:gd name="connsiteY153" fmla="*/ 6596831 h 6857998"/>
              <a:gd name="connsiteX154" fmla="*/ 4113890 w 5988050"/>
              <a:gd name="connsiteY154" fmla="*/ 6549767 h 6857998"/>
              <a:gd name="connsiteX155" fmla="*/ 4442857 w 5988050"/>
              <a:gd name="connsiteY155" fmla="*/ 6521917 h 6857998"/>
              <a:gd name="connsiteX156" fmla="*/ 4413781 w 5988050"/>
              <a:gd name="connsiteY156" fmla="*/ 6561641 h 6857998"/>
              <a:gd name="connsiteX157" fmla="*/ 4443343 w 5988050"/>
              <a:gd name="connsiteY157" fmla="*/ 6582042 h 6857998"/>
              <a:gd name="connsiteX158" fmla="*/ 4471932 w 5988050"/>
              <a:gd name="connsiteY158" fmla="*/ 6531092 h 6857998"/>
              <a:gd name="connsiteX159" fmla="*/ 4296613 w 5988050"/>
              <a:gd name="connsiteY159" fmla="*/ 6496280 h 6857998"/>
              <a:gd name="connsiteX160" fmla="*/ 4232463 w 5988050"/>
              <a:gd name="connsiteY160" fmla="*/ 6509449 h 6857998"/>
              <a:gd name="connsiteX161" fmla="*/ 4232463 w 5988050"/>
              <a:gd name="connsiteY161" fmla="*/ 6509557 h 6857998"/>
              <a:gd name="connsiteX162" fmla="*/ 4216682 w 5988050"/>
              <a:gd name="connsiteY162" fmla="*/ 6585119 h 6857998"/>
              <a:gd name="connsiteX163" fmla="*/ 4338227 w 5988050"/>
              <a:gd name="connsiteY163" fmla="*/ 6574918 h 6857998"/>
              <a:gd name="connsiteX164" fmla="*/ 4338227 w 5988050"/>
              <a:gd name="connsiteY164" fmla="*/ 6467837 h 6857998"/>
              <a:gd name="connsiteX165" fmla="*/ 4329040 w 5988050"/>
              <a:gd name="connsiteY165" fmla="*/ 6478038 h 6857998"/>
              <a:gd name="connsiteX166" fmla="*/ 4388218 w 5988050"/>
              <a:gd name="connsiteY166" fmla="*/ 6541779 h 6857998"/>
              <a:gd name="connsiteX167" fmla="*/ 4407620 w 5988050"/>
              <a:gd name="connsiteY167" fmla="*/ 6504538 h 6857998"/>
              <a:gd name="connsiteX168" fmla="*/ 4100055 w 5988050"/>
              <a:gd name="connsiteY168" fmla="*/ 6447705 h 6857998"/>
              <a:gd name="connsiteX169" fmla="*/ 4180041 w 5988050"/>
              <a:gd name="connsiteY169" fmla="*/ 6561641 h 6857998"/>
              <a:gd name="connsiteX170" fmla="*/ 4216790 w 5988050"/>
              <a:gd name="connsiteY170" fmla="*/ 6495363 h 6857998"/>
              <a:gd name="connsiteX171" fmla="*/ 4183121 w 5988050"/>
              <a:gd name="connsiteY171" fmla="*/ 6461738 h 6857998"/>
              <a:gd name="connsiteX172" fmla="*/ 4069629 w 5988050"/>
              <a:gd name="connsiteY172" fmla="*/ 6409924 h 6857998"/>
              <a:gd name="connsiteX173" fmla="*/ 4061306 w 5988050"/>
              <a:gd name="connsiteY173" fmla="*/ 6411651 h 6857998"/>
              <a:gd name="connsiteX174" fmla="*/ 4061252 w 5988050"/>
              <a:gd name="connsiteY174" fmla="*/ 6411867 h 6857998"/>
              <a:gd name="connsiteX175" fmla="*/ 4076492 w 5988050"/>
              <a:gd name="connsiteY175" fmla="*/ 6522025 h 6857998"/>
              <a:gd name="connsiteX176" fmla="*/ 4094813 w 5988050"/>
              <a:gd name="connsiteY176" fmla="*/ 6520298 h 6857998"/>
              <a:gd name="connsiteX177" fmla="*/ 4069629 w 5988050"/>
              <a:gd name="connsiteY177" fmla="*/ 6409924 h 6857998"/>
              <a:gd name="connsiteX178" fmla="*/ 4482147 w 5988050"/>
              <a:gd name="connsiteY178" fmla="*/ 6402638 h 6857998"/>
              <a:gd name="connsiteX179" fmla="*/ 4450477 w 5988050"/>
              <a:gd name="connsiteY179" fmla="*/ 6407711 h 6857998"/>
              <a:gd name="connsiteX180" fmla="*/ 4450477 w 5988050"/>
              <a:gd name="connsiteY180" fmla="*/ 6491315 h 6857998"/>
              <a:gd name="connsiteX181" fmla="*/ 4482147 w 5988050"/>
              <a:gd name="connsiteY181" fmla="*/ 6504538 h 6857998"/>
              <a:gd name="connsiteX182" fmla="*/ 4482147 w 5988050"/>
              <a:gd name="connsiteY182" fmla="*/ 6402638 h 6857998"/>
              <a:gd name="connsiteX183" fmla="*/ 5229090 w 5988050"/>
              <a:gd name="connsiteY183" fmla="*/ 6387903 h 6857998"/>
              <a:gd name="connsiteX184" fmla="*/ 5229090 w 5988050"/>
              <a:gd name="connsiteY184" fmla="*/ 6458499 h 6857998"/>
              <a:gd name="connsiteX185" fmla="*/ 5169263 w 5988050"/>
              <a:gd name="connsiteY185" fmla="*/ 6486295 h 6857998"/>
              <a:gd name="connsiteX186" fmla="*/ 5123109 w 5988050"/>
              <a:gd name="connsiteY186" fmla="*/ 6445923 h 6857998"/>
              <a:gd name="connsiteX187" fmla="*/ 5229090 w 5988050"/>
              <a:gd name="connsiteY187" fmla="*/ 6387903 h 6857998"/>
              <a:gd name="connsiteX188" fmla="*/ 4711780 w 5988050"/>
              <a:gd name="connsiteY188" fmla="*/ 6387903 h 6857998"/>
              <a:gd name="connsiteX189" fmla="*/ 4711780 w 5988050"/>
              <a:gd name="connsiteY189" fmla="*/ 6458499 h 6857998"/>
              <a:gd name="connsiteX190" fmla="*/ 4651953 w 5988050"/>
              <a:gd name="connsiteY190" fmla="*/ 6486295 h 6857998"/>
              <a:gd name="connsiteX191" fmla="*/ 4605799 w 5988050"/>
              <a:gd name="connsiteY191" fmla="*/ 6445924 h 6857998"/>
              <a:gd name="connsiteX192" fmla="*/ 4711780 w 5988050"/>
              <a:gd name="connsiteY192" fmla="*/ 6387903 h 6857998"/>
              <a:gd name="connsiteX193" fmla="*/ 4419888 w 5988050"/>
              <a:gd name="connsiteY193" fmla="*/ 6370470 h 6857998"/>
              <a:gd name="connsiteX194" fmla="*/ 4354549 w 5988050"/>
              <a:gd name="connsiteY194" fmla="*/ 6405660 h 6857998"/>
              <a:gd name="connsiteX195" fmla="*/ 4354549 w 5988050"/>
              <a:gd name="connsiteY195" fmla="*/ 6447435 h 6857998"/>
              <a:gd name="connsiteX196" fmla="*/ 4425995 w 5988050"/>
              <a:gd name="connsiteY196" fmla="*/ 6474961 h 6857998"/>
              <a:gd name="connsiteX197" fmla="*/ 4468366 w 5988050"/>
              <a:gd name="connsiteY197" fmla="*/ 6346237 h 6857998"/>
              <a:gd name="connsiteX198" fmla="*/ 4442857 w 5988050"/>
              <a:gd name="connsiteY198" fmla="*/ 6359784 h 6857998"/>
              <a:gd name="connsiteX199" fmla="*/ 4452963 w 5988050"/>
              <a:gd name="connsiteY199" fmla="*/ 6385151 h 6857998"/>
              <a:gd name="connsiteX200" fmla="*/ 4477229 w 5988050"/>
              <a:gd name="connsiteY200" fmla="*/ 6377541 h 6857998"/>
              <a:gd name="connsiteX201" fmla="*/ 4425995 w 5988050"/>
              <a:gd name="connsiteY201" fmla="*/ 6305757 h 6857998"/>
              <a:gd name="connsiteX202" fmla="*/ 4329040 w 5988050"/>
              <a:gd name="connsiteY202" fmla="*/ 6370470 h 6857998"/>
              <a:gd name="connsiteX203" fmla="*/ 4342281 w 5988050"/>
              <a:gd name="connsiteY203" fmla="*/ 6389360 h 6857998"/>
              <a:gd name="connsiteX204" fmla="*/ 4450477 w 5988050"/>
              <a:gd name="connsiteY204" fmla="*/ 6330207 h 6857998"/>
              <a:gd name="connsiteX205" fmla="*/ 4165664 w 5988050"/>
              <a:gd name="connsiteY205" fmla="*/ 6298579 h 6857998"/>
              <a:gd name="connsiteX206" fmla="*/ 4100055 w 5988050"/>
              <a:gd name="connsiteY206" fmla="*/ 6427519 h 6857998"/>
              <a:gd name="connsiteX207" fmla="*/ 4184039 w 5988050"/>
              <a:gd name="connsiteY207" fmla="*/ 6442308 h 6857998"/>
              <a:gd name="connsiteX208" fmla="*/ 4177716 w 5988050"/>
              <a:gd name="connsiteY208" fmla="*/ 6392383 h 6857998"/>
              <a:gd name="connsiteX209" fmla="*/ 4216466 w 5988050"/>
              <a:gd name="connsiteY209" fmla="*/ 6365883 h 6857998"/>
              <a:gd name="connsiteX210" fmla="*/ 4123781 w 5988050"/>
              <a:gd name="connsiteY210" fmla="*/ 6286057 h 6857998"/>
              <a:gd name="connsiteX211" fmla="*/ 4064008 w 5988050"/>
              <a:gd name="connsiteY211" fmla="*/ 6364965 h 6857998"/>
              <a:gd name="connsiteX212" fmla="*/ 4091408 w 5988050"/>
              <a:gd name="connsiteY212" fmla="*/ 6364965 h 6857998"/>
              <a:gd name="connsiteX213" fmla="*/ 4133671 w 5988050"/>
              <a:gd name="connsiteY213" fmla="*/ 6292318 h 6857998"/>
              <a:gd name="connsiteX214" fmla="*/ 4269664 w 5988050"/>
              <a:gd name="connsiteY214" fmla="*/ 6265094 h 6857998"/>
              <a:gd name="connsiteX215" fmla="*/ 4193227 w 5988050"/>
              <a:gd name="connsiteY215" fmla="*/ 6283305 h 6857998"/>
              <a:gd name="connsiteX216" fmla="*/ 4239164 w 5988050"/>
              <a:gd name="connsiteY216" fmla="*/ 6347532 h 6857998"/>
              <a:gd name="connsiteX217" fmla="*/ 4271861 w 5988050"/>
              <a:gd name="connsiteY217" fmla="*/ 6334363 h 6857998"/>
              <a:gd name="connsiteX218" fmla="*/ 4304288 w 5988050"/>
              <a:gd name="connsiteY218" fmla="*/ 6359838 h 6857998"/>
              <a:gd name="connsiteX219" fmla="*/ 4368114 w 5988050"/>
              <a:gd name="connsiteY219" fmla="*/ 6309859 h 6857998"/>
              <a:gd name="connsiteX220" fmla="*/ 4269664 w 5988050"/>
              <a:gd name="connsiteY220" fmla="*/ 6265094 h 6857998"/>
              <a:gd name="connsiteX221" fmla="*/ 4338227 w 5988050"/>
              <a:gd name="connsiteY221" fmla="*/ 6249680 h 6857998"/>
              <a:gd name="connsiteX222" fmla="*/ 4329040 w 5988050"/>
              <a:gd name="connsiteY222" fmla="*/ 6265062 h 6857998"/>
              <a:gd name="connsiteX223" fmla="*/ 4383516 w 5988050"/>
              <a:gd name="connsiteY223" fmla="*/ 6298579 h 6857998"/>
              <a:gd name="connsiteX224" fmla="*/ 4413781 w 5988050"/>
              <a:gd name="connsiteY224" fmla="*/ 6277476 h 6857998"/>
              <a:gd name="connsiteX225" fmla="*/ 4657628 w 5988050"/>
              <a:gd name="connsiteY225" fmla="*/ 6248492 h 6857998"/>
              <a:gd name="connsiteX226" fmla="*/ 4559646 w 5988050"/>
              <a:gd name="connsiteY226" fmla="*/ 6278609 h 6857998"/>
              <a:gd name="connsiteX227" fmla="*/ 4568779 w 5988050"/>
              <a:gd name="connsiteY227" fmla="*/ 6320545 h 6857998"/>
              <a:gd name="connsiteX228" fmla="*/ 4653088 w 5988050"/>
              <a:gd name="connsiteY228" fmla="*/ 6291508 h 6857998"/>
              <a:gd name="connsiteX229" fmla="*/ 4711780 w 5988050"/>
              <a:gd name="connsiteY229" fmla="*/ 6350878 h 6857998"/>
              <a:gd name="connsiteX230" fmla="*/ 4711780 w 5988050"/>
              <a:gd name="connsiteY230" fmla="*/ 6358272 h 6857998"/>
              <a:gd name="connsiteX231" fmla="*/ 4556241 w 5988050"/>
              <a:gd name="connsiteY231" fmla="*/ 6451591 h 6857998"/>
              <a:gd name="connsiteX232" fmla="*/ 4639415 w 5988050"/>
              <a:gd name="connsiteY232" fmla="*/ 6526127 h 6857998"/>
              <a:gd name="connsiteX233" fmla="*/ 4711185 w 5988050"/>
              <a:gd name="connsiteY233" fmla="*/ 6489749 h 6857998"/>
              <a:gd name="connsiteX234" fmla="*/ 4713455 w 5988050"/>
              <a:gd name="connsiteY234" fmla="*/ 6489749 h 6857998"/>
              <a:gd name="connsiteX235" fmla="*/ 4781281 w 5988050"/>
              <a:gd name="connsiteY235" fmla="*/ 6523860 h 6857998"/>
              <a:gd name="connsiteX236" fmla="*/ 4784145 w 5988050"/>
              <a:gd name="connsiteY236" fmla="*/ 6484622 h 6857998"/>
              <a:gd name="connsiteX237" fmla="*/ 4758474 w 5988050"/>
              <a:gd name="connsiteY237" fmla="*/ 6458985 h 6857998"/>
              <a:gd name="connsiteX238" fmla="*/ 4758474 w 5988050"/>
              <a:gd name="connsiteY238" fmla="*/ 6349744 h 6857998"/>
              <a:gd name="connsiteX239" fmla="*/ 4657628 w 5988050"/>
              <a:gd name="connsiteY239" fmla="*/ 6248492 h 6857998"/>
              <a:gd name="connsiteX240" fmla="*/ 5174992 w 5988050"/>
              <a:gd name="connsiteY240" fmla="*/ 6248276 h 6857998"/>
              <a:gd name="connsiteX241" fmla="*/ 5076956 w 5988050"/>
              <a:gd name="connsiteY241" fmla="*/ 6278393 h 6857998"/>
              <a:gd name="connsiteX242" fmla="*/ 5086089 w 5988050"/>
              <a:gd name="connsiteY242" fmla="*/ 6320545 h 6857998"/>
              <a:gd name="connsiteX243" fmla="*/ 5170398 w 5988050"/>
              <a:gd name="connsiteY243" fmla="*/ 6291508 h 6857998"/>
              <a:gd name="connsiteX244" fmla="*/ 5229090 w 5988050"/>
              <a:gd name="connsiteY244" fmla="*/ 6350878 h 6857998"/>
              <a:gd name="connsiteX245" fmla="*/ 5229090 w 5988050"/>
              <a:gd name="connsiteY245" fmla="*/ 6358272 h 6857998"/>
              <a:gd name="connsiteX246" fmla="*/ 5073551 w 5988050"/>
              <a:gd name="connsiteY246" fmla="*/ 6451591 h 6857998"/>
              <a:gd name="connsiteX247" fmla="*/ 5156725 w 5988050"/>
              <a:gd name="connsiteY247" fmla="*/ 6526127 h 6857998"/>
              <a:gd name="connsiteX248" fmla="*/ 5228549 w 5988050"/>
              <a:gd name="connsiteY248" fmla="*/ 6489749 h 6857998"/>
              <a:gd name="connsiteX249" fmla="*/ 5230819 w 5988050"/>
              <a:gd name="connsiteY249" fmla="*/ 6489749 h 6857998"/>
              <a:gd name="connsiteX250" fmla="*/ 5298645 w 5988050"/>
              <a:gd name="connsiteY250" fmla="*/ 6523860 h 6857998"/>
              <a:gd name="connsiteX251" fmla="*/ 5301455 w 5988050"/>
              <a:gd name="connsiteY251" fmla="*/ 6484622 h 6857998"/>
              <a:gd name="connsiteX252" fmla="*/ 5275838 w 5988050"/>
              <a:gd name="connsiteY252" fmla="*/ 6458985 h 6857998"/>
              <a:gd name="connsiteX253" fmla="*/ 5275838 w 5988050"/>
              <a:gd name="connsiteY253" fmla="*/ 6349528 h 6857998"/>
              <a:gd name="connsiteX254" fmla="*/ 5174992 w 5988050"/>
              <a:gd name="connsiteY254" fmla="*/ 6248276 h 6857998"/>
              <a:gd name="connsiteX255" fmla="*/ 4924011 w 5988050"/>
              <a:gd name="connsiteY255" fmla="*/ 6240450 h 6857998"/>
              <a:gd name="connsiteX256" fmla="*/ 4821327 w 5988050"/>
              <a:gd name="connsiteY256" fmla="*/ 6276882 h 6857998"/>
              <a:gd name="connsiteX257" fmla="*/ 4837865 w 5988050"/>
              <a:gd name="connsiteY257" fmla="*/ 6316713 h 6857998"/>
              <a:gd name="connsiteX258" fmla="*/ 4918931 w 5988050"/>
              <a:gd name="connsiteY258" fmla="*/ 6284330 h 6857998"/>
              <a:gd name="connsiteX259" fmla="*/ 4972975 w 5988050"/>
              <a:gd name="connsiteY259" fmla="*/ 6329289 h 6857998"/>
              <a:gd name="connsiteX260" fmla="*/ 4820841 w 5988050"/>
              <a:gd name="connsiteY260" fmla="*/ 6477228 h 6857998"/>
              <a:gd name="connsiteX261" fmla="*/ 4820841 w 5988050"/>
              <a:gd name="connsiteY261" fmla="*/ 6517869 h 6857998"/>
              <a:gd name="connsiteX262" fmla="*/ 5035072 w 5988050"/>
              <a:gd name="connsiteY262" fmla="*/ 6517869 h 6857998"/>
              <a:gd name="connsiteX263" fmla="*/ 5035072 w 5988050"/>
              <a:gd name="connsiteY263" fmla="*/ 6473180 h 6857998"/>
              <a:gd name="connsiteX264" fmla="*/ 4892071 w 5988050"/>
              <a:gd name="connsiteY264" fmla="*/ 6473180 h 6857998"/>
              <a:gd name="connsiteX265" fmla="*/ 5022588 w 5988050"/>
              <a:gd name="connsiteY265" fmla="*/ 6323514 h 6857998"/>
              <a:gd name="connsiteX266" fmla="*/ 4924011 w 5988050"/>
              <a:gd name="connsiteY266" fmla="*/ 6240450 h 6857998"/>
              <a:gd name="connsiteX267" fmla="*/ 4274077 w 5988050"/>
              <a:gd name="connsiteY267" fmla="*/ 6226418 h 6857998"/>
              <a:gd name="connsiteX268" fmla="*/ 4174690 w 5988050"/>
              <a:gd name="connsiteY268" fmla="*/ 6243905 h 6857998"/>
              <a:gd name="connsiteX269" fmla="*/ 4184850 w 5988050"/>
              <a:gd name="connsiteY269" fmla="*/ 6261392 h 6857998"/>
              <a:gd name="connsiteX270" fmla="*/ 4277428 w 5988050"/>
              <a:gd name="connsiteY270" fmla="*/ 6243905 h 6857998"/>
              <a:gd name="connsiteX271" fmla="*/ 4300234 w 5988050"/>
              <a:gd name="connsiteY271" fmla="*/ 6249302 h 6857998"/>
              <a:gd name="connsiteX272" fmla="*/ 4305855 w 5988050"/>
              <a:gd name="connsiteY272" fmla="*/ 6232247 h 6857998"/>
              <a:gd name="connsiteX273" fmla="*/ 0 w 5988050"/>
              <a:gd name="connsiteY273" fmla="*/ 0 h 6857998"/>
              <a:gd name="connsiteX274" fmla="*/ 5988050 w 5988050"/>
              <a:gd name="connsiteY274" fmla="*/ 0 h 6857998"/>
              <a:gd name="connsiteX275" fmla="*/ 5988050 w 5988050"/>
              <a:gd name="connsiteY275" fmla="*/ 6857998 h 6857998"/>
              <a:gd name="connsiteX276" fmla="*/ 0 w 5988050"/>
              <a:gd name="connsiteY276" fmla="*/ 6857998 h 6857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</a:cxnLst>
            <a:rect l="l" t="t" r="r" b="b"/>
            <a:pathLst>
              <a:path w="5988050" h="6857998">
                <a:moveTo>
                  <a:pt x="4205063" y="6609407"/>
                </a:moveTo>
                <a:lnTo>
                  <a:pt x="4205063" y="6632291"/>
                </a:lnTo>
                <a:lnTo>
                  <a:pt x="4257162" y="6647512"/>
                </a:lnTo>
                <a:lnTo>
                  <a:pt x="4259864" y="6617233"/>
                </a:lnTo>
                <a:close/>
                <a:moveTo>
                  <a:pt x="5116789" y="6594319"/>
                </a:moveTo>
                <a:lnTo>
                  <a:pt x="5128460" y="6621605"/>
                </a:lnTo>
                <a:lnTo>
                  <a:pt x="5106032" y="6621605"/>
                </a:lnTo>
                <a:close/>
                <a:moveTo>
                  <a:pt x="5116733" y="6594187"/>
                </a:moveTo>
                <a:lnTo>
                  <a:pt x="5116841" y="6594187"/>
                </a:lnTo>
                <a:lnTo>
                  <a:pt x="5116789" y="6594319"/>
                </a:lnTo>
                <a:close/>
                <a:moveTo>
                  <a:pt x="4886505" y="6593431"/>
                </a:moveTo>
                <a:cubicBezTo>
                  <a:pt x="4894455" y="6589330"/>
                  <a:pt x="4903901" y="6589330"/>
                  <a:pt x="4911851" y="6593431"/>
                </a:cubicBezTo>
                <a:cubicBezTo>
                  <a:pt x="4915548" y="6595352"/>
                  <a:pt x="4918591" y="6598318"/>
                  <a:pt x="4920607" y="6601959"/>
                </a:cubicBezTo>
                <a:cubicBezTo>
                  <a:pt x="4922693" y="6605761"/>
                  <a:pt x="4923752" y="6610038"/>
                  <a:pt x="4923687" y="6614372"/>
                </a:cubicBezTo>
                <a:cubicBezTo>
                  <a:pt x="4923936" y="6620837"/>
                  <a:pt x="4921444" y="6627107"/>
                  <a:pt x="4916823" y="6631644"/>
                </a:cubicBezTo>
                <a:cubicBezTo>
                  <a:pt x="4912122" y="6636162"/>
                  <a:pt x="4905782" y="6638577"/>
                  <a:pt x="4899259" y="6638336"/>
                </a:cubicBezTo>
                <a:cubicBezTo>
                  <a:pt x="4894855" y="6638399"/>
                  <a:pt x="4890509" y="6637359"/>
                  <a:pt x="4886613" y="6635314"/>
                </a:cubicBezTo>
                <a:cubicBezTo>
                  <a:pt x="4882970" y="6633344"/>
                  <a:pt x="4879955" y="6630389"/>
                  <a:pt x="4877912" y="6626786"/>
                </a:cubicBezTo>
                <a:cubicBezTo>
                  <a:pt x="4875809" y="6622989"/>
                  <a:pt x="4874728" y="6618711"/>
                  <a:pt x="4874777" y="6614372"/>
                </a:cubicBezTo>
                <a:cubicBezTo>
                  <a:pt x="4874723" y="6610046"/>
                  <a:pt x="4875761" y="6605775"/>
                  <a:pt x="4877804" y="6601959"/>
                </a:cubicBezTo>
                <a:lnTo>
                  <a:pt x="4877858" y="6601581"/>
                </a:lnTo>
                <a:cubicBezTo>
                  <a:pt x="4879922" y="6598110"/>
                  <a:pt x="4882916" y="6595287"/>
                  <a:pt x="4886505" y="6593431"/>
                </a:cubicBezTo>
                <a:close/>
                <a:moveTo>
                  <a:pt x="5048475" y="6589923"/>
                </a:moveTo>
                <a:lnTo>
                  <a:pt x="5057608" y="6589923"/>
                </a:lnTo>
                <a:cubicBezTo>
                  <a:pt x="5065823" y="6589923"/>
                  <a:pt x="5069930" y="6593107"/>
                  <a:pt x="5069930" y="6599476"/>
                </a:cubicBezTo>
                <a:cubicBezTo>
                  <a:pt x="5070125" y="6602234"/>
                  <a:pt x="5069028" y="6604926"/>
                  <a:pt x="5066958" y="6606762"/>
                </a:cubicBezTo>
                <a:cubicBezTo>
                  <a:pt x="5064526" y="6608506"/>
                  <a:pt x="5061570" y="6609363"/>
                  <a:pt x="5058581" y="6609191"/>
                </a:cubicBezTo>
                <a:lnTo>
                  <a:pt x="5048475" y="6609083"/>
                </a:lnTo>
                <a:close/>
                <a:moveTo>
                  <a:pt x="4390271" y="6582043"/>
                </a:moveTo>
                <a:lnTo>
                  <a:pt x="4348387" y="6617233"/>
                </a:lnTo>
                <a:lnTo>
                  <a:pt x="4289209" y="6618744"/>
                </a:lnTo>
                <a:lnTo>
                  <a:pt x="4295316" y="6652423"/>
                </a:lnTo>
                <a:cubicBezTo>
                  <a:pt x="4295316" y="6652423"/>
                  <a:pt x="4368330" y="6639740"/>
                  <a:pt x="4407620" y="6611620"/>
                </a:cubicBezTo>
                <a:cubicBezTo>
                  <a:pt x="4398432" y="6594295"/>
                  <a:pt x="4390271" y="6582043"/>
                  <a:pt x="4390271" y="6582043"/>
                </a:cubicBezTo>
                <a:close/>
                <a:moveTo>
                  <a:pt x="4704646" y="6579452"/>
                </a:moveTo>
                <a:lnTo>
                  <a:pt x="4704646" y="6648753"/>
                </a:lnTo>
                <a:lnTo>
                  <a:pt x="4750151" y="6648753"/>
                </a:lnTo>
                <a:lnTo>
                  <a:pt x="4750151" y="6638282"/>
                </a:lnTo>
                <a:lnTo>
                  <a:pt x="4718157" y="6638282"/>
                </a:lnTo>
                <a:lnTo>
                  <a:pt x="4718157" y="6618582"/>
                </a:lnTo>
                <a:lnTo>
                  <a:pt x="4748260" y="6618582"/>
                </a:lnTo>
                <a:lnTo>
                  <a:pt x="4748260" y="6608112"/>
                </a:lnTo>
                <a:lnTo>
                  <a:pt x="4718157" y="6608112"/>
                </a:lnTo>
                <a:lnTo>
                  <a:pt x="4718157" y="6589923"/>
                </a:lnTo>
                <a:lnTo>
                  <a:pt x="4749611" y="6589923"/>
                </a:lnTo>
                <a:lnTo>
                  <a:pt x="4749611" y="6579452"/>
                </a:lnTo>
                <a:close/>
                <a:moveTo>
                  <a:pt x="4650116" y="6579452"/>
                </a:moveTo>
                <a:lnTo>
                  <a:pt x="4650116" y="6648753"/>
                </a:lnTo>
                <a:lnTo>
                  <a:pt x="4663519" y="6648753"/>
                </a:lnTo>
                <a:lnTo>
                  <a:pt x="4663519" y="6618366"/>
                </a:lnTo>
                <a:lnTo>
                  <a:pt x="4692432" y="6618366"/>
                </a:lnTo>
                <a:lnTo>
                  <a:pt x="4692432" y="6607572"/>
                </a:lnTo>
                <a:lnTo>
                  <a:pt x="4663519" y="6607572"/>
                </a:lnTo>
                <a:lnTo>
                  <a:pt x="4663519" y="6589923"/>
                </a:lnTo>
                <a:lnTo>
                  <a:pt x="4692432" y="6589923"/>
                </a:lnTo>
                <a:lnTo>
                  <a:pt x="4692432" y="6579452"/>
                </a:lnTo>
                <a:close/>
                <a:moveTo>
                  <a:pt x="4621094" y="6579452"/>
                </a:moveTo>
                <a:lnTo>
                  <a:pt x="4621094" y="6648753"/>
                </a:lnTo>
                <a:lnTo>
                  <a:pt x="4634497" y="6648753"/>
                </a:lnTo>
                <a:lnTo>
                  <a:pt x="4634497" y="6579452"/>
                </a:lnTo>
                <a:close/>
                <a:moveTo>
                  <a:pt x="4564510" y="6579452"/>
                </a:moveTo>
                <a:lnTo>
                  <a:pt x="4564510" y="6648753"/>
                </a:lnTo>
                <a:lnTo>
                  <a:pt x="4611582" y="6648753"/>
                </a:lnTo>
                <a:lnTo>
                  <a:pt x="4611582" y="6638282"/>
                </a:lnTo>
                <a:lnTo>
                  <a:pt x="4577913" y="6638282"/>
                </a:lnTo>
                <a:lnTo>
                  <a:pt x="4577913" y="6579452"/>
                </a:lnTo>
                <a:close/>
                <a:moveTo>
                  <a:pt x="5236440" y="6579344"/>
                </a:moveTo>
                <a:lnTo>
                  <a:pt x="5262814" y="6614210"/>
                </a:lnTo>
                <a:lnTo>
                  <a:pt x="5262814" y="6648645"/>
                </a:lnTo>
                <a:lnTo>
                  <a:pt x="5276217" y="6648645"/>
                </a:lnTo>
                <a:lnTo>
                  <a:pt x="5276217" y="6614426"/>
                </a:lnTo>
                <a:lnTo>
                  <a:pt x="5302428" y="6579452"/>
                </a:lnTo>
                <a:lnTo>
                  <a:pt x="5286485" y="6579452"/>
                </a:lnTo>
                <a:lnTo>
                  <a:pt x="5269407" y="6602606"/>
                </a:lnTo>
                <a:lnTo>
                  <a:pt x="5252599" y="6579452"/>
                </a:lnTo>
                <a:close/>
                <a:moveTo>
                  <a:pt x="5162292" y="6579344"/>
                </a:moveTo>
                <a:lnTo>
                  <a:pt x="5162292" y="6648753"/>
                </a:lnTo>
                <a:lnTo>
                  <a:pt x="5175424" y="6648753"/>
                </a:lnTo>
                <a:lnTo>
                  <a:pt x="5175424" y="6599584"/>
                </a:lnTo>
                <a:lnTo>
                  <a:pt x="5216876" y="6648753"/>
                </a:lnTo>
                <a:lnTo>
                  <a:pt x="5228442" y="6648753"/>
                </a:lnTo>
                <a:lnTo>
                  <a:pt x="5228442" y="6579452"/>
                </a:lnTo>
                <a:lnTo>
                  <a:pt x="5215363" y="6579452"/>
                </a:lnTo>
                <a:lnTo>
                  <a:pt x="5215363" y="6628027"/>
                </a:lnTo>
                <a:lnTo>
                  <a:pt x="5174127" y="6579452"/>
                </a:lnTo>
                <a:close/>
                <a:moveTo>
                  <a:pt x="5109815" y="6579344"/>
                </a:moveTo>
                <a:lnTo>
                  <a:pt x="5081225" y="6648645"/>
                </a:lnTo>
                <a:lnTo>
                  <a:pt x="5095277" y="6648645"/>
                </a:lnTo>
                <a:lnTo>
                  <a:pt x="5101870" y="6631859"/>
                </a:lnTo>
                <a:lnTo>
                  <a:pt x="5132730" y="6631859"/>
                </a:lnTo>
                <a:lnTo>
                  <a:pt x="5139917" y="6648753"/>
                </a:lnTo>
                <a:lnTo>
                  <a:pt x="5154077" y="6648753"/>
                </a:lnTo>
                <a:lnTo>
                  <a:pt x="5123488" y="6579452"/>
                </a:lnTo>
                <a:close/>
                <a:moveTo>
                  <a:pt x="5035072" y="6579344"/>
                </a:moveTo>
                <a:lnTo>
                  <a:pt x="5035072" y="6648753"/>
                </a:lnTo>
                <a:lnTo>
                  <a:pt x="5048475" y="6648753"/>
                </a:lnTo>
                <a:lnTo>
                  <a:pt x="5048475" y="6619662"/>
                </a:lnTo>
                <a:lnTo>
                  <a:pt x="5061391" y="6619662"/>
                </a:lnTo>
                <a:cubicBezTo>
                  <a:pt x="5067288" y="6619979"/>
                  <a:pt x="5073081" y="6618050"/>
                  <a:pt x="5077605" y="6614264"/>
                </a:cubicBezTo>
                <a:cubicBezTo>
                  <a:pt x="5081717" y="6610580"/>
                  <a:pt x="5083976" y="6605259"/>
                  <a:pt x="5083766" y="6599746"/>
                </a:cubicBezTo>
                <a:cubicBezTo>
                  <a:pt x="5083939" y="6594250"/>
                  <a:pt x="5081707" y="6588952"/>
                  <a:pt x="5077659" y="6585227"/>
                </a:cubicBezTo>
                <a:cubicBezTo>
                  <a:pt x="5073270" y="6581465"/>
                  <a:pt x="5067601" y="6579533"/>
                  <a:pt x="5061824" y="6579830"/>
                </a:cubicBezTo>
                <a:close/>
                <a:moveTo>
                  <a:pt x="4950115" y="6579344"/>
                </a:moveTo>
                <a:lnTo>
                  <a:pt x="4950115" y="6648753"/>
                </a:lnTo>
                <a:lnTo>
                  <a:pt x="4963572" y="6648753"/>
                </a:lnTo>
                <a:lnTo>
                  <a:pt x="4963572" y="6600178"/>
                </a:lnTo>
                <a:lnTo>
                  <a:pt x="4963950" y="6600178"/>
                </a:lnTo>
                <a:lnTo>
                  <a:pt x="4984000" y="6624573"/>
                </a:lnTo>
                <a:lnTo>
                  <a:pt x="4985892" y="6624573"/>
                </a:lnTo>
                <a:lnTo>
                  <a:pt x="5005942" y="6600178"/>
                </a:lnTo>
                <a:lnTo>
                  <a:pt x="5006374" y="6600178"/>
                </a:lnTo>
                <a:lnTo>
                  <a:pt x="5006374" y="6648753"/>
                </a:lnTo>
                <a:lnTo>
                  <a:pt x="5019777" y="6648753"/>
                </a:lnTo>
                <a:lnTo>
                  <a:pt x="5019777" y="6579452"/>
                </a:lnTo>
                <a:lnTo>
                  <a:pt x="5007780" y="6579452"/>
                </a:lnTo>
                <a:lnTo>
                  <a:pt x="4985027" y="6606762"/>
                </a:lnTo>
                <a:lnTo>
                  <a:pt x="4962220" y="6579452"/>
                </a:lnTo>
                <a:close/>
                <a:moveTo>
                  <a:pt x="4827380" y="6578535"/>
                </a:moveTo>
                <a:cubicBezTo>
                  <a:pt x="4820414" y="6578422"/>
                  <a:pt x="4813518" y="6579977"/>
                  <a:pt x="4807276" y="6583068"/>
                </a:cubicBezTo>
                <a:lnTo>
                  <a:pt x="4807330" y="6583068"/>
                </a:lnTo>
                <a:cubicBezTo>
                  <a:pt x="4801542" y="6585943"/>
                  <a:pt x="4796689" y="6590397"/>
                  <a:pt x="4793333" y="6595914"/>
                </a:cubicBezTo>
                <a:cubicBezTo>
                  <a:pt x="4789906" y="6601574"/>
                  <a:pt x="4788150" y="6608083"/>
                  <a:pt x="4788253" y="6614696"/>
                </a:cubicBezTo>
                <a:cubicBezTo>
                  <a:pt x="4788188" y="6621027"/>
                  <a:pt x="4789895" y="6627250"/>
                  <a:pt x="4793171" y="6632669"/>
                </a:cubicBezTo>
                <a:cubicBezTo>
                  <a:pt x="4796375" y="6638088"/>
                  <a:pt x="4801088" y="6642458"/>
                  <a:pt x="4806736" y="6645245"/>
                </a:cubicBezTo>
                <a:cubicBezTo>
                  <a:pt x="4812837" y="6648233"/>
                  <a:pt x="4819560" y="6649731"/>
                  <a:pt x="4826354" y="6649616"/>
                </a:cubicBezTo>
                <a:cubicBezTo>
                  <a:pt x="4830812" y="6649682"/>
                  <a:pt x="4835260" y="6649193"/>
                  <a:pt x="4839594" y="6648159"/>
                </a:cubicBezTo>
                <a:cubicBezTo>
                  <a:pt x="4843902" y="6646919"/>
                  <a:pt x="4848069" y="6645237"/>
                  <a:pt x="4852025" y="6643140"/>
                </a:cubicBezTo>
                <a:lnTo>
                  <a:pt x="4852025" y="6630510"/>
                </a:lnTo>
                <a:cubicBezTo>
                  <a:pt x="4847836" y="6632886"/>
                  <a:pt x="4843442" y="6634873"/>
                  <a:pt x="4838892" y="6636447"/>
                </a:cubicBezTo>
                <a:cubicBezTo>
                  <a:pt x="4835390" y="6637530"/>
                  <a:pt x="4831747" y="6638076"/>
                  <a:pt x="4828083" y="6638066"/>
                </a:cubicBezTo>
                <a:cubicBezTo>
                  <a:pt x="4823441" y="6638151"/>
                  <a:pt x="4818847" y="6637134"/>
                  <a:pt x="4814680" y="6635098"/>
                </a:cubicBezTo>
                <a:cubicBezTo>
                  <a:pt x="4810821" y="6633233"/>
                  <a:pt x="4807606" y="6630265"/>
                  <a:pt x="4805439" y="6626570"/>
                </a:cubicBezTo>
                <a:cubicBezTo>
                  <a:pt x="4801039" y="6618877"/>
                  <a:pt x="4801039" y="6609436"/>
                  <a:pt x="4805439" y="6601743"/>
                </a:cubicBezTo>
                <a:cubicBezTo>
                  <a:pt x="4807660" y="6598188"/>
                  <a:pt x="4810821" y="6595312"/>
                  <a:pt x="4814572" y="6593431"/>
                </a:cubicBezTo>
                <a:cubicBezTo>
                  <a:pt x="4818728" y="6591340"/>
                  <a:pt x="4823322" y="6590284"/>
                  <a:pt x="4827975" y="6590355"/>
                </a:cubicBezTo>
                <a:cubicBezTo>
                  <a:pt x="4831818" y="6590358"/>
                  <a:pt x="4835644" y="6590921"/>
                  <a:pt x="4839324" y="6592028"/>
                </a:cubicBezTo>
                <a:cubicBezTo>
                  <a:pt x="4843459" y="6593377"/>
                  <a:pt x="4847431" y="6595187"/>
                  <a:pt x="4851160" y="6597425"/>
                </a:cubicBezTo>
                <a:lnTo>
                  <a:pt x="4851160" y="6584472"/>
                </a:lnTo>
                <a:cubicBezTo>
                  <a:pt x="4847269" y="6582499"/>
                  <a:pt x="4843172" y="6580961"/>
                  <a:pt x="4838946" y="6579884"/>
                </a:cubicBezTo>
                <a:cubicBezTo>
                  <a:pt x="4835152" y="6579000"/>
                  <a:pt x="4831272" y="6578548"/>
                  <a:pt x="4827380" y="6578535"/>
                </a:cubicBezTo>
                <a:close/>
                <a:moveTo>
                  <a:pt x="4898935" y="6578292"/>
                </a:moveTo>
                <a:cubicBezTo>
                  <a:pt x="4892218" y="6578292"/>
                  <a:pt x="4885502" y="6579812"/>
                  <a:pt x="4879317" y="6582852"/>
                </a:cubicBezTo>
                <a:lnTo>
                  <a:pt x="4879479" y="6583068"/>
                </a:lnTo>
                <a:cubicBezTo>
                  <a:pt x="4862390" y="6591989"/>
                  <a:pt x="4855781" y="6613054"/>
                  <a:pt x="4864714" y="6630120"/>
                </a:cubicBezTo>
                <a:cubicBezTo>
                  <a:pt x="4868011" y="6636425"/>
                  <a:pt x="4873167" y="6641571"/>
                  <a:pt x="4879479" y="6644867"/>
                </a:cubicBezTo>
                <a:cubicBezTo>
                  <a:pt x="4891833" y="6651022"/>
                  <a:pt x="4906361" y="6651022"/>
                  <a:pt x="4918715" y="6644867"/>
                </a:cubicBezTo>
                <a:cubicBezTo>
                  <a:pt x="4935847" y="6635835"/>
                  <a:pt x="4942402" y="6614645"/>
                  <a:pt x="4933356" y="6597537"/>
                </a:cubicBezTo>
                <a:cubicBezTo>
                  <a:pt x="4933020" y="6596895"/>
                  <a:pt x="4932658" y="6596264"/>
                  <a:pt x="4932280" y="6595644"/>
                </a:cubicBezTo>
                <a:cubicBezTo>
                  <a:pt x="4929027" y="6590155"/>
                  <a:pt x="4924260" y="6585715"/>
                  <a:pt x="4918553" y="6582852"/>
                </a:cubicBezTo>
                <a:cubicBezTo>
                  <a:pt x="4912368" y="6579812"/>
                  <a:pt x="4905651" y="6578292"/>
                  <a:pt x="4898935" y="6578292"/>
                </a:cubicBezTo>
                <a:close/>
                <a:moveTo>
                  <a:pt x="4113890" y="6549767"/>
                </a:moveTo>
                <a:lnTo>
                  <a:pt x="4095461" y="6564987"/>
                </a:lnTo>
                <a:cubicBezTo>
                  <a:pt x="4118268" y="6592405"/>
                  <a:pt x="4170420" y="6617233"/>
                  <a:pt x="4170420" y="6617233"/>
                </a:cubicBezTo>
                <a:lnTo>
                  <a:pt x="4181229" y="6596831"/>
                </a:lnTo>
                <a:cubicBezTo>
                  <a:pt x="4145506" y="6582151"/>
                  <a:pt x="4113890" y="6549767"/>
                  <a:pt x="4113890" y="6549767"/>
                </a:cubicBezTo>
                <a:close/>
                <a:moveTo>
                  <a:pt x="4442857" y="6521917"/>
                </a:moveTo>
                <a:lnTo>
                  <a:pt x="4413781" y="6561641"/>
                </a:lnTo>
                <a:lnTo>
                  <a:pt x="4443343" y="6582042"/>
                </a:lnTo>
                <a:lnTo>
                  <a:pt x="4471932" y="6531092"/>
                </a:lnTo>
                <a:close/>
                <a:moveTo>
                  <a:pt x="4296613" y="6496280"/>
                </a:moveTo>
                <a:lnTo>
                  <a:pt x="4232463" y="6509449"/>
                </a:lnTo>
                <a:lnTo>
                  <a:pt x="4232463" y="6509557"/>
                </a:lnTo>
                <a:cubicBezTo>
                  <a:pt x="4225577" y="6534378"/>
                  <a:pt x="4220305" y="6559618"/>
                  <a:pt x="4216682" y="6585119"/>
                </a:cubicBezTo>
                <a:cubicBezTo>
                  <a:pt x="4264457" y="6599098"/>
                  <a:pt x="4338227" y="6574918"/>
                  <a:pt x="4338227" y="6574918"/>
                </a:cubicBezTo>
                <a:close/>
                <a:moveTo>
                  <a:pt x="4338227" y="6467837"/>
                </a:moveTo>
                <a:lnTo>
                  <a:pt x="4329040" y="6478038"/>
                </a:lnTo>
                <a:lnTo>
                  <a:pt x="4388218" y="6541779"/>
                </a:lnTo>
                <a:lnTo>
                  <a:pt x="4407620" y="6504538"/>
                </a:lnTo>
                <a:close/>
                <a:moveTo>
                  <a:pt x="4100055" y="6447705"/>
                </a:moveTo>
                <a:cubicBezTo>
                  <a:pt x="4099623" y="6493312"/>
                  <a:pt x="4142210" y="6547392"/>
                  <a:pt x="4180041" y="6561641"/>
                </a:cubicBezTo>
                <a:cubicBezTo>
                  <a:pt x="4191282" y="6542265"/>
                  <a:pt x="4216790" y="6495363"/>
                  <a:pt x="4216790" y="6495363"/>
                </a:cubicBezTo>
                <a:lnTo>
                  <a:pt x="4183121" y="6461738"/>
                </a:lnTo>
                <a:close/>
                <a:moveTo>
                  <a:pt x="4069629" y="6409924"/>
                </a:moveTo>
                <a:lnTo>
                  <a:pt x="4061306" y="6411651"/>
                </a:lnTo>
                <a:lnTo>
                  <a:pt x="4061252" y="6411867"/>
                </a:lnTo>
                <a:cubicBezTo>
                  <a:pt x="4052280" y="6472478"/>
                  <a:pt x="4070439" y="6517006"/>
                  <a:pt x="4076492" y="6522025"/>
                </a:cubicBezTo>
                <a:lnTo>
                  <a:pt x="4094813" y="6520298"/>
                </a:lnTo>
                <a:cubicBezTo>
                  <a:pt x="4094813" y="6520298"/>
                  <a:pt x="4074330" y="6447705"/>
                  <a:pt x="4069629" y="6409924"/>
                </a:cubicBezTo>
                <a:close/>
                <a:moveTo>
                  <a:pt x="4482147" y="6402638"/>
                </a:moveTo>
                <a:cubicBezTo>
                  <a:pt x="4466420" y="6405768"/>
                  <a:pt x="4450477" y="6407711"/>
                  <a:pt x="4450477" y="6407711"/>
                </a:cubicBezTo>
                <a:cubicBezTo>
                  <a:pt x="4454314" y="6429732"/>
                  <a:pt x="4456746" y="6474961"/>
                  <a:pt x="4450477" y="6491315"/>
                </a:cubicBezTo>
                <a:cubicBezTo>
                  <a:pt x="4462907" y="6496388"/>
                  <a:pt x="4482147" y="6504538"/>
                  <a:pt x="4482147" y="6504538"/>
                </a:cubicBezTo>
                <a:cubicBezTo>
                  <a:pt x="4482147" y="6504538"/>
                  <a:pt x="4498360" y="6453588"/>
                  <a:pt x="4482147" y="6402638"/>
                </a:cubicBezTo>
                <a:close/>
                <a:moveTo>
                  <a:pt x="5229090" y="6387903"/>
                </a:moveTo>
                <a:lnTo>
                  <a:pt x="5229090" y="6458499"/>
                </a:lnTo>
                <a:cubicBezTo>
                  <a:pt x="5213871" y="6475648"/>
                  <a:pt x="5192199" y="6485715"/>
                  <a:pt x="5169263" y="6486295"/>
                </a:cubicBezTo>
                <a:cubicBezTo>
                  <a:pt x="5140782" y="6486295"/>
                  <a:pt x="5123109" y="6469240"/>
                  <a:pt x="5123109" y="6445923"/>
                </a:cubicBezTo>
                <a:cubicBezTo>
                  <a:pt x="5123109" y="6414080"/>
                  <a:pt x="5151591" y="6398104"/>
                  <a:pt x="5229090" y="6387903"/>
                </a:cubicBezTo>
                <a:close/>
                <a:moveTo>
                  <a:pt x="4711780" y="6387903"/>
                </a:moveTo>
                <a:lnTo>
                  <a:pt x="4711780" y="6458499"/>
                </a:lnTo>
                <a:cubicBezTo>
                  <a:pt x="4696561" y="6475648"/>
                  <a:pt x="4674889" y="6485715"/>
                  <a:pt x="4651953" y="6486295"/>
                </a:cubicBezTo>
                <a:cubicBezTo>
                  <a:pt x="4623472" y="6486295"/>
                  <a:pt x="4605799" y="6469240"/>
                  <a:pt x="4605799" y="6445924"/>
                </a:cubicBezTo>
                <a:cubicBezTo>
                  <a:pt x="4605799" y="6414080"/>
                  <a:pt x="4634281" y="6398104"/>
                  <a:pt x="4711780" y="6387903"/>
                </a:cubicBezTo>
                <a:close/>
                <a:moveTo>
                  <a:pt x="4419888" y="6370470"/>
                </a:moveTo>
                <a:lnTo>
                  <a:pt x="4354549" y="6405660"/>
                </a:lnTo>
                <a:lnTo>
                  <a:pt x="4354549" y="6447435"/>
                </a:lnTo>
                <a:lnTo>
                  <a:pt x="4425995" y="6474961"/>
                </a:lnTo>
                <a:close/>
                <a:moveTo>
                  <a:pt x="4468366" y="6346237"/>
                </a:moveTo>
                <a:lnTo>
                  <a:pt x="4442857" y="6359784"/>
                </a:lnTo>
                <a:lnTo>
                  <a:pt x="4452963" y="6385151"/>
                </a:lnTo>
                <a:lnTo>
                  <a:pt x="4477229" y="6377541"/>
                </a:lnTo>
                <a:close/>
                <a:moveTo>
                  <a:pt x="4425995" y="6305757"/>
                </a:moveTo>
                <a:lnTo>
                  <a:pt x="4329040" y="6370470"/>
                </a:lnTo>
                <a:lnTo>
                  <a:pt x="4342281" y="6389360"/>
                </a:lnTo>
                <a:lnTo>
                  <a:pt x="4450477" y="6330207"/>
                </a:lnTo>
                <a:close/>
                <a:moveTo>
                  <a:pt x="4165664" y="6298579"/>
                </a:moveTo>
                <a:cubicBezTo>
                  <a:pt x="4126861" y="6324054"/>
                  <a:pt x="4091840" y="6389361"/>
                  <a:pt x="4100055" y="6427519"/>
                </a:cubicBezTo>
                <a:cubicBezTo>
                  <a:pt x="4126645" y="6434644"/>
                  <a:pt x="4184039" y="6442308"/>
                  <a:pt x="4184039" y="6442308"/>
                </a:cubicBezTo>
                <a:lnTo>
                  <a:pt x="4177716" y="6392383"/>
                </a:lnTo>
                <a:lnTo>
                  <a:pt x="4216466" y="6365883"/>
                </a:lnTo>
                <a:close/>
                <a:moveTo>
                  <a:pt x="4123781" y="6286057"/>
                </a:moveTo>
                <a:lnTo>
                  <a:pt x="4064008" y="6364965"/>
                </a:lnTo>
                <a:lnTo>
                  <a:pt x="4091408" y="6364965"/>
                </a:lnTo>
                <a:lnTo>
                  <a:pt x="4133671" y="6292318"/>
                </a:lnTo>
                <a:close/>
                <a:moveTo>
                  <a:pt x="4269664" y="6265094"/>
                </a:moveTo>
                <a:cubicBezTo>
                  <a:pt x="4247812" y="6265089"/>
                  <a:pt x="4222330" y="6270055"/>
                  <a:pt x="4193227" y="6283305"/>
                </a:cubicBezTo>
                <a:lnTo>
                  <a:pt x="4239164" y="6347532"/>
                </a:lnTo>
                <a:lnTo>
                  <a:pt x="4271861" y="6334363"/>
                </a:lnTo>
                <a:lnTo>
                  <a:pt x="4304288" y="6359838"/>
                </a:lnTo>
                <a:lnTo>
                  <a:pt x="4368114" y="6309859"/>
                </a:lnTo>
                <a:cubicBezTo>
                  <a:pt x="4368114" y="6309859"/>
                  <a:pt x="4335221" y="6265110"/>
                  <a:pt x="4269664" y="6265094"/>
                </a:cubicBezTo>
                <a:close/>
                <a:moveTo>
                  <a:pt x="4338227" y="6249680"/>
                </a:moveTo>
                <a:lnTo>
                  <a:pt x="4329040" y="6265062"/>
                </a:lnTo>
                <a:lnTo>
                  <a:pt x="4383516" y="6298579"/>
                </a:lnTo>
                <a:lnTo>
                  <a:pt x="4413781" y="6277476"/>
                </a:lnTo>
                <a:close/>
                <a:moveTo>
                  <a:pt x="4657628" y="6248492"/>
                </a:moveTo>
                <a:cubicBezTo>
                  <a:pt x="4622764" y="6249021"/>
                  <a:pt x="4588774" y="6259468"/>
                  <a:pt x="4559646" y="6278609"/>
                </a:cubicBezTo>
                <a:lnTo>
                  <a:pt x="4568779" y="6320545"/>
                </a:lnTo>
                <a:cubicBezTo>
                  <a:pt x="4593261" y="6304030"/>
                  <a:pt x="4626066" y="6291508"/>
                  <a:pt x="4653088" y="6291508"/>
                </a:cubicBezTo>
                <a:cubicBezTo>
                  <a:pt x="4695242" y="6291508"/>
                  <a:pt x="4711780" y="6308779"/>
                  <a:pt x="4711780" y="6350878"/>
                </a:cubicBezTo>
                <a:lnTo>
                  <a:pt x="4711780" y="6358272"/>
                </a:lnTo>
                <a:cubicBezTo>
                  <a:pt x="4589856" y="6363993"/>
                  <a:pt x="4556241" y="6404958"/>
                  <a:pt x="4556241" y="6451591"/>
                </a:cubicBezTo>
                <a:cubicBezTo>
                  <a:pt x="4556241" y="6493743"/>
                  <a:pt x="4590397" y="6526127"/>
                  <a:pt x="4639415" y="6526127"/>
                </a:cubicBezTo>
                <a:cubicBezTo>
                  <a:pt x="4667302" y="6526127"/>
                  <a:pt x="4691243" y="6513065"/>
                  <a:pt x="4711185" y="6489749"/>
                </a:cubicBezTo>
                <a:lnTo>
                  <a:pt x="4713455" y="6489749"/>
                </a:lnTo>
                <a:cubicBezTo>
                  <a:pt x="4720319" y="6512472"/>
                  <a:pt x="4739126" y="6527260"/>
                  <a:pt x="4781281" y="6523860"/>
                </a:cubicBezTo>
                <a:lnTo>
                  <a:pt x="4784145" y="6484622"/>
                </a:lnTo>
                <a:cubicBezTo>
                  <a:pt x="4761338" y="6484622"/>
                  <a:pt x="4758474" y="6480574"/>
                  <a:pt x="4758474" y="6458985"/>
                </a:cubicBezTo>
                <a:lnTo>
                  <a:pt x="4758474" y="6349744"/>
                </a:lnTo>
                <a:cubicBezTo>
                  <a:pt x="4759609" y="6278609"/>
                  <a:pt x="4728317" y="6248492"/>
                  <a:pt x="4657628" y="6248492"/>
                </a:cubicBezTo>
                <a:close/>
                <a:moveTo>
                  <a:pt x="5174992" y="6248276"/>
                </a:moveTo>
                <a:cubicBezTo>
                  <a:pt x="5140112" y="6248797"/>
                  <a:pt x="5106102" y="6259245"/>
                  <a:pt x="5076956" y="6278393"/>
                </a:cubicBezTo>
                <a:lnTo>
                  <a:pt x="5086089" y="6320545"/>
                </a:lnTo>
                <a:cubicBezTo>
                  <a:pt x="5110571" y="6304030"/>
                  <a:pt x="5143376" y="6291508"/>
                  <a:pt x="5170398" y="6291508"/>
                </a:cubicBezTo>
                <a:cubicBezTo>
                  <a:pt x="5212552" y="6291508"/>
                  <a:pt x="5229090" y="6308779"/>
                  <a:pt x="5229090" y="6350878"/>
                </a:cubicBezTo>
                <a:lnTo>
                  <a:pt x="5229090" y="6358272"/>
                </a:lnTo>
                <a:cubicBezTo>
                  <a:pt x="5107166" y="6363993"/>
                  <a:pt x="5073551" y="6404958"/>
                  <a:pt x="5073551" y="6451591"/>
                </a:cubicBezTo>
                <a:cubicBezTo>
                  <a:pt x="5073551" y="6493743"/>
                  <a:pt x="5107761" y="6526127"/>
                  <a:pt x="5156725" y="6526127"/>
                </a:cubicBezTo>
                <a:cubicBezTo>
                  <a:pt x="5184666" y="6526127"/>
                  <a:pt x="5208607" y="6513065"/>
                  <a:pt x="5228549" y="6489749"/>
                </a:cubicBezTo>
                <a:lnTo>
                  <a:pt x="5230819" y="6489749"/>
                </a:lnTo>
                <a:cubicBezTo>
                  <a:pt x="5237629" y="6512472"/>
                  <a:pt x="5256436" y="6527260"/>
                  <a:pt x="5298645" y="6523860"/>
                </a:cubicBezTo>
                <a:lnTo>
                  <a:pt x="5301455" y="6484622"/>
                </a:lnTo>
                <a:cubicBezTo>
                  <a:pt x="5278702" y="6484622"/>
                  <a:pt x="5275838" y="6480574"/>
                  <a:pt x="5275838" y="6458985"/>
                </a:cubicBezTo>
                <a:lnTo>
                  <a:pt x="5275838" y="6349528"/>
                </a:lnTo>
                <a:cubicBezTo>
                  <a:pt x="5276973" y="6278393"/>
                  <a:pt x="5245627" y="6248276"/>
                  <a:pt x="5174992" y="6248276"/>
                </a:cubicBezTo>
                <a:close/>
                <a:moveTo>
                  <a:pt x="4924011" y="6240450"/>
                </a:moveTo>
                <a:cubicBezTo>
                  <a:pt x="4886602" y="6240399"/>
                  <a:pt x="4850322" y="6253270"/>
                  <a:pt x="4821327" y="6276882"/>
                </a:cubicBezTo>
                <a:lnTo>
                  <a:pt x="4837865" y="6316713"/>
                </a:lnTo>
                <a:cubicBezTo>
                  <a:pt x="4864887" y="6296851"/>
                  <a:pt x="4890450" y="6284330"/>
                  <a:pt x="4918931" y="6284330"/>
                </a:cubicBezTo>
                <a:cubicBezTo>
                  <a:pt x="4953033" y="6284330"/>
                  <a:pt x="4972975" y="6303112"/>
                  <a:pt x="4972975" y="6329289"/>
                </a:cubicBezTo>
                <a:cubicBezTo>
                  <a:pt x="4972975" y="6373654"/>
                  <a:pt x="4900610" y="6417858"/>
                  <a:pt x="4820841" y="6477228"/>
                </a:cubicBezTo>
                <a:lnTo>
                  <a:pt x="4820841" y="6517869"/>
                </a:lnTo>
                <a:lnTo>
                  <a:pt x="5035072" y="6517869"/>
                </a:lnTo>
                <a:lnTo>
                  <a:pt x="5035072" y="6473180"/>
                </a:lnTo>
                <a:lnTo>
                  <a:pt x="4892071" y="6473180"/>
                </a:lnTo>
                <a:cubicBezTo>
                  <a:pt x="4966166" y="6419693"/>
                  <a:pt x="5022588" y="6385528"/>
                  <a:pt x="5022588" y="6323514"/>
                </a:cubicBezTo>
                <a:cubicBezTo>
                  <a:pt x="5022588" y="6273427"/>
                  <a:pt x="4982109" y="6240450"/>
                  <a:pt x="4924011" y="6240450"/>
                </a:cubicBezTo>
                <a:close/>
                <a:moveTo>
                  <a:pt x="4274077" y="6226418"/>
                </a:moveTo>
                <a:lnTo>
                  <a:pt x="4174690" y="6243905"/>
                </a:lnTo>
                <a:lnTo>
                  <a:pt x="4184850" y="6261392"/>
                </a:lnTo>
                <a:lnTo>
                  <a:pt x="4277428" y="6243905"/>
                </a:lnTo>
                <a:lnTo>
                  <a:pt x="4300234" y="6249302"/>
                </a:lnTo>
                <a:lnTo>
                  <a:pt x="4305855" y="6232247"/>
                </a:lnTo>
                <a:close/>
                <a:moveTo>
                  <a:pt x="0" y="0"/>
                </a:moveTo>
                <a:lnTo>
                  <a:pt x="5988050" y="0"/>
                </a:lnTo>
                <a:lnTo>
                  <a:pt x="5988050" y="6857998"/>
                </a:lnTo>
                <a:lnTo>
                  <a:pt x="0" y="6857998"/>
                </a:ln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  <a:ln w="6350"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buNone/>
              <a:defRPr lang="de-DE" cap="all" dirty="0"/>
            </a:lvl1pPr>
          </a:lstStyle>
          <a:p>
            <a:pPr marL="254058" lvl="0" indent="-254058" algn="ctr"/>
            <a:r>
              <a:rPr lang="de-DE"/>
              <a:t>Foto</a:t>
            </a:r>
          </a:p>
        </p:txBody>
      </p:sp>
      <p:sp>
        <p:nvSpPr>
          <p:cNvPr id="30" name="Textplatzhalter 5">
            <a:extLst>
              <a:ext uri="{FF2B5EF4-FFF2-40B4-BE49-F238E27FC236}">
                <a16:creationId xmlns:a16="http://schemas.microsoft.com/office/drawing/2014/main" id="{093E7419-2678-4540-911C-8C77D5226DC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19563" y="1532401"/>
            <a:ext cx="5226340" cy="301557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>
            <a:lvl1pPr marL="0" indent="0">
              <a:lnSpc>
                <a:spcPct val="120000"/>
              </a:lnSpc>
              <a:spcAft>
                <a:spcPts val="600"/>
              </a:spcAft>
              <a:buNone/>
              <a:defRPr lang="de-DE" sz="1800" dirty="0"/>
            </a:lvl1pPr>
            <a:lvl2pPr>
              <a:defRPr lang="de-DE" dirty="0"/>
            </a:lvl2pPr>
            <a:lvl3pPr>
              <a:defRPr lang="de-DE" dirty="0"/>
            </a:lvl3pPr>
            <a:lvl4pPr>
              <a:defRPr lang="de-DE" dirty="0"/>
            </a:lvl4pPr>
            <a:lvl5pPr>
              <a:defRPr lang="de-DE" dirty="0"/>
            </a:lvl5pPr>
          </a:lstStyle>
          <a:p>
            <a:pPr lvl="0"/>
            <a:r>
              <a:rPr lang="de-DE" err="1"/>
              <a:t>Testo</a:t>
            </a:r>
            <a:r>
              <a:rPr lang="de-DE"/>
              <a:t>, 18pt</a:t>
            </a:r>
          </a:p>
        </p:txBody>
      </p:sp>
      <p:sp>
        <p:nvSpPr>
          <p:cNvPr id="8" name="Segnaposto numero diapositiva 5">
            <a:extLst>
              <a:ext uri="{FF2B5EF4-FFF2-40B4-BE49-F238E27FC236}">
                <a16:creationId xmlns:a16="http://schemas.microsoft.com/office/drawing/2014/main" id="{FB399216-7536-8943-84A1-3D82F4FA2170}"/>
              </a:ext>
            </a:extLst>
          </p:cNvPr>
          <p:cNvSpPr txBox="1">
            <a:spLocks/>
          </p:cNvSpPr>
          <p:nvPr userDrawn="1"/>
        </p:nvSpPr>
        <p:spPr>
          <a:xfrm>
            <a:off x="11718170" y="3313413"/>
            <a:ext cx="472888" cy="231173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 marL="0" algn="ctr" defTabSz="914400" rtl="0" eaLnBrk="1" latinLnBrk="0" hangingPunct="1">
              <a:defRPr lang="en-GB" sz="1000" b="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9170"/>
            <a:fld id="{B9D7DBFB-DCE9-42BC-A361-A0671D12ADFC}" type="slidenum">
              <a:rPr lang="it-IT" sz="1400" b="1" i="0" baseline="0" smtClean="0">
                <a:latin typeface="Segoe UI "/>
              </a:rPr>
              <a:pPr defTabSz="1219170"/>
              <a:t>‹N›</a:t>
            </a:fld>
            <a:endParaRPr lang="it-IT" sz="1400" b="1" i="0" baseline="0">
              <a:latin typeface="Segoe UI "/>
            </a:endParaRPr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C24C88DA-1CCC-5049-885A-5B17FB455B83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18523" y="409465"/>
            <a:ext cx="11089875" cy="454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6800" rIns="90000" bIns="46800" numCol="1" anchor="b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it-IT"/>
              <a:t>Titolo SEGOE </a:t>
            </a:r>
            <a:r>
              <a:rPr lang="it-IT" err="1"/>
              <a:t>Ui</a:t>
            </a:r>
            <a:r>
              <a:rPr lang="it-IT"/>
              <a:t> 26pt </a:t>
            </a:r>
          </a:p>
        </p:txBody>
      </p:sp>
      <p:sp>
        <p:nvSpPr>
          <p:cNvPr id="13" name="Segnaposto contenuto 3">
            <a:extLst>
              <a:ext uri="{FF2B5EF4-FFF2-40B4-BE49-F238E27FC236}">
                <a16:creationId xmlns:a16="http://schemas.microsoft.com/office/drawing/2014/main" id="{10EE192E-D0E4-5F4A-B4AE-206ACB960226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421548" y="912709"/>
            <a:ext cx="11089875" cy="301557"/>
          </a:xfrm>
        </p:spPr>
        <p:txBody>
          <a:bodyPr>
            <a:spAutoFit/>
          </a:bodyPr>
          <a:lstStyle>
            <a:lvl1pPr>
              <a:defRPr b="1"/>
            </a:lvl1pPr>
          </a:lstStyle>
          <a:p>
            <a:r>
              <a:rPr lang="x-none" sz="1800"/>
              <a:t>Sottotitolo Segoe UI 18pt</a:t>
            </a:r>
          </a:p>
        </p:txBody>
      </p:sp>
    </p:spTree>
    <p:extLst>
      <p:ext uri="{BB962C8B-B14F-4D97-AF65-F5344CB8AC3E}">
        <p14:creationId xmlns:p14="http://schemas.microsoft.com/office/powerpoint/2010/main" val="3859237872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zza pagina testo+grafici/schem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extplatzhalter 3">
            <a:extLst>
              <a:ext uri="{FF2B5EF4-FFF2-40B4-BE49-F238E27FC236}">
                <a16:creationId xmlns:a16="http://schemas.microsoft.com/office/drawing/2014/main" id="{9AB4212A-2E4F-42A2-922A-67F8EC98A1C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203949" y="1538865"/>
            <a:ext cx="5292725" cy="335028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>
            <a:lvl1pPr marL="0" indent="0">
              <a:spcAft>
                <a:spcPts val="600"/>
              </a:spcAft>
              <a:buNone/>
              <a:defRPr>
                <a:solidFill>
                  <a:schemeClr val="bg1"/>
                </a:solidFill>
              </a:defRPr>
            </a:lvl1pPr>
            <a:lvl2pPr marL="252546" indent="0">
              <a:buNone/>
              <a:defRPr/>
            </a:lvl2pPr>
            <a:lvl3pPr marL="514165" indent="0">
              <a:buNone/>
              <a:defRPr/>
            </a:lvl3pPr>
            <a:lvl4pPr marL="766712" indent="0">
              <a:buNone/>
              <a:defRPr/>
            </a:lvl4pPr>
            <a:lvl5pPr marL="1028331" indent="0">
              <a:buNone/>
              <a:defRPr/>
            </a:lvl5pPr>
          </a:lstStyle>
          <a:p>
            <a:pPr marL="252547" lvl="0" indent="-252547"/>
            <a:r>
              <a:rPr lang="de-DE" err="1"/>
              <a:t>Corpo</a:t>
            </a:r>
            <a:r>
              <a:rPr lang="de-DE"/>
              <a:t> del </a:t>
            </a:r>
            <a:r>
              <a:rPr lang="de-DE" err="1"/>
              <a:t>testo</a:t>
            </a:r>
            <a:r>
              <a:rPr lang="de-DE"/>
              <a:t>, 20pt</a:t>
            </a:r>
          </a:p>
        </p:txBody>
      </p:sp>
      <p:sp>
        <p:nvSpPr>
          <p:cNvPr id="11" name="Textplatzhalter 5">
            <a:extLst>
              <a:ext uri="{FF2B5EF4-FFF2-40B4-BE49-F238E27FC236}">
                <a16:creationId xmlns:a16="http://schemas.microsoft.com/office/drawing/2014/main" id="{CF16CEA5-6E47-A44C-9312-52406BD2CBC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24646" y="1532548"/>
            <a:ext cx="5214618" cy="301557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>
            <a:lvl1pPr marL="0" indent="0">
              <a:lnSpc>
                <a:spcPct val="120000"/>
              </a:lnSpc>
              <a:spcAft>
                <a:spcPts val="600"/>
              </a:spcAft>
              <a:buNone/>
              <a:defRPr lang="de-DE" sz="1800" dirty="0"/>
            </a:lvl1pPr>
            <a:lvl2pPr>
              <a:defRPr lang="de-DE" dirty="0"/>
            </a:lvl2pPr>
            <a:lvl3pPr>
              <a:defRPr lang="de-DE" dirty="0"/>
            </a:lvl3pPr>
            <a:lvl4pPr>
              <a:defRPr lang="de-DE" dirty="0"/>
            </a:lvl4pPr>
            <a:lvl5pPr>
              <a:defRPr lang="de-DE" dirty="0"/>
            </a:lvl5pPr>
          </a:lstStyle>
          <a:p>
            <a:pPr lvl="0"/>
            <a:r>
              <a:rPr lang="de-DE" err="1"/>
              <a:t>Testo</a:t>
            </a:r>
            <a:r>
              <a:rPr lang="de-DE"/>
              <a:t>, 18pt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837B888D-2F29-F44A-9D65-F8BEE76B8FB4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18523" y="409465"/>
            <a:ext cx="11089875" cy="454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6800" rIns="90000" bIns="46800" numCol="1" anchor="b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it-IT"/>
              <a:t>Titolo SEGOE </a:t>
            </a:r>
            <a:r>
              <a:rPr lang="it-IT" err="1"/>
              <a:t>Ui</a:t>
            </a:r>
            <a:r>
              <a:rPr lang="it-IT"/>
              <a:t> 26pt </a:t>
            </a:r>
          </a:p>
        </p:txBody>
      </p:sp>
      <p:sp>
        <p:nvSpPr>
          <p:cNvPr id="8" name="Segnaposto contenuto 3">
            <a:extLst>
              <a:ext uri="{FF2B5EF4-FFF2-40B4-BE49-F238E27FC236}">
                <a16:creationId xmlns:a16="http://schemas.microsoft.com/office/drawing/2014/main" id="{70A662A9-8BFF-9A4D-84C4-1381CD2E4863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421548" y="912709"/>
            <a:ext cx="11089875" cy="301557"/>
          </a:xfrm>
        </p:spPr>
        <p:txBody>
          <a:bodyPr>
            <a:spAutoFit/>
          </a:bodyPr>
          <a:lstStyle>
            <a:lvl1pPr>
              <a:defRPr b="1"/>
            </a:lvl1pPr>
          </a:lstStyle>
          <a:p>
            <a:r>
              <a:rPr lang="x-none" sz="1800"/>
              <a:t>Sottotitolo Segoe UI 18pt</a:t>
            </a:r>
          </a:p>
        </p:txBody>
      </p:sp>
    </p:spTree>
    <p:extLst>
      <p:ext uri="{BB962C8B-B14F-4D97-AF65-F5344CB8AC3E}">
        <p14:creationId xmlns:p14="http://schemas.microsoft.com/office/powerpoint/2010/main" val="2772119857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fi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iagrammplatzhalter 12">
            <a:extLst>
              <a:ext uri="{FF2B5EF4-FFF2-40B4-BE49-F238E27FC236}">
                <a16:creationId xmlns:a16="http://schemas.microsoft.com/office/drawing/2014/main" id="{E8D93C44-2348-44F2-851C-8F45D1EC4C22}"/>
              </a:ext>
            </a:extLst>
          </p:cNvPr>
          <p:cNvSpPr>
            <a:spLocks noGrp="1"/>
          </p:cNvSpPr>
          <p:nvPr>
            <p:ph type="chart" sz="quarter" idx="11" hasCustomPrompt="1"/>
          </p:nvPr>
        </p:nvSpPr>
        <p:spPr>
          <a:xfrm>
            <a:off x="442912" y="1517039"/>
            <a:ext cx="11053763" cy="450434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spcAft>
                <a:spcPts val="1143"/>
              </a:spcAft>
              <a:buNone/>
              <a:defRPr sz="1905" baseline="0">
                <a:solidFill>
                  <a:schemeClr val="tx2"/>
                </a:solidFill>
              </a:defRPr>
            </a:lvl1pPr>
          </a:lstStyle>
          <a:p>
            <a:r>
              <a:rPr lang="de-DE" err="1"/>
              <a:t>Grafico</a:t>
            </a:r>
            <a:endParaRPr lang="de-DE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4003F583-08C9-EC40-867B-D651C312A024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18523" y="409465"/>
            <a:ext cx="11089875" cy="454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6800" rIns="90000" bIns="46800" numCol="1" anchor="b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it-IT"/>
              <a:t>Titolo SEGOE </a:t>
            </a:r>
            <a:r>
              <a:rPr lang="it-IT" err="1"/>
              <a:t>Ui</a:t>
            </a:r>
            <a:r>
              <a:rPr lang="it-IT"/>
              <a:t> 26pt </a:t>
            </a:r>
          </a:p>
        </p:txBody>
      </p:sp>
      <p:sp>
        <p:nvSpPr>
          <p:cNvPr id="7" name="Segnaposto contenuto 3">
            <a:extLst>
              <a:ext uri="{FF2B5EF4-FFF2-40B4-BE49-F238E27FC236}">
                <a16:creationId xmlns:a16="http://schemas.microsoft.com/office/drawing/2014/main" id="{651F3D53-B8C7-B34A-8A8E-47DBCB667AD9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421548" y="912709"/>
            <a:ext cx="11089875" cy="301557"/>
          </a:xfrm>
        </p:spPr>
        <p:txBody>
          <a:bodyPr>
            <a:spAutoFit/>
          </a:bodyPr>
          <a:lstStyle>
            <a:lvl1pPr>
              <a:defRPr b="1"/>
            </a:lvl1pPr>
          </a:lstStyle>
          <a:p>
            <a:r>
              <a:rPr lang="x-none" sz="1800"/>
              <a:t>Sottotitolo Segoe UI 18pt</a:t>
            </a:r>
          </a:p>
        </p:txBody>
      </p:sp>
    </p:spTree>
    <p:extLst>
      <p:ext uri="{BB962C8B-B14F-4D97-AF65-F5344CB8AC3E}">
        <p14:creationId xmlns:p14="http://schemas.microsoft.com/office/powerpoint/2010/main" val="3446009234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ultime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egnaposto contenuto 2">
            <a:extLst>
              <a:ext uri="{FF2B5EF4-FFF2-40B4-BE49-F238E27FC236}">
                <a16:creationId xmlns:a16="http://schemas.microsoft.com/office/drawing/2014/main" id="{A8BA127F-2783-2D40-A022-C55653E7FE8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9091" y="1520824"/>
            <a:ext cx="11089307" cy="4500563"/>
          </a:xfrm>
          <a:prstGeom prst="rect">
            <a:avLst/>
          </a:prstGeom>
        </p:spPr>
        <p:txBody>
          <a:bodyPr vert="horz" lIns="0" tIns="45720" rIns="91440" bIns="45720" rtlCol="0">
            <a:normAutofit/>
          </a:bodyPr>
          <a:lstStyle>
            <a:lvl1pPr>
              <a:spcBef>
                <a:spcPts val="1200"/>
              </a:spcBef>
              <a:defRPr lang="it-IT" sz="1800" smtClean="0">
                <a:solidFill>
                  <a:schemeClr val="tx1"/>
                </a:solidFill>
              </a:defRPr>
            </a:lvl1pPr>
            <a:lvl2pPr>
              <a:defRPr lang="it-IT" smtClean="0"/>
            </a:lvl2pPr>
            <a:lvl3pPr>
              <a:defRPr lang="it-IT" smtClean="0"/>
            </a:lvl3pPr>
            <a:lvl4pPr>
              <a:defRPr lang="it-IT" smtClean="0"/>
            </a:lvl4pPr>
            <a:lvl5pPr>
              <a:defRPr lang="it-IT"/>
            </a:lvl5pPr>
          </a:lstStyle>
          <a:p>
            <a:pPr lvl="0"/>
            <a:r>
              <a:rPr lang="it-IT"/>
              <a:t>Contenuto multimediale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09535717-92D5-FB44-B2B5-A64584E55014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18523" y="409465"/>
            <a:ext cx="11089875" cy="454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6800" rIns="90000" bIns="46800" numCol="1" anchor="b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it-IT"/>
              <a:t>Titolo SEGOE </a:t>
            </a:r>
            <a:r>
              <a:rPr lang="it-IT" err="1"/>
              <a:t>Ui</a:t>
            </a:r>
            <a:r>
              <a:rPr lang="it-IT"/>
              <a:t> 26pt </a:t>
            </a:r>
          </a:p>
        </p:txBody>
      </p:sp>
      <p:sp>
        <p:nvSpPr>
          <p:cNvPr id="8" name="Segnaposto contenuto 3">
            <a:extLst>
              <a:ext uri="{FF2B5EF4-FFF2-40B4-BE49-F238E27FC236}">
                <a16:creationId xmlns:a16="http://schemas.microsoft.com/office/drawing/2014/main" id="{DA76FE50-A40D-8A4C-B7F1-EB4ED86AD8EB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421548" y="912709"/>
            <a:ext cx="11089875" cy="301557"/>
          </a:xfrm>
        </p:spPr>
        <p:txBody>
          <a:bodyPr>
            <a:spAutoFit/>
          </a:bodyPr>
          <a:lstStyle>
            <a:lvl1pPr>
              <a:defRPr b="1"/>
            </a:lvl1pPr>
          </a:lstStyle>
          <a:p>
            <a:r>
              <a:rPr lang="x-none" sz="1800"/>
              <a:t>Sottotitolo Segoe UI 18pt</a:t>
            </a:r>
          </a:p>
        </p:txBody>
      </p:sp>
    </p:spTree>
    <p:extLst>
      <p:ext uri="{BB962C8B-B14F-4D97-AF65-F5344CB8AC3E}">
        <p14:creationId xmlns:p14="http://schemas.microsoft.com/office/powerpoint/2010/main" val="4187461464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ultimedia + 2 te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Inhaltsplatzhalter 4">
            <a:extLst>
              <a:ext uri="{FF2B5EF4-FFF2-40B4-BE49-F238E27FC236}">
                <a16:creationId xmlns:a16="http://schemas.microsoft.com/office/drawing/2014/main" id="{4B226273-F344-41EE-99D0-2BC7EB2267F8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19467" y="1528763"/>
            <a:ext cx="11077207" cy="346399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r>
              <a:rPr lang="de-DE" err="1"/>
              <a:t>Corpo</a:t>
            </a:r>
            <a:r>
              <a:rPr lang="de-DE"/>
              <a:t> del </a:t>
            </a:r>
            <a:r>
              <a:rPr lang="de-DE" err="1"/>
              <a:t>testo</a:t>
            </a:r>
            <a:r>
              <a:rPr lang="de-DE"/>
              <a:t>, 18pt</a:t>
            </a:r>
          </a:p>
        </p:txBody>
      </p:sp>
      <p:sp>
        <p:nvSpPr>
          <p:cNvPr id="7" name="Textplatzhalter 11">
            <a:extLst>
              <a:ext uri="{FF2B5EF4-FFF2-40B4-BE49-F238E27FC236}">
                <a16:creationId xmlns:a16="http://schemas.microsoft.com/office/drawing/2014/main" id="{EEB6053C-CF46-44BE-90A9-65ECF542846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12933" y="5222405"/>
            <a:ext cx="5214755" cy="276999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800">
                <a:solidFill>
                  <a:schemeClr val="tx2"/>
                </a:solidFill>
              </a:defRPr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de-DE" err="1"/>
              <a:t>Corpo</a:t>
            </a:r>
            <a:r>
              <a:rPr lang="de-DE"/>
              <a:t> del </a:t>
            </a:r>
            <a:r>
              <a:rPr lang="de-DE" err="1"/>
              <a:t>testo</a:t>
            </a:r>
            <a:r>
              <a:rPr lang="de-DE"/>
              <a:t>, 18pt</a:t>
            </a:r>
          </a:p>
        </p:txBody>
      </p:sp>
      <p:sp>
        <p:nvSpPr>
          <p:cNvPr id="8" name="Textplatzhalter 11">
            <a:extLst>
              <a:ext uri="{FF2B5EF4-FFF2-40B4-BE49-F238E27FC236}">
                <a16:creationId xmlns:a16="http://schemas.microsoft.com/office/drawing/2014/main" id="{9E9925A0-31C4-40C3-84C7-43A683B2370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203949" y="5214857"/>
            <a:ext cx="5292725" cy="276999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800">
                <a:solidFill>
                  <a:schemeClr val="tx2"/>
                </a:solidFill>
              </a:defRPr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de-DE" err="1"/>
              <a:t>Corpo</a:t>
            </a:r>
            <a:r>
              <a:rPr lang="de-DE"/>
              <a:t> del </a:t>
            </a:r>
            <a:r>
              <a:rPr lang="de-DE" err="1"/>
              <a:t>testo</a:t>
            </a:r>
            <a:r>
              <a:rPr lang="de-DE"/>
              <a:t>, 18pt</a:t>
            </a: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FD54DB31-C785-044A-8A38-3F68DD1F2B3B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18523" y="409465"/>
            <a:ext cx="11089875" cy="454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6800" rIns="90000" bIns="46800" numCol="1" anchor="b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it-IT"/>
              <a:t>Titolo SEGOE </a:t>
            </a:r>
            <a:r>
              <a:rPr lang="it-IT" err="1"/>
              <a:t>Ui</a:t>
            </a:r>
            <a:r>
              <a:rPr lang="it-IT"/>
              <a:t> 26pt </a:t>
            </a:r>
          </a:p>
        </p:txBody>
      </p:sp>
      <p:sp>
        <p:nvSpPr>
          <p:cNvPr id="12" name="Segnaposto contenuto 3">
            <a:extLst>
              <a:ext uri="{FF2B5EF4-FFF2-40B4-BE49-F238E27FC236}">
                <a16:creationId xmlns:a16="http://schemas.microsoft.com/office/drawing/2014/main" id="{82ED4D53-1906-904A-AFE2-0BAFA5316B20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421548" y="912709"/>
            <a:ext cx="11089875" cy="301557"/>
          </a:xfrm>
        </p:spPr>
        <p:txBody>
          <a:bodyPr>
            <a:spAutoFit/>
          </a:bodyPr>
          <a:lstStyle>
            <a:lvl1pPr>
              <a:defRPr b="1"/>
            </a:lvl1pPr>
          </a:lstStyle>
          <a:p>
            <a:r>
              <a:rPr lang="x-none" sz="1800"/>
              <a:t>Sottotitolo Segoe UI 18pt</a:t>
            </a:r>
          </a:p>
        </p:txBody>
      </p:sp>
    </p:spTree>
    <p:extLst>
      <p:ext uri="{BB962C8B-B14F-4D97-AF65-F5344CB8AC3E}">
        <p14:creationId xmlns:p14="http://schemas.microsoft.com/office/powerpoint/2010/main" val="2296676263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grafi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Diagrammplatzhalter 12"/>
          <p:cNvSpPr>
            <a:spLocks noGrp="1"/>
          </p:cNvSpPr>
          <p:nvPr>
            <p:ph type="chart" sz="quarter" idx="17" hasCustomPrompt="1"/>
          </p:nvPr>
        </p:nvSpPr>
        <p:spPr>
          <a:xfrm>
            <a:off x="6203949" y="2453665"/>
            <a:ext cx="5292725" cy="356772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spcAft>
                <a:spcPts val="1143"/>
              </a:spcAft>
              <a:buNone/>
              <a:defRPr sz="1905">
                <a:solidFill>
                  <a:schemeClr val="tx2"/>
                </a:solidFill>
              </a:defRPr>
            </a:lvl1pPr>
          </a:lstStyle>
          <a:p>
            <a:r>
              <a:rPr lang="de-DE" err="1"/>
              <a:t>Grafico</a:t>
            </a:r>
            <a:endParaRPr lang="de-DE"/>
          </a:p>
        </p:txBody>
      </p:sp>
      <p:sp>
        <p:nvSpPr>
          <p:cNvPr id="21" name="Diagrammplatzhalter 12"/>
          <p:cNvSpPr>
            <a:spLocks noGrp="1"/>
          </p:cNvSpPr>
          <p:nvPr>
            <p:ph type="chart" sz="quarter" idx="11" hasCustomPrompt="1"/>
          </p:nvPr>
        </p:nvSpPr>
        <p:spPr>
          <a:xfrm>
            <a:off x="442913" y="2453665"/>
            <a:ext cx="5184775" cy="356772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spcAft>
                <a:spcPts val="1143"/>
              </a:spcAft>
              <a:buNone/>
              <a:defRPr sz="1905">
                <a:solidFill>
                  <a:schemeClr val="tx2"/>
                </a:solidFill>
              </a:defRPr>
            </a:lvl1pPr>
          </a:lstStyle>
          <a:p>
            <a:r>
              <a:rPr lang="de-DE" err="1"/>
              <a:t>Grafico</a:t>
            </a:r>
            <a:endParaRPr lang="de-DE"/>
          </a:p>
        </p:txBody>
      </p:sp>
      <p:sp>
        <p:nvSpPr>
          <p:cNvPr id="9" name="Textplatzhalter 5">
            <a:extLst>
              <a:ext uri="{FF2B5EF4-FFF2-40B4-BE49-F238E27FC236}">
                <a16:creationId xmlns:a16="http://schemas.microsoft.com/office/drawing/2014/main" id="{3C640ECA-70EE-F847-9CB9-5C37C390924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42913" y="1532028"/>
            <a:ext cx="5184775" cy="276999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lang="de-DE" sz="1800" b="1" dirty="0"/>
            </a:lvl1pPr>
            <a:lvl2pPr>
              <a:defRPr lang="de-DE" dirty="0"/>
            </a:lvl2pPr>
            <a:lvl3pPr>
              <a:defRPr lang="de-DE" dirty="0"/>
            </a:lvl3pPr>
            <a:lvl4pPr>
              <a:defRPr lang="de-DE" dirty="0"/>
            </a:lvl4pPr>
            <a:lvl5pPr>
              <a:defRPr lang="de-DE" dirty="0"/>
            </a:lvl5pPr>
          </a:lstStyle>
          <a:p>
            <a:pPr lvl="0"/>
            <a:r>
              <a:rPr lang="de-DE" err="1"/>
              <a:t>Titolo</a:t>
            </a:r>
            <a:r>
              <a:rPr lang="de-DE"/>
              <a:t>, 18pt</a:t>
            </a:r>
          </a:p>
        </p:txBody>
      </p:sp>
      <p:sp>
        <p:nvSpPr>
          <p:cNvPr id="10" name="Textplatzhalter 5">
            <a:extLst>
              <a:ext uri="{FF2B5EF4-FFF2-40B4-BE49-F238E27FC236}">
                <a16:creationId xmlns:a16="http://schemas.microsoft.com/office/drawing/2014/main" id="{4BC9D79D-0F54-F844-BBAB-D87104A7CBB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03949" y="1532028"/>
            <a:ext cx="5292725" cy="276999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lang="de-DE" sz="1800" b="1" dirty="0"/>
            </a:lvl1pPr>
            <a:lvl2pPr>
              <a:defRPr lang="de-DE" dirty="0"/>
            </a:lvl2pPr>
            <a:lvl3pPr>
              <a:defRPr lang="de-DE" dirty="0"/>
            </a:lvl3pPr>
            <a:lvl4pPr>
              <a:defRPr lang="de-DE" dirty="0"/>
            </a:lvl4pPr>
            <a:lvl5pPr>
              <a:defRPr lang="de-DE" dirty="0"/>
            </a:lvl5pPr>
          </a:lstStyle>
          <a:p>
            <a:pPr lvl="0"/>
            <a:r>
              <a:rPr lang="de-DE" err="1"/>
              <a:t>Titolo</a:t>
            </a:r>
            <a:r>
              <a:rPr lang="de-DE"/>
              <a:t>, 18pt</a:t>
            </a: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EF68BAB4-8779-B24A-A60E-DE89513EE9E6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18523" y="409465"/>
            <a:ext cx="11089875" cy="454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6800" rIns="90000" bIns="46800" numCol="1" anchor="b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it-IT"/>
              <a:t>Titolo SEGOE </a:t>
            </a:r>
            <a:r>
              <a:rPr lang="it-IT" err="1"/>
              <a:t>Ui</a:t>
            </a:r>
            <a:r>
              <a:rPr lang="it-IT"/>
              <a:t> 26pt </a:t>
            </a:r>
          </a:p>
        </p:txBody>
      </p:sp>
      <p:sp>
        <p:nvSpPr>
          <p:cNvPr id="13" name="Segnaposto contenuto 3">
            <a:extLst>
              <a:ext uri="{FF2B5EF4-FFF2-40B4-BE49-F238E27FC236}">
                <a16:creationId xmlns:a16="http://schemas.microsoft.com/office/drawing/2014/main" id="{5B163E3F-A6E6-9B4B-867C-A787B55F672B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421548" y="912709"/>
            <a:ext cx="11089875" cy="301557"/>
          </a:xfrm>
        </p:spPr>
        <p:txBody>
          <a:bodyPr>
            <a:spAutoFit/>
          </a:bodyPr>
          <a:lstStyle>
            <a:lvl1pPr>
              <a:defRPr b="1"/>
            </a:lvl1pPr>
          </a:lstStyle>
          <a:p>
            <a:r>
              <a:rPr lang="x-none" sz="1800"/>
              <a:t>Sottotitolo Segoe UI 18pt</a:t>
            </a:r>
          </a:p>
        </p:txBody>
      </p:sp>
    </p:spTree>
    <p:extLst>
      <p:ext uri="{BB962C8B-B14F-4D97-AF65-F5344CB8AC3E}">
        <p14:creationId xmlns:p14="http://schemas.microsoft.com/office/powerpoint/2010/main" val="3301618523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grafici+2 box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Diagrammplatzhalter 12"/>
          <p:cNvSpPr>
            <a:spLocks noGrp="1"/>
          </p:cNvSpPr>
          <p:nvPr>
            <p:ph type="chart" sz="quarter" idx="17" hasCustomPrompt="1"/>
          </p:nvPr>
        </p:nvSpPr>
        <p:spPr>
          <a:xfrm>
            <a:off x="6203950" y="2022895"/>
            <a:ext cx="5292725" cy="316981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spcAft>
                <a:spcPts val="1143"/>
              </a:spcAft>
              <a:buNone/>
              <a:defRPr sz="1905">
                <a:solidFill>
                  <a:schemeClr val="tx2"/>
                </a:solidFill>
              </a:defRPr>
            </a:lvl1pPr>
          </a:lstStyle>
          <a:p>
            <a:r>
              <a:rPr lang="de-DE" err="1"/>
              <a:t>Grafico</a:t>
            </a:r>
            <a:endParaRPr lang="de-DE"/>
          </a:p>
        </p:txBody>
      </p:sp>
      <p:sp>
        <p:nvSpPr>
          <p:cNvPr id="21" name="Diagrammplatzhalter 12"/>
          <p:cNvSpPr>
            <a:spLocks noGrp="1"/>
          </p:cNvSpPr>
          <p:nvPr>
            <p:ph type="chart" sz="quarter" idx="11" hasCustomPrompt="1"/>
          </p:nvPr>
        </p:nvSpPr>
        <p:spPr>
          <a:xfrm>
            <a:off x="442914" y="2022895"/>
            <a:ext cx="5184774" cy="316981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spcAft>
                <a:spcPts val="1143"/>
              </a:spcAft>
              <a:buNone/>
              <a:defRPr sz="1905">
                <a:solidFill>
                  <a:schemeClr val="tx2"/>
                </a:solidFill>
              </a:defRPr>
            </a:lvl1pPr>
          </a:lstStyle>
          <a:p>
            <a:r>
              <a:rPr lang="de-DE" err="1"/>
              <a:t>Grafico</a:t>
            </a:r>
            <a:endParaRPr lang="de-DE"/>
          </a:p>
        </p:txBody>
      </p:sp>
      <p:sp>
        <p:nvSpPr>
          <p:cNvPr id="18" name="Textplatzhalter 11">
            <a:extLst>
              <a:ext uri="{FF2B5EF4-FFF2-40B4-BE49-F238E27FC236}">
                <a16:creationId xmlns:a16="http://schemas.microsoft.com/office/drawing/2014/main" id="{C94BF87A-4168-490F-978E-0E236ECF2C8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12933" y="5333389"/>
            <a:ext cx="5184774" cy="276999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800">
                <a:solidFill>
                  <a:schemeClr val="tx2"/>
                </a:solidFill>
              </a:defRPr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de-DE" err="1"/>
              <a:t>Corpo</a:t>
            </a:r>
            <a:r>
              <a:rPr lang="de-DE"/>
              <a:t> del </a:t>
            </a:r>
            <a:r>
              <a:rPr lang="de-DE" err="1"/>
              <a:t>testo</a:t>
            </a:r>
            <a:r>
              <a:rPr lang="de-DE"/>
              <a:t>, 18pt</a:t>
            </a:r>
          </a:p>
        </p:txBody>
      </p:sp>
      <p:sp>
        <p:nvSpPr>
          <p:cNvPr id="19" name="Textplatzhalter 11">
            <a:extLst>
              <a:ext uri="{FF2B5EF4-FFF2-40B4-BE49-F238E27FC236}">
                <a16:creationId xmlns:a16="http://schemas.microsoft.com/office/drawing/2014/main" id="{07EBA98E-7FB6-41CF-9066-E46C1EEF5C6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224590" y="5333390"/>
            <a:ext cx="5292725" cy="276999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800">
                <a:solidFill>
                  <a:schemeClr val="tx2"/>
                </a:solidFill>
              </a:defRPr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de-DE" err="1"/>
              <a:t>Corpo</a:t>
            </a:r>
            <a:r>
              <a:rPr lang="de-DE"/>
              <a:t> del </a:t>
            </a:r>
            <a:r>
              <a:rPr lang="de-DE" err="1"/>
              <a:t>testo</a:t>
            </a:r>
            <a:r>
              <a:rPr lang="de-DE"/>
              <a:t>, 18pt</a:t>
            </a:r>
          </a:p>
        </p:txBody>
      </p:sp>
      <p:sp>
        <p:nvSpPr>
          <p:cNvPr id="9" name="Textplatzhalter 5">
            <a:extLst>
              <a:ext uri="{FF2B5EF4-FFF2-40B4-BE49-F238E27FC236}">
                <a16:creationId xmlns:a16="http://schemas.microsoft.com/office/drawing/2014/main" id="{E38D7126-5EA2-1642-A2DF-1895460FBE9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42913" y="1532029"/>
            <a:ext cx="5184775" cy="276999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lang="de-DE" sz="1800" b="1" dirty="0"/>
            </a:lvl1pPr>
            <a:lvl2pPr>
              <a:defRPr lang="de-DE" dirty="0"/>
            </a:lvl2pPr>
            <a:lvl3pPr>
              <a:defRPr lang="de-DE" dirty="0"/>
            </a:lvl3pPr>
            <a:lvl4pPr>
              <a:defRPr lang="de-DE" dirty="0"/>
            </a:lvl4pPr>
            <a:lvl5pPr>
              <a:defRPr lang="de-DE" dirty="0"/>
            </a:lvl5pPr>
          </a:lstStyle>
          <a:p>
            <a:pPr lvl="0"/>
            <a:r>
              <a:rPr lang="de-DE" err="1"/>
              <a:t>Titolo</a:t>
            </a:r>
            <a:r>
              <a:rPr lang="de-DE"/>
              <a:t>, 18pt</a:t>
            </a:r>
          </a:p>
        </p:txBody>
      </p:sp>
      <p:sp>
        <p:nvSpPr>
          <p:cNvPr id="10" name="Textplatzhalter 5">
            <a:extLst>
              <a:ext uri="{FF2B5EF4-FFF2-40B4-BE49-F238E27FC236}">
                <a16:creationId xmlns:a16="http://schemas.microsoft.com/office/drawing/2014/main" id="{67DF5F7D-3B91-0E43-8AA1-55D3C9ED2A1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11685" y="1532029"/>
            <a:ext cx="5284989" cy="276999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lang="de-DE" sz="1800" b="1" dirty="0"/>
            </a:lvl1pPr>
            <a:lvl2pPr>
              <a:defRPr lang="de-DE" dirty="0"/>
            </a:lvl2pPr>
            <a:lvl3pPr>
              <a:defRPr lang="de-DE" dirty="0"/>
            </a:lvl3pPr>
            <a:lvl4pPr>
              <a:defRPr lang="de-DE" dirty="0"/>
            </a:lvl4pPr>
            <a:lvl5pPr>
              <a:defRPr lang="de-DE" dirty="0"/>
            </a:lvl5pPr>
          </a:lstStyle>
          <a:p>
            <a:pPr lvl="0"/>
            <a:r>
              <a:rPr lang="de-DE" err="1"/>
              <a:t>Titolo</a:t>
            </a:r>
            <a:r>
              <a:rPr lang="de-DE"/>
              <a:t>, 18pt</a:t>
            </a:r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014DB523-88EE-7B4B-90C3-53F64FD7F220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18523" y="409465"/>
            <a:ext cx="11089875" cy="454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6800" rIns="90000" bIns="46800" numCol="1" anchor="b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it-IT"/>
              <a:t>Titolo SEGOE </a:t>
            </a:r>
            <a:r>
              <a:rPr lang="it-IT" err="1"/>
              <a:t>Ui</a:t>
            </a:r>
            <a:r>
              <a:rPr lang="it-IT"/>
              <a:t> 26pt </a:t>
            </a:r>
          </a:p>
        </p:txBody>
      </p:sp>
      <p:sp>
        <p:nvSpPr>
          <p:cNvPr id="14" name="Segnaposto contenuto 3">
            <a:extLst>
              <a:ext uri="{FF2B5EF4-FFF2-40B4-BE49-F238E27FC236}">
                <a16:creationId xmlns:a16="http://schemas.microsoft.com/office/drawing/2014/main" id="{43EE7BC3-E2E5-B741-8A57-F09E42944AB8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421548" y="912709"/>
            <a:ext cx="11089875" cy="301557"/>
          </a:xfrm>
        </p:spPr>
        <p:txBody>
          <a:bodyPr>
            <a:spAutoFit/>
          </a:bodyPr>
          <a:lstStyle>
            <a:lvl1pPr>
              <a:defRPr b="1"/>
            </a:lvl1pPr>
          </a:lstStyle>
          <a:p>
            <a:r>
              <a:rPr lang="x-none" sz="1800"/>
              <a:t>Sottotitolo Segoe UI 18pt</a:t>
            </a:r>
          </a:p>
        </p:txBody>
      </p:sp>
    </p:spTree>
    <p:extLst>
      <p:ext uri="{BB962C8B-B14F-4D97-AF65-F5344CB8AC3E}">
        <p14:creationId xmlns:p14="http://schemas.microsoft.com/office/powerpoint/2010/main" val="3400020058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agina bianca base nome societ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11">
            <a:extLst>
              <a:ext uri="{FF2B5EF4-FFF2-40B4-BE49-F238E27FC236}">
                <a16:creationId xmlns:a16="http://schemas.microsoft.com/office/drawing/2014/main" id="{5D62F014-13FA-0147-8E63-76756271074D}"/>
              </a:ext>
            </a:extLst>
          </p:cNvPr>
          <p:cNvSpPr>
            <a:spLocks noChangeAspect="1"/>
          </p:cNvSpPr>
          <p:nvPr userDrawn="1"/>
        </p:nvSpPr>
        <p:spPr>
          <a:xfrm>
            <a:off x="3262395" y="1515201"/>
            <a:ext cx="828675" cy="828675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anchor="ctr">
            <a:spAutoFit/>
          </a:bodyPr>
          <a:lstStyle/>
          <a:p>
            <a:pPr algn="ctr" defTabSz="121917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200" spc="-150">
              <a:solidFill>
                <a:srgbClr val="FFFFFF"/>
              </a:solidFill>
            </a:endParaRPr>
          </a:p>
        </p:txBody>
      </p:sp>
      <p:sp>
        <p:nvSpPr>
          <p:cNvPr id="5" name="Oval 13">
            <a:extLst>
              <a:ext uri="{FF2B5EF4-FFF2-40B4-BE49-F238E27FC236}">
                <a16:creationId xmlns:a16="http://schemas.microsoft.com/office/drawing/2014/main" id="{B1B663ED-8C72-B648-ADAD-27A33DD3F6F6}"/>
              </a:ext>
            </a:extLst>
          </p:cNvPr>
          <p:cNvSpPr>
            <a:spLocks noChangeAspect="1"/>
          </p:cNvSpPr>
          <p:nvPr userDrawn="1"/>
        </p:nvSpPr>
        <p:spPr>
          <a:xfrm>
            <a:off x="3262395" y="2650244"/>
            <a:ext cx="828675" cy="828675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anchor="ctr">
            <a:spAutoFit/>
          </a:bodyPr>
          <a:lstStyle/>
          <a:p>
            <a:pPr algn="ctr" defTabSz="121917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200" spc="-150">
              <a:solidFill>
                <a:srgbClr val="FFFFFF"/>
              </a:solidFill>
            </a:endParaRPr>
          </a:p>
        </p:txBody>
      </p:sp>
      <p:sp>
        <p:nvSpPr>
          <p:cNvPr id="6" name="Oval 14">
            <a:extLst>
              <a:ext uri="{FF2B5EF4-FFF2-40B4-BE49-F238E27FC236}">
                <a16:creationId xmlns:a16="http://schemas.microsoft.com/office/drawing/2014/main" id="{7BDF6651-3051-D24D-9B62-D35DAE9E791D}"/>
              </a:ext>
            </a:extLst>
          </p:cNvPr>
          <p:cNvSpPr>
            <a:spLocks noChangeAspect="1"/>
          </p:cNvSpPr>
          <p:nvPr userDrawn="1"/>
        </p:nvSpPr>
        <p:spPr>
          <a:xfrm>
            <a:off x="3262395" y="3785287"/>
            <a:ext cx="828675" cy="828675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anchor="ctr">
            <a:spAutoFit/>
          </a:bodyPr>
          <a:lstStyle/>
          <a:p>
            <a:pPr algn="ctr" defTabSz="121917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200" spc="-150">
              <a:solidFill>
                <a:srgbClr val="FFFFFF"/>
              </a:solidFill>
            </a:endParaRPr>
          </a:p>
        </p:txBody>
      </p:sp>
      <p:sp>
        <p:nvSpPr>
          <p:cNvPr id="7" name="Oval 15">
            <a:extLst>
              <a:ext uri="{FF2B5EF4-FFF2-40B4-BE49-F238E27FC236}">
                <a16:creationId xmlns:a16="http://schemas.microsoft.com/office/drawing/2014/main" id="{2ECCE3F6-5B42-BE46-96E5-A8FA5C92A706}"/>
              </a:ext>
            </a:extLst>
          </p:cNvPr>
          <p:cNvSpPr>
            <a:spLocks noChangeAspect="1"/>
          </p:cNvSpPr>
          <p:nvPr userDrawn="1"/>
        </p:nvSpPr>
        <p:spPr>
          <a:xfrm>
            <a:off x="3262395" y="4920330"/>
            <a:ext cx="828675" cy="828675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anchor="ctr">
            <a:spAutoFit/>
          </a:bodyPr>
          <a:lstStyle/>
          <a:p>
            <a:pPr algn="ctr" defTabSz="121917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200" spc="-150">
              <a:solidFill>
                <a:srgbClr val="FFFFFF"/>
              </a:solidFill>
            </a:endParaRPr>
          </a:p>
        </p:txBody>
      </p:sp>
      <p:sp>
        <p:nvSpPr>
          <p:cNvPr id="8" name="Textplatzhalter 11">
            <a:extLst>
              <a:ext uri="{FF2B5EF4-FFF2-40B4-BE49-F238E27FC236}">
                <a16:creationId xmlns:a16="http://schemas.microsoft.com/office/drawing/2014/main" id="{8164DE08-DF82-CC42-9783-622CE3F6060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299889" y="2000921"/>
            <a:ext cx="4149124" cy="276999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800" baseline="0">
                <a:solidFill>
                  <a:schemeClr val="tx2"/>
                </a:solidFill>
              </a:defRPr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de-DE" err="1"/>
              <a:t>Corpo</a:t>
            </a:r>
            <a:r>
              <a:rPr lang="de-DE"/>
              <a:t> del </a:t>
            </a:r>
            <a:r>
              <a:rPr lang="de-DE" err="1"/>
              <a:t>testo</a:t>
            </a:r>
            <a:r>
              <a:rPr lang="de-DE"/>
              <a:t>, 14pt</a:t>
            </a:r>
          </a:p>
        </p:txBody>
      </p:sp>
      <p:sp>
        <p:nvSpPr>
          <p:cNvPr id="9" name="Textplatzhalter 11">
            <a:extLst>
              <a:ext uri="{FF2B5EF4-FFF2-40B4-BE49-F238E27FC236}">
                <a16:creationId xmlns:a16="http://schemas.microsoft.com/office/drawing/2014/main" id="{D55BB7E2-E9FB-A144-B1AE-9466C6FA27B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299889" y="1648630"/>
            <a:ext cx="4149124" cy="276999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800" b="1" i="0" baseline="0">
                <a:solidFill>
                  <a:schemeClr val="accent1"/>
                </a:solidFill>
              </a:defRPr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de-DE" err="1"/>
              <a:t>Titolo</a:t>
            </a:r>
            <a:r>
              <a:rPr lang="de-DE"/>
              <a:t> </a:t>
            </a:r>
            <a:r>
              <a:rPr lang="de-DE" err="1"/>
              <a:t>paragrafo</a:t>
            </a:r>
            <a:r>
              <a:rPr lang="de-DE"/>
              <a:t>, 14pt</a:t>
            </a:r>
          </a:p>
        </p:txBody>
      </p:sp>
      <p:sp>
        <p:nvSpPr>
          <p:cNvPr id="10" name="Textplatzhalter 11">
            <a:extLst>
              <a:ext uri="{FF2B5EF4-FFF2-40B4-BE49-F238E27FC236}">
                <a16:creationId xmlns:a16="http://schemas.microsoft.com/office/drawing/2014/main" id="{063C93B3-1654-4C48-B266-983DC3A017D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299889" y="3097248"/>
            <a:ext cx="4149124" cy="276999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800" baseline="0">
                <a:solidFill>
                  <a:schemeClr val="tx2"/>
                </a:solidFill>
              </a:defRPr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de-DE" err="1"/>
              <a:t>Corpo</a:t>
            </a:r>
            <a:r>
              <a:rPr lang="de-DE"/>
              <a:t> del </a:t>
            </a:r>
            <a:r>
              <a:rPr lang="de-DE" err="1"/>
              <a:t>testo</a:t>
            </a:r>
            <a:r>
              <a:rPr lang="de-DE"/>
              <a:t>, 14pt</a:t>
            </a:r>
          </a:p>
        </p:txBody>
      </p:sp>
      <p:sp>
        <p:nvSpPr>
          <p:cNvPr id="11" name="Textplatzhalter 11">
            <a:extLst>
              <a:ext uri="{FF2B5EF4-FFF2-40B4-BE49-F238E27FC236}">
                <a16:creationId xmlns:a16="http://schemas.microsoft.com/office/drawing/2014/main" id="{AA1852B2-E291-8245-8872-2A68EED448C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299889" y="2744957"/>
            <a:ext cx="4149124" cy="276999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800" b="1" i="0" baseline="0">
                <a:solidFill>
                  <a:schemeClr val="accent1"/>
                </a:solidFill>
              </a:defRPr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de-DE" err="1"/>
              <a:t>Titolo</a:t>
            </a:r>
            <a:r>
              <a:rPr lang="de-DE"/>
              <a:t> </a:t>
            </a:r>
            <a:r>
              <a:rPr lang="de-DE" err="1"/>
              <a:t>paragrafo</a:t>
            </a:r>
            <a:r>
              <a:rPr lang="de-DE"/>
              <a:t>, 14pt</a:t>
            </a:r>
          </a:p>
        </p:txBody>
      </p:sp>
      <p:sp>
        <p:nvSpPr>
          <p:cNvPr id="12" name="Textplatzhalter 11">
            <a:extLst>
              <a:ext uri="{FF2B5EF4-FFF2-40B4-BE49-F238E27FC236}">
                <a16:creationId xmlns:a16="http://schemas.microsoft.com/office/drawing/2014/main" id="{6522B304-F9AB-E34F-BE56-638005DF246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299889" y="4193575"/>
            <a:ext cx="4149124" cy="276999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800" baseline="0">
                <a:solidFill>
                  <a:schemeClr val="tx2"/>
                </a:solidFill>
              </a:defRPr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de-DE" err="1"/>
              <a:t>Corpo</a:t>
            </a:r>
            <a:r>
              <a:rPr lang="de-DE"/>
              <a:t> del </a:t>
            </a:r>
            <a:r>
              <a:rPr lang="de-DE" err="1"/>
              <a:t>testo</a:t>
            </a:r>
            <a:r>
              <a:rPr lang="de-DE"/>
              <a:t>, 14pt</a:t>
            </a:r>
          </a:p>
        </p:txBody>
      </p:sp>
      <p:sp>
        <p:nvSpPr>
          <p:cNvPr id="14" name="Textplatzhalter 11">
            <a:extLst>
              <a:ext uri="{FF2B5EF4-FFF2-40B4-BE49-F238E27FC236}">
                <a16:creationId xmlns:a16="http://schemas.microsoft.com/office/drawing/2014/main" id="{7F9C5BB6-2386-914B-9890-D9D90DD740D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299889" y="3841284"/>
            <a:ext cx="4149124" cy="276999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800" b="1" i="0" baseline="0">
                <a:solidFill>
                  <a:schemeClr val="accent1"/>
                </a:solidFill>
              </a:defRPr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de-DE" err="1"/>
              <a:t>Titolo</a:t>
            </a:r>
            <a:r>
              <a:rPr lang="de-DE"/>
              <a:t> </a:t>
            </a:r>
            <a:r>
              <a:rPr lang="de-DE" err="1"/>
              <a:t>paragrafo</a:t>
            </a:r>
            <a:r>
              <a:rPr lang="de-DE"/>
              <a:t>, 14pt</a:t>
            </a:r>
          </a:p>
        </p:txBody>
      </p:sp>
      <p:sp>
        <p:nvSpPr>
          <p:cNvPr id="15" name="Textplatzhalter 11">
            <a:extLst>
              <a:ext uri="{FF2B5EF4-FFF2-40B4-BE49-F238E27FC236}">
                <a16:creationId xmlns:a16="http://schemas.microsoft.com/office/drawing/2014/main" id="{30625A17-7FA6-CF47-A798-81E3D04207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299889" y="5289902"/>
            <a:ext cx="4149124" cy="276999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800" baseline="0">
                <a:solidFill>
                  <a:schemeClr val="tx2"/>
                </a:solidFill>
              </a:defRPr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de-DE" err="1"/>
              <a:t>Corpo</a:t>
            </a:r>
            <a:r>
              <a:rPr lang="de-DE"/>
              <a:t> del </a:t>
            </a:r>
            <a:r>
              <a:rPr lang="de-DE" err="1"/>
              <a:t>testo</a:t>
            </a:r>
            <a:r>
              <a:rPr lang="de-DE"/>
              <a:t>, 14pt</a:t>
            </a:r>
          </a:p>
        </p:txBody>
      </p:sp>
      <p:sp>
        <p:nvSpPr>
          <p:cNvPr id="17" name="Textplatzhalter 11">
            <a:extLst>
              <a:ext uri="{FF2B5EF4-FFF2-40B4-BE49-F238E27FC236}">
                <a16:creationId xmlns:a16="http://schemas.microsoft.com/office/drawing/2014/main" id="{7C8C6420-07E4-ED4F-8662-3A4C18FA2E4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299889" y="4937611"/>
            <a:ext cx="4149124" cy="276999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800" b="1" i="0" baseline="0">
                <a:solidFill>
                  <a:schemeClr val="accent1"/>
                </a:solidFill>
              </a:defRPr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de-DE" err="1"/>
              <a:t>Titolo</a:t>
            </a:r>
            <a:r>
              <a:rPr lang="de-DE"/>
              <a:t> </a:t>
            </a:r>
            <a:r>
              <a:rPr lang="de-DE" err="1"/>
              <a:t>paragrafo</a:t>
            </a:r>
            <a:r>
              <a:rPr lang="de-DE"/>
              <a:t>, 14pt</a:t>
            </a:r>
          </a:p>
        </p:txBody>
      </p:sp>
      <p:sp>
        <p:nvSpPr>
          <p:cNvPr id="18" name="Textplatzhalter 11">
            <a:extLst>
              <a:ext uri="{FF2B5EF4-FFF2-40B4-BE49-F238E27FC236}">
                <a16:creationId xmlns:a16="http://schemas.microsoft.com/office/drawing/2014/main" id="{EFC04EC3-23D2-104D-893B-2318167007A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262395" y="1685659"/>
            <a:ext cx="828676" cy="492443"/>
          </a:xfrm>
          <a:prstGeom prst="rect">
            <a:avLst/>
          </a:prstGeom>
        </p:spPr>
        <p:txBody>
          <a:bodyPr anchor="ctr" anchorCtr="1">
            <a:sp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3200" baseline="0">
                <a:solidFill>
                  <a:schemeClr val="bg1"/>
                </a:solidFill>
              </a:defRPr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de-DE"/>
              <a:t>N</a:t>
            </a:r>
          </a:p>
        </p:txBody>
      </p:sp>
      <p:sp>
        <p:nvSpPr>
          <p:cNvPr id="19" name="Textplatzhalter 11">
            <a:extLst>
              <a:ext uri="{FF2B5EF4-FFF2-40B4-BE49-F238E27FC236}">
                <a16:creationId xmlns:a16="http://schemas.microsoft.com/office/drawing/2014/main" id="{D68D71F3-A450-E940-8D76-219B632826A6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262394" y="2816018"/>
            <a:ext cx="828676" cy="492443"/>
          </a:xfrm>
          <a:prstGeom prst="rect">
            <a:avLst/>
          </a:prstGeom>
        </p:spPr>
        <p:txBody>
          <a:bodyPr anchor="ctr" anchorCtr="1">
            <a:sp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3200" baseline="0">
                <a:solidFill>
                  <a:schemeClr val="bg1"/>
                </a:solidFill>
              </a:defRPr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de-DE"/>
              <a:t>N</a:t>
            </a:r>
          </a:p>
        </p:txBody>
      </p:sp>
      <p:sp>
        <p:nvSpPr>
          <p:cNvPr id="20" name="Textplatzhalter 11">
            <a:extLst>
              <a:ext uri="{FF2B5EF4-FFF2-40B4-BE49-F238E27FC236}">
                <a16:creationId xmlns:a16="http://schemas.microsoft.com/office/drawing/2014/main" id="{0D7B2CFF-04DE-D04B-8747-4EA1C09642F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262393" y="3946377"/>
            <a:ext cx="828676" cy="492443"/>
          </a:xfrm>
          <a:prstGeom prst="rect">
            <a:avLst/>
          </a:prstGeom>
        </p:spPr>
        <p:txBody>
          <a:bodyPr anchor="ctr" anchorCtr="1">
            <a:sp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3200" baseline="0">
                <a:solidFill>
                  <a:schemeClr val="bg1"/>
                </a:solidFill>
              </a:defRPr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de-DE"/>
              <a:t>N</a:t>
            </a:r>
          </a:p>
        </p:txBody>
      </p:sp>
      <p:sp>
        <p:nvSpPr>
          <p:cNvPr id="21" name="Textplatzhalter 11">
            <a:extLst>
              <a:ext uri="{FF2B5EF4-FFF2-40B4-BE49-F238E27FC236}">
                <a16:creationId xmlns:a16="http://schemas.microsoft.com/office/drawing/2014/main" id="{725B82B9-7E2C-3E42-990F-7B83EE8CD67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262392" y="5076736"/>
            <a:ext cx="828676" cy="492443"/>
          </a:xfrm>
          <a:prstGeom prst="rect">
            <a:avLst/>
          </a:prstGeom>
        </p:spPr>
        <p:txBody>
          <a:bodyPr anchor="ctr" anchorCtr="1">
            <a:sp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3200" baseline="0">
                <a:solidFill>
                  <a:schemeClr val="bg1"/>
                </a:solidFill>
              </a:defRPr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de-DE"/>
              <a:t>N</a:t>
            </a:r>
          </a:p>
        </p:txBody>
      </p:sp>
      <p:sp>
        <p:nvSpPr>
          <p:cNvPr id="22" name="Rectangle 2">
            <a:extLst>
              <a:ext uri="{FF2B5EF4-FFF2-40B4-BE49-F238E27FC236}">
                <a16:creationId xmlns:a16="http://schemas.microsoft.com/office/drawing/2014/main" id="{002C1EB2-25F7-584B-8429-B262B30C33E6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18523" y="409465"/>
            <a:ext cx="11089875" cy="454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6800" rIns="90000" bIns="46800" numCol="1" anchor="b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it-IT"/>
              <a:t>Titolo SEGOE </a:t>
            </a:r>
            <a:r>
              <a:rPr lang="it-IT" err="1"/>
              <a:t>Ui</a:t>
            </a:r>
            <a:r>
              <a:rPr lang="it-IT"/>
              <a:t> 26pt </a:t>
            </a:r>
          </a:p>
        </p:txBody>
      </p:sp>
      <p:sp>
        <p:nvSpPr>
          <p:cNvPr id="23" name="Segnaposto contenuto 3">
            <a:extLst>
              <a:ext uri="{FF2B5EF4-FFF2-40B4-BE49-F238E27FC236}">
                <a16:creationId xmlns:a16="http://schemas.microsoft.com/office/drawing/2014/main" id="{BAAC87B5-90C3-AD4A-8372-F52644EEDECD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421548" y="912709"/>
            <a:ext cx="11089875" cy="301557"/>
          </a:xfrm>
        </p:spPr>
        <p:txBody>
          <a:bodyPr>
            <a:spAutoFit/>
          </a:bodyPr>
          <a:lstStyle>
            <a:lvl1pPr>
              <a:defRPr b="1"/>
            </a:lvl1pPr>
          </a:lstStyle>
          <a:p>
            <a:r>
              <a:rPr lang="x-none" sz="1800"/>
              <a:t>Sottotitolo Segoe UI 18pt</a:t>
            </a:r>
          </a:p>
        </p:txBody>
      </p:sp>
    </p:spTree>
    <p:extLst>
      <p:ext uri="{BB962C8B-B14F-4D97-AF65-F5344CB8AC3E}">
        <p14:creationId xmlns:p14="http://schemas.microsoft.com/office/powerpoint/2010/main" val="486465503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cap foto 1 boll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>
            <a:extLst>
              <a:ext uri="{FF2B5EF4-FFF2-40B4-BE49-F238E27FC236}">
                <a16:creationId xmlns:a16="http://schemas.microsoft.com/office/drawing/2014/main" id="{4D7DC163-16A3-6B4D-BD86-55DF641F30D3}"/>
              </a:ext>
            </a:extLst>
          </p:cNvPr>
          <p:cNvSpPr txBox="1"/>
          <p:nvPr userDrawn="1"/>
        </p:nvSpPr>
        <p:spPr>
          <a:xfrm>
            <a:off x="11492089" y="282222"/>
            <a:ext cx="0" cy="0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/>
            <a:endParaRPr lang="x-none" sz="2000" err="1">
              <a:solidFill>
                <a:schemeClr val="bg2"/>
              </a:solidFill>
            </a:endParaRPr>
          </a:p>
        </p:txBody>
      </p:sp>
      <p:pic>
        <p:nvPicPr>
          <p:cNvPr id="8" name="Segnaposto immagine 7" descr="Immagine che contiene cielo, esterni, montagna, natura&#10;&#10;Descrizione generata automaticamente">
            <a:extLst>
              <a:ext uri="{FF2B5EF4-FFF2-40B4-BE49-F238E27FC236}">
                <a16:creationId xmlns:a16="http://schemas.microsoft.com/office/drawing/2014/main" id="{D1275D96-A362-FA49-A3F1-E4B6FFE767B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-2459" y="0"/>
            <a:ext cx="11717867" cy="6858000"/>
          </a:xfrm>
          <a:prstGeom prst="rect">
            <a:avLst/>
          </a:prstGeom>
        </p:spPr>
      </p:pic>
      <p:sp>
        <p:nvSpPr>
          <p:cNvPr id="9" name="Ovale 8">
            <a:extLst>
              <a:ext uri="{FF2B5EF4-FFF2-40B4-BE49-F238E27FC236}">
                <a16:creationId xmlns:a16="http://schemas.microsoft.com/office/drawing/2014/main" id="{C1AD07F1-B6FE-3745-B7CB-1EEA38B786F9}"/>
              </a:ext>
            </a:extLst>
          </p:cNvPr>
          <p:cNvSpPr/>
          <p:nvPr userDrawn="1"/>
        </p:nvSpPr>
        <p:spPr>
          <a:xfrm>
            <a:off x="3625348" y="1283765"/>
            <a:ext cx="4569829" cy="4645025"/>
          </a:xfrm>
          <a:prstGeom prst="ellipse">
            <a:avLst/>
          </a:prstGeom>
          <a:solidFill>
            <a:srgbClr val="009FD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endParaRPr lang="it-IT" sz="1600">
              <a:solidFill>
                <a:schemeClr val="bg1"/>
              </a:solidFill>
              <a:cs typeface="Calibri" panose="020F0502020204030204" pitchFamily="34" charset="0"/>
            </a:endParaRPr>
          </a:p>
        </p:txBody>
      </p:sp>
      <p:sp>
        <p:nvSpPr>
          <p:cNvPr id="11" name="Textplatzhalter 11">
            <a:extLst>
              <a:ext uri="{FF2B5EF4-FFF2-40B4-BE49-F238E27FC236}">
                <a16:creationId xmlns:a16="http://schemas.microsoft.com/office/drawing/2014/main" id="{ADBE9827-3D75-A748-91B8-91F90100ADF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641272" y="3439581"/>
            <a:ext cx="4555672" cy="276999"/>
          </a:xfrm>
          <a:prstGeom prst="rect">
            <a:avLst/>
          </a:prstGeom>
        </p:spPr>
        <p:txBody>
          <a:bodyPr wrap="square" anchor="ctr" anchorCtr="1">
            <a:sp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800">
                <a:solidFill>
                  <a:schemeClr val="bg1"/>
                </a:solidFill>
              </a:defRPr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de-DE" err="1"/>
              <a:t>Corpo</a:t>
            </a:r>
            <a:r>
              <a:rPr lang="de-DE"/>
              <a:t> del </a:t>
            </a:r>
            <a:r>
              <a:rPr lang="de-DE" err="1"/>
              <a:t>testo</a:t>
            </a:r>
            <a:r>
              <a:rPr lang="de-DE"/>
              <a:t>, 18pt</a:t>
            </a:r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C62C2E1F-BEC8-6D42-8480-D70938E809D0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18523" y="409465"/>
            <a:ext cx="11089875" cy="454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6800" rIns="90000" bIns="46800" numCol="1" anchor="b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it-IT"/>
              <a:t>Titolo SEGOE </a:t>
            </a:r>
            <a:r>
              <a:rPr lang="it-IT" err="1"/>
              <a:t>Ui</a:t>
            </a:r>
            <a:r>
              <a:rPr lang="it-IT"/>
              <a:t> 26pt </a:t>
            </a:r>
          </a:p>
        </p:txBody>
      </p:sp>
      <p:sp>
        <p:nvSpPr>
          <p:cNvPr id="13" name="Segnaposto contenuto 3">
            <a:extLst>
              <a:ext uri="{FF2B5EF4-FFF2-40B4-BE49-F238E27FC236}">
                <a16:creationId xmlns:a16="http://schemas.microsoft.com/office/drawing/2014/main" id="{B28E514E-6F27-BD4B-857C-E6FB0EDBF869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421548" y="912709"/>
            <a:ext cx="11089875" cy="301557"/>
          </a:xfrm>
        </p:spPr>
        <p:txBody>
          <a:bodyPr>
            <a:spAutoFit/>
          </a:bodyPr>
          <a:lstStyle>
            <a:lvl1pPr>
              <a:defRPr b="1"/>
            </a:lvl1pPr>
          </a:lstStyle>
          <a:p>
            <a:r>
              <a:rPr lang="x-none" sz="1800"/>
              <a:t>Sottotitolo Segoe UI 18pt</a:t>
            </a:r>
          </a:p>
        </p:txBody>
      </p:sp>
    </p:spTree>
    <p:extLst>
      <p:ext uri="{BB962C8B-B14F-4D97-AF65-F5344CB8AC3E}">
        <p14:creationId xmlns:p14="http://schemas.microsoft.com/office/powerpoint/2010/main" val="672316840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cap foto 3 bolli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>
            <a:extLst>
              <a:ext uri="{FF2B5EF4-FFF2-40B4-BE49-F238E27FC236}">
                <a16:creationId xmlns:a16="http://schemas.microsoft.com/office/drawing/2014/main" id="{4D7DC163-16A3-6B4D-BD86-55DF641F30D3}"/>
              </a:ext>
            </a:extLst>
          </p:cNvPr>
          <p:cNvSpPr txBox="1"/>
          <p:nvPr userDrawn="1"/>
        </p:nvSpPr>
        <p:spPr>
          <a:xfrm>
            <a:off x="11492089" y="282222"/>
            <a:ext cx="0" cy="0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/>
            <a:endParaRPr lang="x-none" sz="2000" err="1">
              <a:solidFill>
                <a:schemeClr val="bg2"/>
              </a:solidFill>
            </a:endParaRPr>
          </a:p>
        </p:txBody>
      </p:sp>
      <p:sp>
        <p:nvSpPr>
          <p:cNvPr id="9" name="Ovale 3">
            <a:extLst>
              <a:ext uri="{FF2B5EF4-FFF2-40B4-BE49-F238E27FC236}">
                <a16:creationId xmlns:a16="http://schemas.microsoft.com/office/drawing/2014/main" id="{455AD537-D1D6-EB43-BE15-582A872713F5}"/>
              </a:ext>
            </a:extLst>
          </p:cNvPr>
          <p:cNvSpPr/>
          <p:nvPr userDrawn="1"/>
        </p:nvSpPr>
        <p:spPr>
          <a:xfrm>
            <a:off x="1004491" y="1957613"/>
            <a:ext cx="2929293" cy="2929293"/>
          </a:xfrm>
          <a:prstGeom prst="ellipse">
            <a:avLst/>
          </a:prstGeom>
          <a:solidFill>
            <a:srgbClr val="009FD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400">
              <a:solidFill>
                <a:schemeClr val="bg1"/>
              </a:solidFill>
              <a:cs typeface="Calibri" panose="020F0502020204030204" pitchFamily="34" charset="0"/>
            </a:endParaRPr>
          </a:p>
        </p:txBody>
      </p:sp>
      <p:sp>
        <p:nvSpPr>
          <p:cNvPr id="10" name="Ovale 3">
            <a:extLst>
              <a:ext uri="{FF2B5EF4-FFF2-40B4-BE49-F238E27FC236}">
                <a16:creationId xmlns:a16="http://schemas.microsoft.com/office/drawing/2014/main" id="{A903F4E0-DEAD-3340-A669-2775B6FE2883}"/>
              </a:ext>
            </a:extLst>
          </p:cNvPr>
          <p:cNvSpPr/>
          <p:nvPr userDrawn="1"/>
        </p:nvSpPr>
        <p:spPr>
          <a:xfrm>
            <a:off x="4439593" y="1957613"/>
            <a:ext cx="2929293" cy="2929293"/>
          </a:xfrm>
          <a:prstGeom prst="ellipse">
            <a:avLst/>
          </a:prstGeom>
          <a:solidFill>
            <a:srgbClr val="009FD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400">
              <a:solidFill>
                <a:schemeClr val="bg1"/>
              </a:solidFill>
              <a:cs typeface="Calibri" panose="020F0502020204030204" pitchFamily="34" charset="0"/>
            </a:endParaRPr>
          </a:p>
        </p:txBody>
      </p:sp>
      <p:sp>
        <p:nvSpPr>
          <p:cNvPr id="12" name="Ovale 3">
            <a:extLst>
              <a:ext uri="{FF2B5EF4-FFF2-40B4-BE49-F238E27FC236}">
                <a16:creationId xmlns:a16="http://schemas.microsoft.com/office/drawing/2014/main" id="{7B6B4F1D-CC7A-3343-A8E9-94ACA3D4ADCA}"/>
              </a:ext>
            </a:extLst>
          </p:cNvPr>
          <p:cNvSpPr/>
          <p:nvPr userDrawn="1"/>
        </p:nvSpPr>
        <p:spPr>
          <a:xfrm>
            <a:off x="7874695" y="1957613"/>
            <a:ext cx="2929293" cy="2929293"/>
          </a:xfrm>
          <a:prstGeom prst="ellipse">
            <a:avLst/>
          </a:prstGeom>
          <a:solidFill>
            <a:srgbClr val="009FD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400">
              <a:solidFill>
                <a:schemeClr val="bg1"/>
              </a:solidFill>
              <a:cs typeface="Calibri" panose="020F0502020204030204" pitchFamily="34" charset="0"/>
            </a:endParaRPr>
          </a:p>
          <a:p>
            <a:pPr algn="ctr"/>
            <a:endParaRPr lang="it-IT" sz="1400" b="1">
              <a:solidFill>
                <a:schemeClr val="bg1"/>
              </a:solidFill>
              <a:cs typeface="Calibri" panose="020F0502020204030204" pitchFamily="34" charset="0"/>
            </a:endParaRPr>
          </a:p>
        </p:txBody>
      </p:sp>
      <p:sp>
        <p:nvSpPr>
          <p:cNvPr id="13" name="Textplatzhalter 11">
            <a:extLst>
              <a:ext uri="{FF2B5EF4-FFF2-40B4-BE49-F238E27FC236}">
                <a16:creationId xmlns:a16="http://schemas.microsoft.com/office/drawing/2014/main" id="{104F3B48-5016-C242-9BF1-1CE860189E6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04491" y="3299149"/>
            <a:ext cx="2929293" cy="246221"/>
          </a:xfrm>
          <a:prstGeom prst="rect">
            <a:avLst/>
          </a:prstGeom>
        </p:spPr>
        <p:txBody>
          <a:bodyPr anchor="ctr" anchorCtr="1">
            <a:sp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600">
                <a:solidFill>
                  <a:schemeClr val="bg1"/>
                </a:solidFill>
              </a:defRPr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de-DE" err="1"/>
              <a:t>Corpo</a:t>
            </a:r>
            <a:r>
              <a:rPr lang="de-DE"/>
              <a:t> del </a:t>
            </a:r>
            <a:r>
              <a:rPr lang="de-DE" err="1"/>
              <a:t>testo</a:t>
            </a:r>
            <a:r>
              <a:rPr lang="de-DE"/>
              <a:t>, 16pt</a:t>
            </a:r>
          </a:p>
        </p:txBody>
      </p:sp>
      <p:sp>
        <p:nvSpPr>
          <p:cNvPr id="14" name="Textplatzhalter 11">
            <a:extLst>
              <a:ext uri="{FF2B5EF4-FFF2-40B4-BE49-F238E27FC236}">
                <a16:creationId xmlns:a16="http://schemas.microsoft.com/office/drawing/2014/main" id="{0A8A2363-2703-6A45-B989-A3B0117A026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437150" y="3305892"/>
            <a:ext cx="2929293" cy="246221"/>
          </a:xfrm>
          <a:prstGeom prst="rect">
            <a:avLst/>
          </a:prstGeom>
        </p:spPr>
        <p:txBody>
          <a:bodyPr anchor="ctr" anchorCtr="1">
            <a:sp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600">
                <a:solidFill>
                  <a:schemeClr val="bg1"/>
                </a:solidFill>
              </a:defRPr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de-DE" err="1"/>
              <a:t>Corpo</a:t>
            </a:r>
            <a:r>
              <a:rPr lang="de-DE"/>
              <a:t> del </a:t>
            </a:r>
            <a:r>
              <a:rPr lang="de-DE" err="1"/>
              <a:t>testo</a:t>
            </a:r>
            <a:r>
              <a:rPr lang="de-DE"/>
              <a:t>, 16pt</a:t>
            </a:r>
          </a:p>
        </p:txBody>
      </p:sp>
      <p:sp>
        <p:nvSpPr>
          <p:cNvPr id="15" name="Textplatzhalter 11">
            <a:extLst>
              <a:ext uri="{FF2B5EF4-FFF2-40B4-BE49-F238E27FC236}">
                <a16:creationId xmlns:a16="http://schemas.microsoft.com/office/drawing/2014/main" id="{607B227B-DBD9-5442-9C23-800903A4B60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872572" y="3312635"/>
            <a:ext cx="2929293" cy="246221"/>
          </a:xfrm>
          <a:prstGeom prst="rect">
            <a:avLst/>
          </a:prstGeom>
        </p:spPr>
        <p:txBody>
          <a:bodyPr anchor="ctr" anchorCtr="1">
            <a:sp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600">
                <a:solidFill>
                  <a:schemeClr val="bg1"/>
                </a:solidFill>
              </a:defRPr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de-DE" err="1"/>
              <a:t>Corpo</a:t>
            </a:r>
            <a:r>
              <a:rPr lang="de-DE"/>
              <a:t> del </a:t>
            </a:r>
            <a:r>
              <a:rPr lang="de-DE" err="1"/>
              <a:t>testo</a:t>
            </a:r>
            <a:r>
              <a:rPr lang="de-DE"/>
              <a:t>, 16pt</a:t>
            </a:r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474650FF-F2CE-894D-91B3-217BE546902D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18523" y="409465"/>
            <a:ext cx="11089875" cy="454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6800" rIns="90000" bIns="46800" numCol="1" anchor="b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it-IT"/>
              <a:t>Titolo SEGOE </a:t>
            </a:r>
            <a:r>
              <a:rPr lang="it-IT" err="1"/>
              <a:t>Ui</a:t>
            </a:r>
            <a:r>
              <a:rPr lang="it-IT"/>
              <a:t> 26pt </a:t>
            </a:r>
          </a:p>
        </p:txBody>
      </p:sp>
      <p:sp>
        <p:nvSpPr>
          <p:cNvPr id="19" name="Segnaposto contenuto 3">
            <a:extLst>
              <a:ext uri="{FF2B5EF4-FFF2-40B4-BE49-F238E27FC236}">
                <a16:creationId xmlns:a16="http://schemas.microsoft.com/office/drawing/2014/main" id="{EB0B26FC-103A-A84D-9ABD-DE7F72F68DBF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421548" y="912709"/>
            <a:ext cx="11089875" cy="301557"/>
          </a:xfrm>
        </p:spPr>
        <p:txBody>
          <a:bodyPr>
            <a:spAutoFit/>
          </a:bodyPr>
          <a:lstStyle>
            <a:lvl1pPr>
              <a:defRPr b="1"/>
            </a:lvl1pPr>
          </a:lstStyle>
          <a:p>
            <a:r>
              <a:rPr lang="x-none" sz="1800"/>
              <a:t>Sottotitolo Segoe UI 18pt</a:t>
            </a:r>
          </a:p>
        </p:txBody>
      </p:sp>
    </p:spTree>
    <p:extLst>
      <p:ext uri="{BB962C8B-B14F-4D97-AF65-F5344CB8AC3E}">
        <p14:creationId xmlns:p14="http://schemas.microsoft.com/office/powerpoint/2010/main" val="38730882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Recap 4 boll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vale 3">
            <a:extLst>
              <a:ext uri="{FF2B5EF4-FFF2-40B4-BE49-F238E27FC236}">
                <a16:creationId xmlns:a16="http://schemas.microsoft.com/office/drawing/2014/main" id="{7F657B2B-C4C8-1249-A9BE-34F0447B80C0}"/>
              </a:ext>
            </a:extLst>
          </p:cNvPr>
          <p:cNvSpPr/>
          <p:nvPr userDrawn="1"/>
        </p:nvSpPr>
        <p:spPr>
          <a:xfrm>
            <a:off x="442284" y="2315660"/>
            <a:ext cx="2253053" cy="2253053"/>
          </a:xfrm>
          <a:prstGeom prst="ellipse">
            <a:avLst/>
          </a:prstGeom>
          <a:solidFill>
            <a:srgbClr val="009FD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400">
              <a:solidFill>
                <a:schemeClr val="bg1"/>
              </a:solidFill>
              <a:cs typeface="Calibri" panose="020F0502020204030204" pitchFamily="34" charset="0"/>
            </a:endParaRPr>
          </a:p>
        </p:txBody>
      </p:sp>
      <p:sp>
        <p:nvSpPr>
          <p:cNvPr id="10" name="Ovale 3">
            <a:extLst>
              <a:ext uri="{FF2B5EF4-FFF2-40B4-BE49-F238E27FC236}">
                <a16:creationId xmlns:a16="http://schemas.microsoft.com/office/drawing/2014/main" id="{D0A04736-61ED-B84D-AD30-29526471FDD4}"/>
              </a:ext>
            </a:extLst>
          </p:cNvPr>
          <p:cNvSpPr/>
          <p:nvPr userDrawn="1"/>
        </p:nvSpPr>
        <p:spPr>
          <a:xfrm>
            <a:off x="3374635" y="2315659"/>
            <a:ext cx="2253053" cy="2253053"/>
          </a:xfrm>
          <a:prstGeom prst="ellipse">
            <a:avLst/>
          </a:prstGeom>
          <a:solidFill>
            <a:srgbClr val="009FD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400">
              <a:solidFill>
                <a:schemeClr val="bg1"/>
              </a:solidFill>
              <a:cs typeface="Calibri" panose="020F0502020204030204" pitchFamily="34" charset="0"/>
            </a:endParaRPr>
          </a:p>
        </p:txBody>
      </p:sp>
      <p:sp>
        <p:nvSpPr>
          <p:cNvPr id="11" name="Ovale 3">
            <a:extLst>
              <a:ext uri="{FF2B5EF4-FFF2-40B4-BE49-F238E27FC236}">
                <a16:creationId xmlns:a16="http://schemas.microsoft.com/office/drawing/2014/main" id="{F3D524E6-F68A-7942-95AB-42CE564CF46D}"/>
              </a:ext>
            </a:extLst>
          </p:cNvPr>
          <p:cNvSpPr/>
          <p:nvPr userDrawn="1"/>
        </p:nvSpPr>
        <p:spPr>
          <a:xfrm>
            <a:off x="6323310" y="2315660"/>
            <a:ext cx="2253053" cy="2253053"/>
          </a:xfrm>
          <a:prstGeom prst="ellipse">
            <a:avLst/>
          </a:prstGeom>
          <a:solidFill>
            <a:srgbClr val="009FD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400">
              <a:solidFill>
                <a:schemeClr val="bg1"/>
              </a:solidFill>
              <a:cs typeface="Calibri" panose="020F0502020204030204" pitchFamily="34" charset="0"/>
            </a:endParaRPr>
          </a:p>
        </p:txBody>
      </p:sp>
      <p:sp>
        <p:nvSpPr>
          <p:cNvPr id="12" name="Ovale 3">
            <a:extLst>
              <a:ext uri="{FF2B5EF4-FFF2-40B4-BE49-F238E27FC236}">
                <a16:creationId xmlns:a16="http://schemas.microsoft.com/office/drawing/2014/main" id="{066B8F5B-1B46-DE4C-A174-BFAC4584F32C}"/>
              </a:ext>
            </a:extLst>
          </p:cNvPr>
          <p:cNvSpPr/>
          <p:nvPr userDrawn="1"/>
        </p:nvSpPr>
        <p:spPr>
          <a:xfrm>
            <a:off x="9233889" y="2315659"/>
            <a:ext cx="2253053" cy="2253053"/>
          </a:xfrm>
          <a:prstGeom prst="ellipse">
            <a:avLst/>
          </a:prstGeom>
          <a:solidFill>
            <a:srgbClr val="009FD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400">
              <a:solidFill>
                <a:schemeClr val="bg1"/>
              </a:solidFill>
              <a:cs typeface="Calibri" panose="020F0502020204030204" pitchFamily="34" charset="0"/>
            </a:endParaRPr>
          </a:p>
        </p:txBody>
      </p:sp>
      <p:sp>
        <p:nvSpPr>
          <p:cNvPr id="18" name="Textplatzhalter 11">
            <a:extLst>
              <a:ext uri="{FF2B5EF4-FFF2-40B4-BE49-F238E27FC236}">
                <a16:creationId xmlns:a16="http://schemas.microsoft.com/office/drawing/2014/main" id="{DE6F66A3-314D-EB41-B9A0-66AA18DDE0D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335486" y="3308286"/>
            <a:ext cx="2215941" cy="246221"/>
          </a:xfrm>
          <a:prstGeom prst="rect">
            <a:avLst/>
          </a:prstGeom>
        </p:spPr>
        <p:txBody>
          <a:bodyPr wrap="square" anchor="ctr" anchorCtr="1">
            <a:sp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600">
                <a:solidFill>
                  <a:schemeClr val="bg1"/>
                </a:solidFill>
              </a:defRPr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de-DE" err="1"/>
              <a:t>Corpo</a:t>
            </a:r>
            <a:r>
              <a:rPr lang="de-DE"/>
              <a:t> del </a:t>
            </a:r>
            <a:r>
              <a:rPr lang="de-DE" err="1"/>
              <a:t>testo</a:t>
            </a:r>
            <a:r>
              <a:rPr lang="de-DE"/>
              <a:t>, 16pt</a:t>
            </a:r>
          </a:p>
        </p:txBody>
      </p:sp>
      <p:sp>
        <p:nvSpPr>
          <p:cNvPr id="19" name="Textplatzhalter 11">
            <a:extLst>
              <a:ext uri="{FF2B5EF4-FFF2-40B4-BE49-F238E27FC236}">
                <a16:creationId xmlns:a16="http://schemas.microsoft.com/office/drawing/2014/main" id="{EEE2BDB7-2E65-DE48-ADD5-34233A637E6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241971" y="3316452"/>
            <a:ext cx="2220035" cy="246221"/>
          </a:xfrm>
          <a:prstGeom prst="rect">
            <a:avLst/>
          </a:prstGeom>
        </p:spPr>
        <p:txBody>
          <a:bodyPr wrap="square" anchor="ctr" anchorCtr="1">
            <a:sp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600">
                <a:solidFill>
                  <a:schemeClr val="bg1"/>
                </a:solidFill>
              </a:defRPr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de-DE" err="1"/>
              <a:t>Corpo</a:t>
            </a:r>
            <a:r>
              <a:rPr lang="de-DE"/>
              <a:t> del </a:t>
            </a:r>
            <a:r>
              <a:rPr lang="de-DE" err="1"/>
              <a:t>testo</a:t>
            </a:r>
            <a:r>
              <a:rPr lang="de-DE"/>
              <a:t>, 16pt</a:t>
            </a:r>
          </a:p>
        </p:txBody>
      </p:sp>
      <p:sp>
        <p:nvSpPr>
          <p:cNvPr id="22" name="Textplatzhalter 11">
            <a:extLst>
              <a:ext uri="{FF2B5EF4-FFF2-40B4-BE49-F238E27FC236}">
                <a16:creationId xmlns:a16="http://schemas.microsoft.com/office/drawing/2014/main" id="{25F6AF7F-6A6C-DE4E-8488-49C3E5DD623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374634" y="3319074"/>
            <a:ext cx="2253053" cy="246221"/>
          </a:xfrm>
          <a:prstGeom prst="rect">
            <a:avLst/>
          </a:prstGeom>
        </p:spPr>
        <p:txBody>
          <a:bodyPr anchor="ctr" anchorCtr="1">
            <a:sp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600">
                <a:solidFill>
                  <a:schemeClr val="bg1"/>
                </a:solidFill>
              </a:defRPr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de-DE" err="1"/>
              <a:t>Corpo</a:t>
            </a:r>
            <a:r>
              <a:rPr lang="de-DE"/>
              <a:t> del </a:t>
            </a:r>
            <a:r>
              <a:rPr lang="de-DE" err="1"/>
              <a:t>testo</a:t>
            </a:r>
            <a:r>
              <a:rPr lang="de-DE"/>
              <a:t>, 16pt</a:t>
            </a:r>
          </a:p>
        </p:txBody>
      </p:sp>
      <p:sp>
        <p:nvSpPr>
          <p:cNvPr id="15" name="Rectangle 2">
            <a:extLst>
              <a:ext uri="{FF2B5EF4-FFF2-40B4-BE49-F238E27FC236}">
                <a16:creationId xmlns:a16="http://schemas.microsoft.com/office/drawing/2014/main" id="{3DE85340-EFC5-FD42-97A6-60519FC2498E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18523" y="409465"/>
            <a:ext cx="11089875" cy="454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6800" rIns="90000" bIns="46800" numCol="1" anchor="b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it-IT"/>
              <a:t>Titolo SEGOE </a:t>
            </a:r>
            <a:r>
              <a:rPr lang="it-IT" err="1"/>
              <a:t>Ui</a:t>
            </a:r>
            <a:r>
              <a:rPr lang="it-IT"/>
              <a:t> 26pt </a:t>
            </a:r>
          </a:p>
        </p:txBody>
      </p:sp>
      <p:sp>
        <p:nvSpPr>
          <p:cNvPr id="16" name="Segnaposto contenuto 3">
            <a:extLst>
              <a:ext uri="{FF2B5EF4-FFF2-40B4-BE49-F238E27FC236}">
                <a16:creationId xmlns:a16="http://schemas.microsoft.com/office/drawing/2014/main" id="{AD3F91F2-AC9E-7647-8299-0FFCD116AC3E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421548" y="912709"/>
            <a:ext cx="11089875" cy="301557"/>
          </a:xfrm>
        </p:spPr>
        <p:txBody>
          <a:bodyPr>
            <a:spAutoFit/>
          </a:bodyPr>
          <a:lstStyle>
            <a:lvl1pPr>
              <a:defRPr b="1"/>
            </a:lvl1pPr>
          </a:lstStyle>
          <a:p>
            <a:r>
              <a:rPr lang="x-none" sz="1800"/>
              <a:t>Sottotitolo Segoe UI 18pt</a:t>
            </a:r>
          </a:p>
        </p:txBody>
      </p:sp>
      <p:sp>
        <p:nvSpPr>
          <p:cNvPr id="13" name="Textplatzhalter 11">
            <a:extLst>
              <a:ext uri="{FF2B5EF4-FFF2-40B4-BE49-F238E27FC236}">
                <a16:creationId xmlns:a16="http://schemas.microsoft.com/office/drawing/2014/main" id="{CBCB4FEA-637E-C345-851C-38A26590EA0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24604" y="3308187"/>
            <a:ext cx="2253053" cy="246221"/>
          </a:xfrm>
          <a:prstGeom prst="rect">
            <a:avLst/>
          </a:prstGeom>
        </p:spPr>
        <p:txBody>
          <a:bodyPr anchor="ctr" anchorCtr="1">
            <a:sp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600">
                <a:solidFill>
                  <a:schemeClr val="bg1"/>
                </a:solidFill>
              </a:defRPr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de-DE" err="1"/>
              <a:t>Corpo</a:t>
            </a:r>
            <a:r>
              <a:rPr lang="de-DE"/>
              <a:t> del </a:t>
            </a:r>
            <a:r>
              <a:rPr lang="de-DE" err="1"/>
              <a:t>testo</a:t>
            </a:r>
            <a:r>
              <a:rPr lang="de-DE"/>
              <a:t>, 16pt</a:t>
            </a:r>
          </a:p>
        </p:txBody>
      </p:sp>
    </p:spTree>
    <p:extLst>
      <p:ext uri="{BB962C8B-B14F-4D97-AF65-F5344CB8AC3E}">
        <p14:creationId xmlns:p14="http://schemas.microsoft.com/office/powerpoint/2010/main" val="165225002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Rettangolo 7"/>
          <p:cNvSpPr/>
          <p:nvPr/>
        </p:nvSpPr>
        <p:spPr>
          <a:xfrm>
            <a:off x="11719111" y="0"/>
            <a:ext cx="472889" cy="6858000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 anchor="ctr"/>
          <a:lstStyle/>
          <a:p>
            <a:pPr algn="ctr" defTabSz="914400"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9" name="Textplatzhalter 11">
            <a:extLst>
              <a:ext uri="{FF2B5EF4-FFF2-40B4-BE49-F238E27FC236}">
                <a16:creationId xmlns:a16="http://schemas.microsoft.com/office/drawing/2014/main" id="{07DF39E2-63E7-EA4E-9258-B1B4B354425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03949" y="3916521"/>
            <a:ext cx="5303245" cy="576262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ct val="100000"/>
              </a:lnSpc>
              <a:spcAft>
                <a:spcPts val="600"/>
              </a:spcAft>
              <a:buNone/>
              <a:defRPr sz="2000" baseline="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algn="r"/>
            <a:r>
              <a:rPr lang="x-none"/>
              <a:t>I lavori riprenderanno alle ore 00:00</a:t>
            </a:r>
          </a:p>
        </p:txBody>
      </p:sp>
      <p:sp>
        <p:nvSpPr>
          <p:cNvPr id="10" name="Textplatzhalter 11">
            <a:extLst>
              <a:ext uri="{FF2B5EF4-FFF2-40B4-BE49-F238E27FC236}">
                <a16:creationId xmlns:a16="http://schemas.microsoft.com/office/drawing/2014/main" id="{6EABCC49-BCD5-1247-A911-8F7E4F71FE4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03950" y="4913084"/>
            <a:ext cx="5303244" cy="279629"/>
          </a:xfrm>
          <a:prstGeom prst="rect">
            <a:avLst/>
          </a:prstGeom>
        </p:spPr>
        <p:txBody>
          <a:bodyPr anchor="b"/>
          <a:lstStyle>
            <a:lvl1pPr marL="0" indent="0" algn="r">
              <a:lnSpc>
                <a:spcPct val="100000"/>
              </a:lnSpc>
              <a:spcAft>
                <a:spcPts val="600"/>
              </a:spcAft>
              <a:buNone/>
              <a:defRPr sz="1600">
                <a:solidFill>
                  <a:srgbClr val="009FDA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r>
              <a:rPr lang="it-IT" err="1"/>
              <a:t>Next</a:t>
            </a:r>
            <a:r>
              <a:rPr lang="it-IT"/>
              <a:t>: Esempi di grafici</a:t>
            </a:r>
          </a:p>
        </p:txBody>
      </p:sp>
      <p:sp>
        <p:nvSpPr>
          <p:cNvPr id="11" name="Titel 3">
            <a:extLst>
              <a:ext uri="{FF2B5EF4-FFF2-40B4-BE49-F238E27FC236}">
                <a16:creationId xmlns:a16="http://schemas.microsoft.com/office/drawing/2014/main" id="{33F6F65B-DC9E-FC46-9131-A794F238B6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03951" y="3204196"/>
            <a:ext cx="5374786" cy="612775"/>
          </a:xfrm>
          <a:prstGeom prst="rect">
            <a:avLst/>
          </a:prstGeom>
        </p:spPr>
        <p:txBody>
          <a:bodyPr/>
          <a:lstStyle>
            <a:lvl1pPr algn="r">
              <a:lnSpc>
                <a:spcPct val="80000"/>
              </a:lnSpc>
              <a:defRPr sz="3000" b="0" cap="none" baseline="0">
                <a:solidFill>
                  <a:srgbClr val="009FDA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de-DE"/>
              <a:t>BREAK</a:t>
            </a:r>
            <a:endParaRPr lang="it-IT"/>
          </a:p>
        </p:txBody>
      </p:sp>
      <p:pic>
        <p:nvPicPr>
          <p:cNvPr id="7" name="Elemento grafico 6">
            <a:extLst>
              <a:ext uri="{FF2B5EF4-FFF2-40B4-BE49-F238E27FC236}">
                <a16:creationId xmlns:a16="http://schemas.microsoft.com/office/drawing/2014/main" id="{9AD763A0-2817-844D-8611-18E65D306B31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62770" y="6226421"/>
            <a:ext cx="1243014" cy="426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2917759"/>
      </p:ext>
    </p:extLst>
  </p:cSld>
  <p:clrMapOvr>
    <a:masterClrMapping/>
  </p:clrMapOvr>
  <p:transition spd="med"/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ibliografi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3">
            <a:extLst>
              <a:ext uri="{FF2B5EF4-FFF2-40B4-BE49-F238E27FC236}">
                <a16:creationId xmlns:a16="http://schemas.microsoft.com/office/drawing/2014/main" id="{7576439E-E391-4AE6-A2D0-589B441A86B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03950" y="3360242"/>
            <a:ext cx="5384254" cy="463846"/>
          </a:xfrm>
          <a:prstGeom prst="rect">
            <a:avLst/>
          </a:prstGeom>
        </p:spPr>
        <p:txBody>
          <a:bodyPr wrap="square">
            <a:spAutoFit/>
          </a:bodyPr>
          <a:lstStyle>
            <a:lvl1pPr algn="r">
              <a:lnSpc>
                <a:spcPct val="80000"/>
              </a:lnSpc>
              <a:defRPr sz="3000" b="0" cap="none" baseline="0">
                <a:solidFill>
                  <a:srgbClr val="009FDA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de-DE"/>
              <a:t>BIBLIOGRAFIA</a:t>
            </a:r>
            <a:endParaRPr lang="it-IT"/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62A75090-4B50-7F40-9990-80E003C21FD8}"/>
              </a:ext>
            </a:extLst>
          </p:cNvPr>
          <p:cNvSpPr/>
          <p:nvPr userDrawn="1"/>
        </p:nvSpPr>
        <p:spPr>
          <a:xfrm>
            <a:off x="11719112" y="0"/>
            <a:ext cx="472888" cy="6858000"/>
          </a:xfrm>
          <a:prstGeom prst="rect">
            <a:avLst/>
          </a:prstGeom>
          <a:solidFill>
            <a:srgbClr val="009FD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" name="Elemento grafico 10">
            <a:extLst>
              <a:ext uri="{FF2B5EF4-FFF2-40B4-BE49-F238E27FC236}">
                <a16:creationId xmlns:a16="http://schemas.microsoft.com/office/drawing/2014/main" id="{405F0AF0-AC96-5241-81D9-04B5207F80E8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62770" y="6226421"/>
            <a:ext cx="1243014" cy="426383"/>
          </a:xfrm>
          <a:prstGeom prst="rect">
            <a:avLst/>
          </a:prstGeom>
        </p:spPr>
      </p:pic>
      <p:sp>
        <p:nvSpPr>
          <p:cNvPr id="7" name="Segnaposto testo 2">
            <a:extLst>
              <a:ext uri="{FF2B5EF4-FFF2-40B4-BE49-F238E27FC236}">
                <a16:creationId xmlns:a16="http://schemas.microsoft.com/office/drawing/2014/main" id="{307A9D87-33AE-4A48-9094-9AE4DF8039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03949" y="3896751"/>
            <a:ext cx="5300341" cy="301557"/>
          </a:xfrm>
        </p:spPr>
        <p:txBody>
          <a:bodyPr wrap="square" anchor="t">
            <a:spAutoFit/>
          </a:bodyPr>
          <a:lstStyle>
            <a:lvl1pPr algn="r">
              <a:defRPr/>
            </a:lvl1pPr>
          </a:lstStyle>
          <a:p>
            <a:pPr lvl="0">
              <a:buClr>
                <a:srgbClr val="009FDA"/>
              </a:buClr>
            </a:pPr>
            <a:r>
              <a:rPr lang="it-IT" sz="1800"/>
              <a:t>Titolo del Libro - </a:t>
            </a:r>
            <a:r>
              <a:rPr lang="it-IT" sz="1800" i="1"/>
              <a:t>Autore</a:t>
            </a:r>
          </a:p>
        </p:txBody>
      </p:sp>
    </p:spTree>
    <p:extLst>
      <p:ext uri="{BB962C8B-B14F-4D97-AF65-F5344CB8AC3E}">
        <p14:creationId xmlns:p14="http://schemas.microsoft.com/office/powerpoint/2010/main" val="133825579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azi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>
            <a:extLst>
              <a:ext uri="{FF2B5EF4-FFF2-40B4-BE49-F238E27FC236}">
                <a16:creationId xmlns:a16="http://schemas.microsoft.com/office/drawing/2014/main" id="{CE42A533-B852-3D4A-B5F9-CEE6E2914D53}"/>
              </a:ext>
            </a:extLst>
          </p:cNvPr>
          <p:cNvSpPr/>
          <p:nvPr userDrawn="1"/>
        </p:nvSpPr>
        <p:spPr>
          <a:xfrm>
            <a:off x="11719112" y="0"/>
            <a:ext cx="472888" cy="6858000"/>
          </a:xfrm>
          <a:prstGeom prst="rect">
            <a:avLst/>
          </a:prstGeom>
          <a:solidFill>
            <a:srgbClr val="009FD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" name="Elemento grafico 7">
            <a:extLst>
              <a:ext uri="{FF2B5EF4-FFF2-40B4-BE49-F238E27FC236}">
                <a16:creationId xmlns:a16="http://schemas.microsoft.com/office/drawing/2014/main" id="{29F84E21-4B27-4A4F-B83C-99235F46A8C6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62770" y="6226421"/>
            <a:ext cx="1243014" cy="426383"/>
          </a:xfrm>
          <a:prstGeom prst="rect">
            <a:avLst/>
          </a:prstGeom>
        </p:spPr>
      </p:pic>
      <p:sp>
        <p:nvSpPr>
          <p:cNvPr id="5" name="Titel 3">
            <a:extLst>
              <a:ext uri="{FF2B5EF4-FFF2-40B4-BE49-F238E27FC236}">
                <a16:creationId xmlns:a16="http://schemas.microsoft.com/office/drawing/2014/main" id="{F5DB2D84-CE2D-8A4F-A7C4-646C8626190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03949" y="3199738"/>
            <a:ext cx="5395829" cy="612775"/>
          </a:xfrm>
          <a:prstGeom prst="rect">
            <a:avLst/>
          </a:prstGeom>
        </p:spPr>
        <p:txBody>
          <a:bodyPr/>
          <a:lstStyle>
            <a:lvl1pPr algn="r">
              <a:lnSpc>
                <a:spcPct val="80000"/>
              </a:lnSpc>
              <a:defRPr sz="3000" b="0" cap="none" baseline="0">
                <a:solidFill>
                  <a:srgbClr val="009FDA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de-DE"/>
              <a:t>GRAZIE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60350475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pertina bianca visu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tangolo 7">
            <a:extLst>
              <a:ext uri="{FF2B5EF4-FFF2-40B4-BE49-F238E27FC236}">
                <a16:creationId xmlns:a16="http://schemas.microsoft.com/office/drawing/2014/main" id="{5E2D9794-4FDA-DC4D-B838-E0D85730A867}"/>
              </a:ext>
            </a:extLst>
          </p:cNvPr>
          <p:cNvSpPr/>
          <p:nvPr userDrawn="1"/>
        </p:nvSpPr>
        <p:spPr>
          <a:xfrm>
            <a:off x="11719112" y="0"/>
            <a:ext cx="472888" cy="6858000"/>
          </a:xfrm>
          <a:prstGeom prst="rect">
            <a:avLst/>
          </a:prstGeom>
          <a:solidFill>
            <a:srgbClr val="009FDA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itel 3">
            <a:extLst>
              <a:ext uri="{FF2B5EF4-FFF2-40B4-BE49-F238E27FC236}">
                <a16:creationId xmlns:a16="http://schemas.microsoft.com/office/drawing/2014/main" id="{5577DE2E-F011-ED4D-B08F-BB312F1A96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95064" y="3358139"/>
            <a:ext cx="5101612" cy="463846"/>
          </a:xfrm>
          <a:prstGeom prst="rect">
            <a:avLst/>
          </a:prstGeom>
        </p:spPr>
        <p:txBody>
          <a:bodyPr>
            <a:spAutoFit/>
          </a:bodyPr>
          <a:lstStyle>
            <a:lvl1pPr algn="r">
              <a:lnSpc>
                <a:spcPct val="80000"/>
              </a:lnSpc>
              <a:defRPr sz="3000" b="0" cap="none" baseline="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de-DE"/>
              <a:t>TITOLO, 30PT</a:t>
            </a:r>
            <a:endParaRPr lang="it-IT"/>
          </a:p>
        </p:txBody>
      </p:sp>
      <p:sp>
        <p:nvSpPr>
          <p:cNvPr id="7" name="Textplatzhalter 11">
            <a:extLst>
              <a:ext uri="{FF2B5EF4-FFF2-40B4-BE49-F238E27FC236}">
                <a16:creationId xmlns:a16="http://schemas.microsoft.com/office/drawing/2014/main" id="{3DDD7910-F509-334C-BE77-0110B10DAB5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395063" y="3916521"/>
            <a:ext cx="5112131" cy="307777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r">
              <a:lnSpc>
                <a:spcPct val="100000"/>
              </a:lnSpc>
              <a:spcAft>
                <a:spcPts val="600"/>
              </a:spcAft>
              <a:buNone/>
              <a:defRPr sz="2000" baseline="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de-DE" err="1"/>
              <a:t>Informazioni</a:t>
            </a:r>
            <a:r>
              <a:rPr lang="de-DE"/>
              <a:t> </a:t>
            </a:r>
            <a:r>
              <a:rPr lang="de-DE" err="1"/>
              <a:t>aggiuntive</a:t>
            </a:r>
            <a:r>
              <a:rPr lang="de-DE"/>
              <a:t>, 20pt</a:t>
            </a:r>
          </a:p>
        </p:txBody>
      </p:sp>
      <p:sp>
        <p:nvSpPr>
          <p:cNvPr id="9" name="Textplatzhalter 11">
            <a:extLst>
              <a:ext uri="{FF2B5EF4-FFF2-40B4-BE49-F238E27FC236}">
                <a16:creationId xmlns:a16="http://schemas.microsoft.com/office/drawing/2014/main" id="{4E2C4211-D150-2A42-B4D5-F16F09A812F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95063" y="4987979"/>
            <a:ext cx="5112131" cy="246221"/>
          </a:xfrm>
          <a:prstGeom prst="rect">
            <a:avLst/>
          </a:prstGeom>
        </p:spPr>
        <p:txBody>
          <a:bodyPr anchor="b">
            <a:spAutoFit/>
          </a:bodyPr>
          <a:lstStyle>
            <a:lvl1pPr marL="0" indent="0" algn="r">
              <a:lnSpc>
                <a:spcPct val="100000"/>
              </a:lnSpc>
              <a:spcAft>
                <a:spcPts val="600"/>
              </a:spcAft>
              <a:buNone/>
              <a:defRPr sz="1600" baseline="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it-IT"/>
              <a:t>00 mese 0000</a:t>
            </a:r>
          </a:p>
        </p:txBody>
      </p:sp>
      <p:pic>
        <p:nvPicPr>
          <p:cNvPr id="12" name="Image" descr="Image">
            <a:extLst>
              <a:ext uri="{FF2B5EF4-FFF2-40B4-BE49-F238E27FC236}">
                <a16:creationId xmlns:a16="http://schemas.microsoft.com/office/drawing/2014/main" id="{610FB577-3E27-154E-A5FF-4E7C3F6FB74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76137" y="6034031"/>
            <a:ext cx="1846296" cy="633302"/>
          </a:xfrm>
          <a:prstGeom prst="rect">
            <a:avLst/>
          </a:prstGeom>
          <a:ln w="12700">
            <a:miter lim="400000"/>
          </a:ln>
        </p:spPr>
      </p:pic>
      <p:pic>
        <p:nvPicPr>
          <p:cNvPr id="11" name="Immagine 10">
            <a:extLst>
              <a:ext uri="{FF2B5EF4-FFF2-40B4-BE49-F238E27FC236}">
                <a16:creationId xmlns:a16="http://schemas.microsoft.com/office/drawing/2014/main" id="{B9584A26-85A9-4646-9BB1-80897B183CE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620395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2892104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pertina azzurra visual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tangolo 4">
            <a:extLst>
              <a:ext uri="{FF2B5EF4-FFF2-40B4-BE49-F238E27FC236}">
                <a16:creationId xmlns:a16="http://schemas.microsoft.com/office/drawing/2014/main" id="{2FFACC8B-9242-7E4F-8988-7FB1E1FD35BE}"/>
              </a:ext>
            </a:extLst>
          </p:cNvPr>
          <p:cNvSpPr/>
          <p:nvPr userDrawn="1"/>
        </p:nvSpPr>
        <p:spPr>
          <a:xfrm>
            <a:off x="11719112" y="3250874"/>
            <a:ext cx="472888" cy="356251"/>
          </a:xfrm>
          <a:prstGeom prst="rect">
            <a:avLst/>
          </a:prstGeom>
          <a:solidFill>
            <a:srgbClr val="009FDA"/>
          </a:solidFill>
          <a:ln>
            <a:solidFill>
              <a:srgbClr val="009F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/>
            <a:endParaRPr lang="it-IT"/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87DF3F80-6978-8A47-9044-E7705B5DE754}"/>
              </a:ext>
            </a:extLst>
          </p:cNvPr>
          <p:cNvSpPr txBox="1"/>
          <p:nvPr userDrawn="1"/>
        </p:nvSpPr>
        <p:spPr>
          <a:xfrm>
            <a:off x="13923818" y="4779818"/>
            <a:ext cx="0" cy="0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vert="horz" wrap="none" lIns="0" tIns="0" rIns="0" bIns="0" rtlCol="0">
            <a:noAutofit/>
          </a:bodyPr>
          <a:lstStyle/>
          <a:p>
            <a:pPr algn="l"/>
            <a:endParaRPr lang="x-none" sz="2000" err="1">
              <a:solidFill>
                <a:schemeClr val="bg1"/>
              </a:solidFill>
            </a:endParaRPr>
          </a:p>
        </p:txBody>
      </p:sp>
      <p:sp>
        <p:nvSpPr>
          <p:cNvPr id="15" name="Segnaposto numero diapositiva 5">
            <a:extLst>
              <a:ext uri="{FF2B5EF4-FFF2-40B4-BE49-F238E27FC236}">
                <a16:creationId xmlns:a16="http://schemas.microsoft.com/office/drawing/2014/main" id="{35E9E0F6-2753-4545-9D52-D333F0EFA148}"/>
              </a:ext>
            </a:extLst>
          </p:cNvPr>
          <p:cNvSpPr txBox="1">
            <a:spLocks/>
          </p:cNvSpPr>
          <p:nvPr userDrawn="1"/>
        </p:nvSpPr>
        <p:spPr>
          <a:xfrm>
            <a:off x="11866449" y="6534548"/>
            <a:ext cx="176330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>
            <a:defPPr>
              <a:defRPr lang="en-US"/>
            </a:defPPr>
            <a:lvl1pPr marL="0" algn="ctr" defTabSz="914400" rtl="0" eaLnBrk="1" latinLnBrk="0" hangingPunct="1">
              <a:defRPr lang="en-GB" sz="1000" b="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9170"/>
            <a:fld id="{B9D7DBFB-DCE9-42BC-A361-A0671D12ADFC}" type="slidenum">
              <a:rPr lang="it-IT" baseline="0" smtClean="0">
                <a:solidFill>
                  <a:srgbClr val="009FDA"/>
                </a:solidFill>
              </a:rPr>
              <a:pPr defTabSz="1219170"/>
              <a:t>‹N›</a:t>
            </a:fld>
            <a:endParaRPr lang="it-IT" baseline="0">
              <a:solidFill>
                <a:srgbClr val="009FDA"/>
              </a:solidFill>
            </a:endParaRPr>
          </a:p>
        </p:txBody>
      </p:sp>
      <p:sp>
        <p:nvSpPr>
          <p:cNvPr id="21" name="Titel 3">
            <a:extLst>
              <a:ext uri="{FF2B5EF4-FFF2-40B4-BE49-F238E27FC236}">
                <a16:creationId xmlns:a16="http://schemas.microsoft.com/office/drawing/2014/main" id="{FB9EDC09-F145-DE4C-A171-5D88764699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95064" y="3358139"/>
            <a:ext cx="5101612" cy="463846"/>
          </a:xfrm>
          <a:prstGeom prst="rect">
            <a:avLst/>
          </a:prstGeom>
        </p:spPr>
        <p:txBody>
          <a:bodyPr>
            <a:spAutoFit/>
          </a:bodyPr>
          <a:lstStyle>
            <a:lvl1pPr algn="r">
              <a:lnSpc>
                <a:spcPct val="80000"/>
              </a:lnSpc>
              <a:defRPr sz="3000" b="0" cap="none" baseline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de-DE"/>
              <a:t>TITOLO, 30PT</a:t>
            </a:r>
            <a:endParaRPr lang="it-IT"/>
          </a:p>
        </p:txBody>
      </p:sp>
      <p:sp>
        <p:nvSpPr>
          <p:cNvPr id="22" name="Textplatzhalter 11">
            <a:extLst>
              <a:ext uri="{FF2B5EF4-FFF2-40B4-BE49-F238E27FC236}">
                <a16:creationId xmlns:a16="http://schemas.microsoft.com/office/drawing/2014/main" id="{2E763346-954F-174F-B931-2AB4206476F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395063" y="3916521"/>
            <a:ext cx="5112131" cy="307777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r">
              <a:lnSpc>
                <a:spcPct val="100000"/>
              </a:lnSpc>
              <a:spcAft>
                <a:spcPts val="600"/>
              </a:spcAft>
              <a:buNone/>
              <a:defRPr sz="20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de-DE" err="1"/>
              <a:t>Informazioni</a:t>
            </a:r>
            <a:r>
              <a:rPr lang="de-DE"/>
              <a:t> </a:t>
            </a:r>
            <a:r>
              <a:rPr lang="de-DE" err="1"/>
              <a:t>aggiuntive</a:t>
            </a:r>
            <a:r>
              <a:rPr lang="de-DE"/>
              <a:t>, 20pt</a:t>
            </a:r>
          </a:p>
        </p:txBody>
      </p:sp>
      <p:sp>
        <p:nvSpPr>
          <p:cNvPr id="23" name="Textplatzhalter 11">
            <a:extLst>
              <a:ext uri="{FF2B5EF4-FFF2-40B4-BE49-F238E27FC236}">
                <a16:creationId xmlns:a16="http://schemas.microsoft.com/office/drawing/2014/main" id="{B2FE66A1-A718-1349-AB23-C8615C037F2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95063" y="4987979"/>
            <a:ext cx="5112131" cy="246221"/>
          </a:xfrm>
          <a:prstGeom prst="rect">
            <a:avLst/>
          </a:prstGeom>
        </p:spPr>
        <p:txBody>
          <a:bodyPr anchor="b">
            <a:spAutoFit/>
          </a:bodyPr>
          <a:lstStyle>
            <a:lvl1pPr marL="0" indent="0" algn="r">
              <a:lnSpc>
                <a:spcPct val="100000"/>
              </a:lnSpc>
              <a:spcAft>
                <a:spcPts val="600"/>
              </a:spcAft>
              <a:buNone/>
              <a:defRPr sz="16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it-IT"/>
              <a:t>00 mese 0000</a:t>
            </a:r>
          </a:p>
        </p:txBody>
      </p:sp>
      <p:pic>
        <p:nvPicPr>
          <p:cNvPr id="10" name="Image" descr="Image">
            <a:extLst>
              <a:ext uri="{FF2B5EF4-FFF2-40B4-BE49-F238E27FC236}">
                <a16:creationId xmlns:a16="http://schemas.microsoft.com/office/drawing/2014/main" id="{E03C53A8-4DFA-0C4A-9178-9D2BF448A19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76137" y="6034267"/>
            <a:ext cx="1851248" cy="635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1" name="Immagine 10">
            <a:extLst>
              <a:ext uri="{FF2B5EF4-FFF2-40B4-BE49-F238E27FC236}">
                <a16:creationId xmlns:a16="http://schemas.microsoft.com/office/drawing/2014/main" id="{80D0664B-6182-D74A-8310-9119A9AF176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618314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2616308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ndic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tangolo 5">
            <a:extLst>
              <a:ext uri="{FF2B5EF4-FFF2-40B4-BE49-F238E27FC236}">
                <a16:creationId xmlns:a16="http://schemas.microsoft.com/office/drawing/2014/main" id="{62A75090-4B50-7F40-9990-80E003C21FD8}"/>
              </a:ext>
            </a:extLst>
          </p:cNvPr>
          <p:cNvSpPr/>
          <p:nvPr userDrawn="1"/>
        </p:nvSpPr>
        <p:spPr>
          <a:xfrm>
            <a:off x="11719112" y="0"/>
            <a:ext cx="472888" cy="6858000"/>
          </a:xfrm>
          <a:prstGeom prst="rect">
            <a:avLst/>
          </a:prstGeom>
          <a:solidFill>
            <a:srgbClr val="009FD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" name="Elemento grafico 10">
            <a:extLst>
              <a:ext uri="{FF2B5EF4-FFF2-40B4-BE49-F238E27FC236}">
                <a16:creationId xmlns:a16="http://schemas.microsoft.com/office/drawing/2014/main" id="{405F0AF0-AC96-5241-81D9-04B5207F80E8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62770" y="6226421"/>
            <a:ext cx="1243014" cy="426383"/>
          </a:xfrm>
          <a:prstGeom prst="rect">
            <a:avLst/>
          </a:prstGeom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05DEDBC4-5406-D647-9F4F-EEA325BFF2DE}"/>
              </a:ext>
            </a:extLst>
          </p:cNvPr>
          <p:cNvSpPr txBox="1"/>
          <p:nvPr userDrawn="1"/>
        </p:nvSpPr>
        <p:spPr>
          <a:xfrm>
            <a:off x="9804720" y="765369"/>
            <a:ext cx="18122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3600" b="1" kern="1200" baseline="0">
                <a:solidFill>
                  <a:srgbClr val="009FDA"/>
                </a:solidFill>
                <a:latin typeface="Segoe UI" panose="020B0502040204020203" pitchFamily="34" charset="0"/>
                <a:ea typeface="+mj-ea"/>
                <a:cs typeface="+mj-cs"/>
              </a:rPr>
              <a:t>Indice</a:t>
            </a:r>
          </a:p>
        </p:txBody>
      </p:sp>
    </p:spTree>
    <p:extLst>
      <p:ext uri="{BB962C8B-B14F-4D97-AF65-F5344CB8AC3E}">
        <p14:creationId xmlns:p14="http://schemas.microsoft.com/office/powerpoint/2010/main" val="2402014770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accacapitolo bi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1">
            <a:extLst>
              <a:ext uri="{FF2B5EF4-FFF2-40B4-BE49-F238E27FC236}">
                <a16:creationId xmlns:a16="http://schemas.microsoft.com/office/drawing/2014/main" id="{D41908D1-14A6-584E-8374-A371572A382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03950" y="3293214"/>
            <a:ext cx="5309464" cy="30777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r">
              <a:lnSpc>
                <a:spcPct val="100000"/>
              </a:lnSpc>
              <a:spcAft>
                <a:spcPts val="600"/>
              </a:spcAft>
              <a:buNone/>
              <a:defRPr sz="2000" baseline="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de-DE" err="1"/>
              <a:t>Informazioni</a:t>
            </a:r>
            <a:r>
              <a:rPr lang="de-DE"/>
              <a:t> </a:t>
            </a:r>
            <a:r>
              <a:rPr lang="de-DE" err="1"/>
              <a:t>aggiuntive</a:t>
            </a:r>
            <a:r>
              <a:rPr lang="de-DE"/>
              <a:t>, 20pt</a:t>
            </a:r>
          </a:p>
        </p:txBody>
      </p:sp>
      <p:sp>
        <p:nvSpPr>
          <p:cNvPr id="3" name="Titel 3">
            <a:extLst>
              <a:ext uri="{FF2B5EF4-FFF2-40B4-BE49-F238E27FC236}">
                <a16:creationId xmlns:a16="http://schemas.microsoft.com/office/drawing/2014/main" id="{2A77A84A-C94C-1942-94C6-5FB12EA160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03950" y="695984"/>
            <a:ext cx="5380847" cy="759311"/>
          </a:xfrm>
          <a:prstGeom prst="rect">
            <a:avLst/>
          </a:prstGeom>
        </p:spPr>
        <p:txBody>
          <a:bodyPr wrap="square">
            <a:spAutoFit/>
          </a:bodyPr>
          <a:lstStyle>
            <a:lvl1pPr algn="r">
              <a:lnSpc>
                <a:spcPct val="80000"/>
              </a:lnSpc>
              <a:defRPr sz="5400" b="1" cap="none" baseline="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de-DE" err="1"/>
              <a:t>Titolo</a:t>
            </a:r>
            <a:r>
              <a:rPr lang="de-DE"/>
              <a:t>, 54pt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29657185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accacapitolo foto 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Bildplatzhalter 2">
            <a:extLst>
              <a:ext uri="{FF2B5EF4-FFF2-40B4-BE49-F238E27FC236}">
                <a16:creationId xmlns:a16="http://schemas.microsoft.com/office/drawing/2014/main" id="{AC6AC596-BC13-4ADC-9F89-565F9377B51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1717867" cy="6858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6350"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algn="ctr">
              <a:defRPr lang="de-DE" cap="all"/>
            </a:lvl1pPr>
          </a:lstStyle>
          <a:p>
            <a:pPr lvl="0" algn="ctr">
              <a:buNone/>
            </a:pPr>
            <a:r>
              <a:rPr lang="de-DE"/>
              <a:t>Foto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4D7DC163-16A3-6B4D-BD86-55DF641F30D3}"/>
              </a:ext>
            </a:extLst>
          </p:cNvPr>
          <p:cNvSpPr txBox="1"/>
          <p:nvPr userDrawn="1"/>
        </p:nvSpPr>
        <p:spPr>
          <a:xfrm>
            <a:off x="11492089" y="282222"/>
            <a:ext cx="65" cy="307777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algn="l"/>
            <a:endParaRPr lang="x-none" sz="2000" err="1">
              <a:solidFill>
                <a:schemeClr val="bg2"/>
              </a:solidFill>
            </a:endParaRPr>
          </a:p>
        </p:txBody>
      </p:sp>
      <p:sp>
        <p:nvSpPr>
          <p:cNvPr id="5" name="Textplatzhalter 11">
            <a:extLst>
              <a:ext uri="{FF2B5EF4-FFF2-40B4-BE49-F238E27FC236}">
                <a16:creationId xmlns:a16="http://schemas.microsoft.com/office/drawing/2014/main" id="{A7463064-DD9F-C948-819C-2C5CAC3A875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03950" y="3293214"/>
            <a:ext cx="5309464" cy="30777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r">
              <a:lnSpc>
                <a:spcPct val="100000"/>
              </a:lnSpc>
              <a:spcAft>
                <a:spcPts val="600"/>
              </a:spcAft>
              <a:buNone/>
              <a:defRPr sz="2000" baseline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de-DE" err="1"/>
              <a:t>Informazioni</a:t>
            </a:r>
            <a:r>
              <a:rPr lang="de-DE"/>
              <a:t> </a:t>
            </a:r>
            <a:r>
              <a:rPr lang="de-DE" err="1"/>
              <a:t>aggiuntive</a:t>
            </a:r>
            <a:r>
              <a:rPr lang="de-DE"/>
              <a:t>, 20pt</a:t>
            </a:r>
          </a:p>
        </p:txBody>
      </p:sp>
      <p:sp>
        <p:nvSpPr>
          <p:cNvPr id="8" name="Titel 3">
            <a:extLst>
              <a:ext uri="{FF2B5EF4-FFF2-40B4-BE49-F238E27FC236}">
                <a16:creationId xmlns:a16="http://schemas.microsoft.com/office/drawing/2014/main" id="{4D55E18E-2E41-7444-9850-F30EAB49DB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03950" y="672835"/>
            <a:ext cx="5380847" cy="759311"/>
          </a:xfrm>
          <a:prstGeom prst="rect">
            <a:avLst/>
          </a:prstGeom>
        </p:spPr>
        <p:txBody>
          <a:bodyPr wrap="square">
            <a:spAutoFit/>
          </a:bodyPr>
          <a:lstStyle>
            <a:lvl1pPr algn="r">
              <a:lnSpc>
                <a:spcPct val="80000"/>
              </a:lnSpc>
              <a:defRPr sz="5400" b="1" cap="none" baseline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de-DE" err="1"/>
              <a:t>Titolo</a:t>
            </a:r>
            <a:r>
              <a:rPr lang="de-DE"/>
              <a:t>, 54pt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88866394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accacapitolo azzurro chiaro">
    <p:bg>
      <p:bgPr>
        <a:solidFill>
          <a:srgbClr val="D3EE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3">
            <a:extLst>
              <a:ext uri="{FF2B5EF4-FFF2-40B4-BE49-F238E27FC236}">
                <a16:creationId xmlns:a16="http://schemas.microsoft.com/office/drawing/2014/main" id="{2888F105-AE18-9146-96EF-8554CBF2AD4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03950" y="728663"/>
            <a:ext cx="5380847" cy="726629"/>
          </a:xfrm>
          <a:prstGeom prst="rect">
            <a:avLst/>
          </a:prstGeom>
        </p:spPr>
        <p:txBody>
          <a:bodyPr/>
          <a:lstStyle>
            <a:lvl1pPr algn="r">
              <a:lnSpc>
                <a:spcPct val="80000"/>
              </a:lnSpc>
              <a:defRPr sz="5400" b="1" cap="none" baseline="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de-DE" err="1"/>
              <a:t>Titolo</a:t>
            </a:r>
            <a:r>
              <a:rPr lang="de-DE"/>
              <a:t>, 54pt</a:t>
            </a:r>
            <a:endParaRPr lang="it-IT"/>
          </a:p>
        </p:txBody>
      </p:sp>
      <p:sp>
        <p:nvSpPr>
          <p:cNvPr id="4" name="Textplatzhalter 11">
            <a:extLst>
              <a:ext uri="{FF2B5EF4-FFF2-40B4-BE49-F238E27FC236}">
                <a16:creationId xmlns:a16="http://schemas.microsoft.com/office/drawing/2014/main" id="{1773C808-30D8-7142-A0D3-36F0091641C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03950" y="3293214"/>
            <a:ext cx="5309464" cy="30777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r">
              <a:lnSpc>
                <a:spcPct val="100000"/>
              </a:lnSpc>
              <a:spcAft>
                <a:spcPts val="600"/>
              </a:spcAft>
              <a:buNone/>
              <a:defRPr sz="2000" baseline="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de-DE" err="1"/>
              <a:t>Informazioni</a:t>
            </a:r>
            <a:r>
              <a:rPr lang="de-DE"/>
              <a:t> </a:t>
            </a:r>
            <a:r>
              <a:rPr lang="de-DE" err="1"/>
              <a:t>aggiuntive</a:t>
            </a:r>
            <a:r>
              <a:rPr lang="de-DE"/>
              <a:t>, 20pt</a:t>
            </a:r>
          </a:p>
        </p:txBody>
      </p:sp>
    </p:spTree>
    <p:extLst>
      <p:ext uri="{BB962C8B-B14F-4D97-AF65-F5344CB8AC3E}">
        <p14:creationId xmlns:p14="http://schemas.microsoft.com/office/powerpoint/2010/main" val="3215337584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sto 18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egnaposto testo 4">
            <a:extLst>
              <a:ext uri="{FF2B5EF4-FFF2-40B4-BE49-F238E27FC236}">
                <a16:creationId xmlns:a16="http://schemas.microsoft.com/office/drawing/2014/main" id="{84407104-BF19-0C4E-B52C-AC0309184EB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19091" y="1561562"/>
            <a:ext cx="11089307" cy="130151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Clr>
                <a:schemeClr val="tx2"/>
              </a:buClr>
              <a:buSzPct val="140000"/>
              <a:buFontTx/>
              <a:buNone/>
              <a:defRPr sz="1800"/>
            </a:lvl1pPr>
            <a:lvl2pPr marL="452437" indent="0">
              <a:buClr>
                <a:schemeClr val="tx2"/>
              </a:buClr>
              <a:buSzPct val="140000"/>
              <a:buFontTx/>
              <a:buNone/>
              <a:defRPr sz="1600"/>
            </a:lvl2pPr>
            <a:lvl3pPr marL="895350" indent="0">
              <a:buClr>
                <a:schemeClr val="tx2"/>
              </a:buClr>
              <a:buSzPct val="140000"/>
              <a:buFontTx/>
              <a:buNone/>
              <a:defRPr sz="1400"/>
            </a:lvl3pPr>
            <a:lvl4pPr marL="1343025" indent="0">
              <a:buClr>
                <a:schemeClr val="tx2"/>
              </a:buClr>
              <a:buSzPct val="140000"/>
              <a:buFontTx/>
              <a:buNone/>
              <a:defRPr sz="1200"/>
            </a:lvl4pPr>
            <a:lvl5pPr marL="1795462" indent="0">
              <a:buClr>
                <a:schemeClr val="tx2"/>
              </a:buClr>
              <a:buSzPct val="140000"/>
              <a:buFontTx/>
              <a:buNone/>
              <a:defRPr sz="1100"/>
            </a:lvl5pPr>
          </a:lstStyle>
          <a:p>
            <a:pPr lvl="0"/>
            <a:r>
              <a:rPr lang="it-IT"/>
              <a:t>Testo 18pt</a:t>
            </a:r>
          </a:p>
          <a:p>
            <a:pPr lvl="1"/>
            <a:r>
              <a:rPr lang="it-IT"/>
              <a:t>Secondo livello 16pt</a:t>
            </a:r>
          </a:p>
          <a:p>
            <a:pPr lvl="2"/>
            <a:r>
              <a:rPr lang="it-IT"/>
              <a:t>Terzo livello 14pt</a:t>
            </a:r>
          </a:p>
          <a:p>
            <a:pPr lvl="4"/>
            <a:r>
              <a:rPr lang="it-IT"/>
              <a:t>Quarto livello 11pt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31FD38BF-083A-1146-B4FA-89F9FC959526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18523" y="409465"/>
            <a:ext cx="11089875" cy="454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6800" rIns="90000" bIns="46800" numCol="1" anchor="b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it-IT"/>
              <a:t>Titolo SEGOE </a:t>
            </a:r>
            <a:r>
              <a:rPr lang="it-IT" err="1"/>
              <a:t>Ui</a:t>
            </a:r>
            <a:r>
              <a:rPr lang="it-IT"/>
              <a:t> 26pt </a:t>
            </a:r>
          </a:p>
        </p:txBody>
      </p:sp>
      <p:sp>
        <p:nvSpPr>
          <p:cNvPr id="8" name="Segnaposto contenuto 3">
            <a:extLst>
              <a:ext uri="{FF2B5EF4-FFF2-40B4-BE49-F238E27FC236}">
                <a16:creationId xmlns:a16="http://schemas.microsoft.com/office/drawing/2014/main" id="{99437971-59AB-DE4E-9D40-49D1850FD78B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421548" y="912709"/>
            <a:ext cx="11089875" cy="301557"/>
          </a:xfrm>
        </p:spPr>
        <p:txBody>
          <a:bodyPr>
            <a:spAutoFit/>
          </a:bodyPr>
          <a:lstStyle>
            <a:lvl1pPr>
              <a:defRPr b="1"/>
            </a:lvl1pPr>
          </a:lstStyle>
          <a:p>
            <a:r>
              <a:rPr lang="x-none" sz="1800"/>
              <a:t>Sottotitolo Segoe UI 18pt</a:t>
            </a:r>
          </a:p>
        </p:txBody>
      </p:sp>
    </p:spTree>
    <p:extLst>
      <p:ext uri="{BB962C8B-B14F-4D97-AF65-F5344CB8AC3E}">
        <p14:creationId xmlns:p14="http://schemas.microsoft.com/office/powerpoint/2010/main" val="1004488460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nto elenco 18p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platzhalter 2">
            <a:extLst>
              <a:ext uri="{FF2B5EF4-FFF2-40B4-BE49-F238E27FC236}">
                <a16:creationId xmlns:a16="http://schemas.microsoft.com/office/drawing/2014/main" id="{4727AA1E-AC7F-7644-AC0D-6A705643601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8524" y="1561562"/>
            <a:ext cx="11089874" cy="1301510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>
            <a:lvl1pPr marL="342900" indent="-342900">
              <a:buFont typeface="Arial" panose="020B0604020202020204" pitchFamily="34" charset="0"/>
              <a:buChar char="•"/>
              <a:defRPr lang="de-DE" sz="1800" baseline="0" dirty="0"/>
            </a:lvl1pPr>
            <a:lvl2pPr marL="538296" indent="-285750">
              <a:buFont typeface="Arial" panose="020B0604020202020204" pitchFamily="34" charset="0"/>
              <a:buChar char="•"/>
              <a:defRPr lang="de-DE" sz="1600" baseline="0" dirty="0"/>
            </a:lvl2pPr>
            <a:lvl3pPr marL="799915" indent="-285750">
              <a:buFont typeface="Arial" panose="020B0604020202020204" pitchFamily="34" charset="0"/>
              <a:buChar char="•"/>
              <a:defRPr lang="de-DE" sz="1400" baseline="0" dirty="0"/>
            </a:lvl3pPr>
            <a:lvl4pPr marL="1052462" indent="-285750">
              <a:buFont typeface="Arial" panose="020B0604020202020204" pitchFamily="34" charset="0"/>
              <a:buChar char="•"/>
              <a:defRPr lang="de-DE" sz="1200" baseline="0" dirty="0"/>
            </a:lvl4pPr>
            <a:lvl5pPr marL="1199781" indent="-171450">
              <a:buFont typeface="Arial" panose="020B0604020202020204" pitchFamily="34" charset="0"/>
              <a:buChar char="•"/>
              <a:defRPr lang="de-DE" sz="1100" baseline="0" dirty="0"/>
            </a:lvl5pPr>
          </a:lstStyle>
          <a:p>
            <a:pPr marL="254058" lvl="0" indent="-254058"/>
            <a:r>
              <a:rPr lang="de-DE" err="1"/>
              <a:t>Testo</a:t>
            </a:r>
            <a:r>
              <a:rPr lang="de-DE"/>
              <a:t> 18pt</a:t>
            </a:r>
          </a:p>
          <a:p>
            <a:pPr lvl="1"/>
            <a:r>
              <a:rPr lang="de-DE" err="1"/>
              <a:t>Secondo</a:t>
            </a:r>
            <a:r>
              <a:rPr lang="de-DE"/>
              <a:t> livello16pt</a:t>
            </a:r>
          </a:p>
          <a:p>
            <a:pPr lvl="2"/>
            <a:r>
              <a:rPr lang="de-DE" err="1"/>
              <a:t>Terzo</a:t>
            </a:r>
            <a:r>
              <a:rPr lang="de-DE"/>
              <a:t> </a:t>
            </a:r>
            <a:r>
              <a:rPr lang="de-DE" err="1"/>
              <a:t>livello</a:t>
            </a:r>
            <a:r>
              <a:rPr lang="de-DE"/>
              <a:t> 14pt</a:t>
            </a:r>
          </a:p>
          <a:p>
            <a:pPr lvl="4"/>
            <a:r>
              <a:rPr lang="de-DE"/>
              <a:t>Quarto </a:t>
            </a:r>
            <a:r>
              <a:rPr lang="de-DE" err="1"/>
              <a:t>livello</a:t>
            </a:r>
            <a:r>
              <a:rPr lang="de-DE"/>
              <a:t> 11pt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0C5BE165-738A-3E4A-87E9-00C20A5E5A36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18523" y="409465"/>
            <a:ext cx="11089875" cy="454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6800" rIns="90000" bIns="46800" numCol="1" anchor="b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it-IT"/>
              <a:t>Titolo SEGOE </a:t>
            </a:r>
            <a:r>
              <a:rPr lang="it-IT" err="1"/>
              <a:t>Ui</a:t>
            </a:r>
            <a:r>
              <a:rPr lang="it-IT"/>
              <a:t> 26pt </a:t>
            </a:r>
          </a:p>
        </p:txBody>
      </p:sp>
      <p:sp>
        <p:nvSpPr>
          <p:cNvPr id="7" name="Segnaposto contenuto 3">
            <a:extLst>
              <a:ext uri="{FF2B5EF4-FFF2-40B4-BE49-F238E27FC236}">
                <a16:creationId xmlns:a16="http://schemas.microsoft.com/office/drawing/2014/main" id="{2142C1E3-2EF9-8942-9566-1BE8788B1F44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421548" y="912709"/>
            <a:ext cx="11089875" cy="301557"/>
          </a:xfrm>
        </p:spPr>
        <p:txBody>
          <a:bodyPr>
            <a:spAutoFit/>
          </a:bodyPr>
          <a:lstStyle>
            <a:lvl1pPr>
              <a:defRPr b="1"/>
            </a:lvl1pPr>
          </a:lstStyle>
          <a:p>
            <a:r>
              <a:rPr lang="x-none" sz="1800"/>
              <a:t>Sottotitolo Segoe UI 18pt</a:t>
            </a:r>
          </a:p>
        </p:txBody>
      </p:sp>
    </p:spTree>
    <p:extLst>
      <p:ext uri="{BB962C8B-B14F-4D97-AF65-F5344CB8AC3E}">
        <p14:creationId xmlns:p14="http://schemas.microsoft.com/office/powerpoint/2010/main" val="352056049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ina base titolo/sottotitolo +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>
            <a:extLst>
              <a:ext uri="{FF2B5EF4-FFF2-40B4-BE49-F238E27FC236}">
                <a16:creationId xmlns:a16="http://schemas.microsoft.com/office/drawing/2014/main" id="{96EB98F7-B4AC-2E4C-8366-67FBF8E0C00F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18523" y="409465"/>
            <a:ext cx="11089875" cy="454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6800" rIns="90000" bIns="46800" numCol="1" anchor="b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it-IT"/>
              <a:t>Titolo SEGOE </a:t>
            </a:r>
            <a:r>
              <a:rPr lang="it-IT" err="1"/>
              <a:t>Ui</a:t>
            </a:r>
            <a:r>
              <a:rPr lang="it-IT"/>
              <a:t> 26pt </a:t>
            </a:r>
          </a:p>
        </p:txBody>
      </p:sp>
      <p:sp>
        <p:nvSpPr>
          <p:cNvPr id="7" name="Segnaposto contenuto 3">
            <a:extLst>
              <a:ext uri="{FF2B5EF4-FFF2-40B4-BE49-F238E27FC236}">
                <a16:creationId xmlns:a16="http://schemas.microsoft.com/office/drawing/2014/main" id="{12FB99E3-B7D6-864B-A6A2-4E87AF5BD193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421548" y="912709"/>
            <a:ext cx="11089875" cy="301557"/>
          </a:xfrm>
        </p:spPr>
        <p:txBody>
          <a:bodyPr>
            <a:spAutoFit/>
          </a:bodyPr>
          <a:lstStyle>
            <a:lvl1pPr>
              <a:defRPr b="1"/>
            </a:lvl1pPr>
          </a:lstStyle>
          <a:p>
            <a:r>
              <a:rPr lang="x-none" sz="1800"/>
              <a:t>Sottotitolo Segoe UI 18pt</a:t>
            </a:r>
          </a:p>
        </p:txBody>
      </p:sp>
      <p:sp>
        <p:nvSpPr>
          <p:cNvPr id="4" name="Textplatzhalter 2">
            <a:extLst>
              <a:ext uri="{FF2B5EF4-FFF2-40B4-BE49-F238E27FC236}">
                <a16:creationId xmlns:a16="http://schemas.microsoft.com/office/drawing/2014/main" id="{A093D0EC-1E93-4144-B852-20D31330A29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8524" y="1561563"/>
            <a:ext cx="11089874" cy="301557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>
            <a:lvl1pPr marL="0" indent="0">
              <a:buFont typeface="Arial" panose="020B0604020202020204" pitchFamily="34" charset="0"/>
              <a:buNone/>
              <a:defRPr lang="de-DE" sz="1800" baseline="0" dirty="0"/>
            </a:lvl1pPr>
            <a:lvl2pPr marL="538296" indent="-285750">
              <a:buFont typeface="Arial" panose="020B0604020202020204" pitchFamily="34" charset="0"/>
              <a:buChar char="•"/>
              <a:defRPr lang="de-DE" sz="1600" baseline="0" dirty="0"/>
            </a:lvl2pPr>
            <a:lvl3pPr marL="799915" indent="-285750">
              <a:buFont typeface="Arial" panose="020B0604020202020204" pitchFamily="34" charset="0"/>
              <a:buChar char="•"/>
              <a:defRPr lang="de-DE" sz="1400" baseline="0" dirty="0"/>
            </a:lvl3pPr>
            <a:lvl4pPr marL="1052462" indent="-285750">
              <a:buFont typeface="Arial" panose="020B0604020202020204" pitchFamily="34" charset="0"/>
              <a:buChar char="•"/>
              <a:defRPr lang="de-DE" sz="1200" baseline="0" dirty="0"/>
            </a:lvl4pPr>
            <a:lvl5pPr marL="1199781" indent="-171450">
              <a:buFont typeface="Arial" panose="020B0604020202020204" pitchFamily="34" charset="0"/>
              <a:buChar char="•"/>
              <a:defRPr lang="de-DE" sz="1100" baseline="0" dirty="0"/>
            </a:lvl5pPr>
          </a:lstStyle>
          <a:p>
            <a:pPr marL="254058" lvl="0" indent="-254058"/>
            <a:r>
              <a:rPr lang="de-DE" err="1"/>
              <a:t>Testo</a:t>
            </a:r>
            <a:r>
              <a:rPr lang="de-DE"/>
              <a:t> 18pt</a:t>
            </a:r>
          </a:p>
        </p:txBody>
      </p:sp>
    </p:spTree>
    <p:extLst>
      <p:ext uri="{BB962C8B-B14F-4D97-AF65-F5344CB8AC3E}">
        <p14:creationId xmlns:p14="http://schemas.microsoft.com/office/powerpoint/2010/main" val="951181683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ina testo approfondimento">
    <p:bg>
      <p:bgPr>
        <a:solidFill>
          <a:srgbClr val="D3EE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2">
            <a:extLst>
              <a:ext uri="{FF2B5EF4-FFF2-40B4-BE49-F238E27FC236}">
                <a16:creationId xmlns:a16="http://schemas.microsoft.com/office/drawing/2014/main" id="{6889EC7B-A553-0347-A533-1F96952CA98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8524" y="1561563"/>
            <a:ext cx="11089874" cy="301557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>
            <a:lvl1pPr marL="0" indent="0">
              <a:buFont typeface="Arial" panose="020B0604020202020204" pitchFamily="34" charset="0"/>
              <a:buNone/>
              <a:defRPr lang="de-DE" sz="1800" baseline="0" dirty="0">
                <a:solidFill>
                  <a:schemeClr val="accent1"/>
                </a:solidFill>
              </a:defRPr>
            </a:lvl1pPr>
            <a:lvl2pPr marL="538296" indent="-285750">
              <a:buFont typeface="Arial" panose="020B0604020202020204" pitchFamily="34" charset="0"/>
              <a:buChar char="•"/>
              <a:defRPr lang="de-DE" sz="1600" baseline="0" dirty="0">
                <a:solidFill>
                  <a:schemeClr val="accent1"/>
                </a:solidFill>
              </a:defRPr>
            </a:lvl2pPr>
            <a:lvl3pPr marL="799915" indent="-285750">
              <a:buFont typeface="Arial" panose="020B0604020202020204" pitchFamily="34" charset="0"/>
              <a:buChar char="•"/>
              <a:defRPr lang="de-DE" sz="1400" baseline="0" dirty="0">
                <a:solidFill>
                  <a:schemeClr val="accent1"/>
                </a:solidFill>
              </a:defRPr>
            </a:lvl3pPr>
            <a:lvl4pPr marL="1052462" indent="-285750">
              <a:buFont typeface="Arial" panose="020B0604020202020204" pitchFamily="34" charset="0"/>
              <a:buChar char="•"/>
              <a:defRPr lang="de-DE" sz="1200" baseline="0" dirty="0"/>
            </a:lvl4pPr>
            <a:lvl5pPr marL="1199781" indent="-171450">
              <a:buFont typeface="Arial" panose="020B0604020202020204" pitchFamily="34" charset="0"/>
              <a:buChar char="•"/>
              <a:defRPr lang="de-DE" sz="1100" baseline="0" dirty="0">
                <a:solidFill>
                  <a:schemeClr val="accent1"/>
                </a:solidFill>
              </a:defRPr>
            </a:lvl5pPr>
          </a:lstStyle>
          <a:p>
            <a:pPr marL="254058" lvl="0" indent="-254058"/>
            <a:r>
              <a:rPr lang="de-DE" err="1"/>
              <a:t>Testo</a:t>
            </a:r>
            <a:r>
              <a:rPr lang="de-DE"/>
              <a:t> 18pt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267F95CF-9963-8142-A49C-F4925B1E6053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18523" y="409465"/>
            <a:ext cx="11089875" cy="454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6800" rIns="90000" bIns="46800" numCol="1" anchor="b" anchorCtr="0" compatLnSpc="1">
            <a:prstTxWarp prst="textNoShape">
              <a:avLst/>
            </a:prstTxWarp>
            <a:spAutoFit/>
          </a:bodyPr>
          <a:lstStyle>
            <a:lvl1pPr>
              <a:defRPr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it-IT"/>
              <a:t>Titolo SEGOE </a:t>
            </a:r>
            <a:r>
              <a:rPr lang="it-IT" err="1"/>
              <a:t>Ui</a:t>
            </a:r>
            <a:r>
              <a:rPr lang="it-IT"/>
              <a:t> 26pt </a:t>
            </a:r>
          </a:p>
        </p:txBody>
      </p:sp>
      <p:sp>
        <p:nvSpPr>
          <p:cNvPr id="6" name="Segnaposto contenuto 3">
            <a:extLst>
              <a:ext uri="{FF2B5EF4-FFF2-40B4-BE49-F238E27FC236}">
                <a16:creationId xmlns:a16="http://schemas.microsoft.com/office/drawing/2014/main" id="{7D58D561-D71A-C440-885F-614E033BCD72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421548" y="912709"/>
            <a:ext cx="11089875" cy="301557"/>
          </a:xfrm>
        </p:spPr>
        <p:txBody>
          <a:bodyPr>
            <a:spAutoFit/>
          </a:bodyPr>
          <a:lstStyle>
            <a:lvl1pPr>
              <a:defRPr b="1" baseline="0">
                <a:solidFill>
                  <a:schemeClr val="accent1"/>
                </a:solidFill>
              </a:defRPr>
            </a:lvl1pPr>
          </a:lstStyle>
          <a:p>
            <a:r>
              <a:rPr lang="x-none" sz="1800"/>
              <a:t>Sottotitolo Segoe UI 18pt</a:t>
            </a:r>
          </a:p>
        </p:txBody>
      </p:sp>
    </p:spTree>
    <p:extLst>
      <p:ext uri="{BB962C8B-B14F-4D97-AF65-F5344CB8AC3E}">
        <p14:creationId xmlns:p14="http://schemas.microsoft.com/office/powerpoint/2010/main" val="1273251139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agina bianca base titolo/sotto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F7C0CF38-F1E1-AE47-B7FB-0A8401C36554}"/>
              </a:ext>
            </a:extLst>
          </p:cNvPr>
          <p:cNvSpPr txBox="1"/>
          <p:nvPr userDrawn="1"/>
        </p:nvSpPr>
        <p:spPr>
          <a:xfrm>
            <a:off x="11901268" y="6625883"/>
            <a:ext cx="65" cy="307777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algn="l"/>
            <a:endParaRPr lang="x-none" sz="2000" err="1">
              <a:solidFill>
                <a:schemeClr val="bg2"/>
              </a:solidFill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3814170C-ADF8-324B-995F-C9EDAAECF57E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18523" y="409465"/>
            <a:ext cx="11089875" cy="454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6800" rIns="90000" bIns="46800" numCol="1" anchor="b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it-IT"/>
              <a:t>Titolo SEGOE </a:t>
            </a:r>
            <a:r>
              <a:rPr lang="it-IT" err="1"/>
              <a:t>Ui</a:t>
            </a:r>
            <a:r>
              <a:rPr lang="it-IT"/>
              <a:t> 26pt </a:t>
            </a:r>
          </a:p>
        </p:txBody>
      </p:sp>
      <p:sp>
        <p:nvSpPr>
          <p:cNvPr id="7" name="Segnaposto contenuto 3">
            <a:extLst>
              <a:ext uri="{FF2B5EF4-FFF2-40B4-BE49-F238E27FC236}">
                <a16:creationId xmlns:a16="http://schemas.microsoft.com/office/drawing/2014/main" id="{1714D86E-DDEF-E443-8034-E97D4FC80613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421548" y="912709"/>
            <a:ext cx="11089875" cy="301557"/>
          </a:xfrm>
        </p:spPr>
        <p:txBody>
          <a:bodyPr>
            <a:spAutoFit/>
          </a:bodyPr>
          <a:lstStyle>
            <a:lvl1pPr>
              <a:defRPr b="1"/>
            </a:lvl1pPr>
          </a:lstStyle>
          <a:p>
            <a:r>
              <a:rPr lang="x-none" sz="1800"/>
              <a:t>Sottotitolo Segoe UI 18pt</a:t>
            </a:r>
          </a:p>
        </p:txBody>
      </p:sp>
    </p:spTree>
    <p:extLst>
      <p:ext uri="{BB962C8B-B14F-4D97-AF65-F5344CB8AC3E}">
        <p14:creationId xmlns:p14="http://schemas.microsoft.com/office/powerpoint/2010/main" val="3359829945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ggetto+punto elenco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gnaposto contenuto 3"/>
          <p:cNvSpPr>
            <a:spLocks noGrp="1"/>
          </p:cNvSpPr>
          <p:nvPr>
            <p:ph sz="quarter" idx="14"/>
          </p:nvPr>
        </p:nvSpPr>
        <p:spPr>
          <a:xfrm>
            <a:off x="419711" y="1526838"/>
            <a:ext cx="5230813" cy="335028"/>
          </a:xfrm>
          <a:prstGeom prst="rect">
            <a:avLst/>
          </a:prstGeom>
        </p:spPr>
        <p:txBody>
          <a:bodyPr>
            <a:spAutoFit/>
          </a:bodyPr>
          <a:lstStyle/>
          <a:p>
            <a:pPr lvl="0"/>
            <a:endParaRPr lang="it-IT"/>
          </a:p>
        </p:txBody>
      </p:sp>
      <p:sp>
        <p:nvSpPr>
          <p:cNvPr id="17" name="Segnaposto testo 16"/>
          <p:cNvSpPr>
            <a:spLocks noGrp="1"/>
          </p:cNvSpPr>
          <p:nvPr>
            <p:ph type="body" sz="quarter" idx="15" hasCustomPrompt="1"/>
          </p:nvPr>
        </p:nvSpPr>
        <p:spPr>
          <a:xfrm>
            <a:off x="6215673" y="1525950"/>
            <a:ext cx="5292725" cy="301557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1800" b="1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it-IT"/>
              <a:t>Titolo del testo 18pt</a:t>
            </a:r>
          </a:p>
        </p:txBody>
      </p:sp>
      <p:sp>
        <p:nvSpPr>
          <p:cNvPr id="18" name="Segnaposto testo 16"/>
          <p:cNvSpPr>
            <a:spLocks noGrp="1"/>
          </p:cNvSpPr>
          <p:nvPr>
            <p:ph type="body" sz="quarter" idx="16" hasCustomPrompt="1"/>
          </p:nvPr>
        </p:nvSpPr>
        <p:spPr>
          <a:xfrm>
            <a:off x="6215673" y="1852558"/>
            <a:ext cx="5292725" cy="268087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1600" b="0" baseline="0"/>
            </a:lvl1pPr>
          </a:lstStyle>
          <a:p>
            <a:pPr lvl="0"/>
            <a:r>
              <a:rPr lang="it-IT"/>
              <a:t>Titolo del testo 16pt</a:t>
            </a:r>
          </a:p>
        </p:txBody>
      </p:sp>
      <p:sp>
        <p:nvSpPr>
          <p:cNvPr id="21" name="Segnaposto testo 16"/>
          <p:cNvSpPr>
            <a:spLocks noGrp="1"/>
          </p:cNvSpPr>
          <p:nvPr>
            <p:ph type="body" sz="quarter" idx="17" hasCustomPrompt="1"/>
          </p:nvPr>
        </p:nvSpPr>
        <p:spPr>
          <a:xfrm>
            <a:off x="6215673" y="2616642"/>
            <a:ext cx="5292725" cy="301557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1800" b="1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it-IT"/>
              <a:t>Titolo del testo 18pt</a:t>
            </a:r>
          </a:p>
        </p:txBody>
      </p:sp>
      <p:sp>
        <p:nvSpPr>
          <p:cNvPr id="22" name="Segnaposto testo 16"/>
          <p:cNvSpPr>
            <a:spLocks noGrp="1"/>
          </p:cNvSpPr>
          <p:nvPr>
            <p:ph type="body" sz="quarter" idx="18" hasCustomPrompt="1"/>
          </p:nvPr>
        </p:nvSpPr>
        <p:spPr>
          <a:xfrm>
            <a:off x="6215673" y="2943250"/>
            <a:ext cx="5292725" cy="268087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1600" b="0" baseline="0"/>
            </a:lvl1pPr>
          </a:lstStyle>
          <a:p>
            <a:pPr lvl="0"/>
            <a:r>
              <a:rPr lang="it-IT"/>
              <a:t>Titolo del testo 16pt</a:t>
            </a:r>
          </a:p>
        </p:txBody>
      </p:sp>
      <p:sp>
        <p:nvSpPr>
          <p:cNvPr id="16" name="Segnaposto testo 16">
            <a:extLst>
              <a:ext uri="{FF2B5EF4-FFF2-40B4-BE49-F238E27FC236}">
                <a16:creationId xmlns:a16="http://schemas.microsoft.com/office/drawing/2014/main" id="{365B6A9C-B696-BC4A-989E-DA6DBF454D4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215673" y="3693531"/>
            <a:ext cx="5292725" cy="301557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1800" b="1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it-IT"/>
              <a:t>Titolo del testo 18pt</a:t>
            </a:r>
          </a:p>
        </p:txBody>
      </p:sp>
      <p:sp>
        <p:nvSpPr>
          <p:cNvPr id="20" name="Segnaposto testo 16">
            <a:extLst>
              <a:ext uri="{FF2B5EF4-FFF2-40B4-BE49-F238E27FC236}">
                <a16:creationId xmlns:a16="http://schemas.microsoft.com/office/drawing/2014/main" id="{5BEE2A4B-4156-7B43-9BDF-7AFF61F20E2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215673" y="4020139"/>
            <a:ext cx="5292725" cy="268087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1600" b="0" baseline="0"/>
            </a:lvl1pPr>
          </a:lstStyle>
          <a:p>
            <a:pPr lvl="0"/>
            <a:r>
              <a:rPr lang="it-IT"/>
              <a:t>Titolo del testo 16pt</a:t>
            </a:r>
          </a:p>
        </p:txBody>
      </p:sp>
      <p:sp>
        <p:nvSpPr>
          <p:cNvPr id="27" name="Segnaposto testo 16">
            <a:extLst>
              <a:ext uri="{FF2B5EF4-FFF2-40B4-BE49-F238E27FC236}">
                <a16:creationId xmlns:a16="http://schemas.microsoft.com/office/drawing/2014/main" id="{26485CDD-3EA4-C644-9414-A00ECB22E46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215673" y="4784223"/>
            <a:ext cx="5292725" cy="301557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1800" b="1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it-IT"/>
              <a:t>Titolo del testo 18pt</a:t>
            </a:r>
          </a:p>
        </p:txBody>
      </p:sp>
      <p:sp>
        <p:nvSpPr>
          <p:cNvPr id="28" name="Segnaposto testo 16">
            <a:extLst>
              <a:ext uri="{FF2B5EF4-FFF2-40B4-BE49-F238E27FC236}">
                <a16:creationId xmlns:a16="http://schemas.microsoft.com/office/drawing/2014/main" id="{316B5858-7E61-0049-8F6A-930035EAF10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215673" y="5110831"/>
            <a:ext cx="5292725" cy="268087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1600" b="0" baseline="0"/>
            </a:lvl1pPr>
          </a:lstStyle>
          <a:p>
            <a:pPr lvl="0"/>
            <a:r>
              <a:rPr lang="it-IT"/>
              <a:t>Titolo del testo 16pt</a:t>
            </a:r>
          </a:p>
        </p:txBody>
      </p:sp>
      <p:sp>
        <p:nvSpPr>
          <p:cNvPr id="19" name="Segnaposto contenuto 3">
            <a:extLst>
              <a:ext uri="{FF2B5EF4-FFF2-40B4-BE49-F238E27FC236}">
                <a16:creationId xmlns:a16="http://schemas.microsoft.com/office/drawing/2014/main" id="{2533844B-2737-DE4F-AD45-7AC76CE6FA4B}"/>
              </a:ext>
            </a:extLst>
          </p:cNvPr>
          <p:cNvSpPr>
            <a:spLocks noGrp="1"/>
          </p:cNvSpPr>
          <p:nvPr>
            <p:ph idx="28" hasCustomPrompt="1"/>
          </p:nvPr>
        </p:nvSpPr>
        <p:spPr>
          <a:xfrm>
            <a:off x="421548" y="912709"/>
            <a:ext cx="11089875" cy="301557"/>
          </a:xfrm>
        </p:spPr>
        <p:txBody>
          <a:bodyPr>
            <a:spAutoFit/>
          </a:bodyPr>
          <a:lstStyle>
            <a:lvl1pPr>
              <a:defRPr b="1"/>
            </a:lvl1pPr>
          </a:lstStyle>
          <a:p>
            <a:r>
              <a:rPr lang="x-none" sz="1800"/>
              <a:t>Sottotitolo Segoe UI 18pt</a:t>
            </a: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66356787-1A40-3941-955C-C81764D38767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18523" y="409465"/>
            <a:ext cx="11089875" cy="454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6800" rIns="90000" bIns="46800" numCol="1" anchor="b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it-IT"/>
              <a:t>Titolo SEGOE </a:t>
            </a:r>
            <a:r>
              <a:rPr lang="it-IT" err="1"/>
              <a:t>Ui</a:t>
            </a:r>
            <a:r>
              <a:rPr lang="it-IT"/>
              <a:t> 26pt </a:t>
            </a:r>
          </a:p>
        </p:txBody>
      </p:sp>
    </p:spTree>
    <p:extLst>
      <p:ext uri="{BB962C8B-B14F-4D97-AF65-F5344CB8AC3E}">
        <p14:creationId xmlns:p14="http://schemas.microsoft.com/office/powerpoint/2010/main" val="2937143524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box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2">
            <a:extLst>
              <a:ext uri="{FF2B5EF4-FFF2-40B4-BE49-F238E27FC236}">
                <a16:creationId xmlns:a16="http://schemas.microsoft.com/office/drawing/2014/main" id="{E1094FDE-DA4E-9644-A0FB-043465BFA23B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18523" y="409465"/>
            <a:ext cx="11089875" cy="454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6800" rIns="90000" bIns="46800" numCol="1" anchor="b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it-IT"/>
              <a:t>Titolo SEGOE </a:t>
            </a:r>
            <a:r>
              <a:rPr lang="it-IT" err="1"/>
              <a:t>Ui</a:t>
            </a:r>
            <a:r>
              <a:rPr lang="it-IT"/>
              <a:t> 26pt </a:t>
            </a:r>
          </a:p>
        </p:txBody>
      </p:sp>
      <p:sp>
        <p:nvSpPr>
          <p:cNvPr id="17" name="Segnaposto contenuto 3">
            <a:extLst>
              <a:ext uri="{FF2B5EF4-FFF2-40B4-BE49-F238E27FC236}">
                <a16:creationId xmlns:a16="http://schemas.microsoft.com/office/drawing/2014/main" id="{291E2C6C-9538-9F46-B6E4-7D15C05D71A6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421548" y="912709"/>
            <a:ext cx="11089875" cy="301557"/>
          </a:xfrm>
        </p:spPr>
        <p:txBody>
          <a:bodyPr>
            <a:spAutoFit/>
          </a:bodyPr>
          <a:lstStyle>
            <a:lvl1pPr>
              <a:defRPr b="1"/>
            </a:lvl1pPr>
          </a:lstStyle>
          <a:p>
            <a:r>
              <a:rPr lang="x-none" sz="1800"/>
              <a:t>Sottotitolo Segoe UI 18pt</a:t>
            </a:r>
          </a:p>
        </p:txBody>
      </p:sp>
      <p:sp>
        <p:nvSpPr>
          <p:cNvPr id="13" name="Textplatzhalter 5">
            <a:extLst>
              <a:ext uri="{FF2B5EF4-FFF2-40B4-BE49-F238E27FC236}">
                <a16:creationId xmlns:a16="http://schemas.microsoft.com/office/drawing/2014/main" id="{CA0383F4-0EA3-3F40-9A4E-BA4C0180E4B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15203" y="1524472"/>
            <a:ext cx="3328970" cy="567011"/>
          </a:xfrm>
          <a:prstGeom prst="rect">
            <a:avLst/>
          </a:prstGeom>
          <a:solidFill>
            <a:schemeClr val="accent1"/>
          </a:solidFill>
        </p:spPr>
        <p:txBody>
          <a:bodyPr vert="horz" lIns="14400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Aft>
                <a:spcPts val="600"/>
              </a:spcAft>
              <a:buNone/>
              <a:defRPr lang="de-DE" sz="1800" b="1" dirty="0">
                <a:solidFill>
                  <a:schemeClr val="bg1"/>
                </a:solidFill>
              </a:defRPr>
            </a:lvl1pPr>
            <a:lvl2pPr>
              <a:defRPr lang="de-DE" dirty="0"/>
            </a:lvl2pPr>
            <a:lvl3pPr>
              <a:defRPr lang="de-DE" dirty="0"/>
            </a:lvl3pPr>
            <a:lvl4pPr>
              <a:defRPr lang="de-DE" dirty="0"/>
            </a:lvl4pPr>
            <a:lvl5pPr>
              <a:defRPr lang="de-DE" dirty="0"/>
            </a:lvl5pPr>
          </a:lstStyle>
          <a:p>
            <a:pPr lvl="0"/>
            <a:r>
              <a:rPr lang="de-DE" err="1"/>
              <a:t>Titolo</a:t>
            </a:r>
            <a:r>
              <a:rPr lang="de-DE"/>
              <a:t>, 18pt</a:t>
            </a:r>
          </a:p>
        </p:txBody>
      </p:sp>
      <p:sp>
        <p:nvSpPr>
          <p:cNvPr id="18" name="Textplatzhalter 5">
            <a:extLst>
              <a:ext uri="{FF2B5EF4-FFF2-40B4-BE49-F238E27FC236}">
                <a16:creationId xmlns:a16="http://schemas.microsoft.com/office/drawing/2014/main" id="{18E1A357-F7F4-D240-92DB-A98E681F851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941889" y="1524472"/>
            <a:ext cx="3328970" cy="567011"/>
          </a:xfrm>
          <a:prstGeom prst="rect">
            <a:avLst/>
          </a:prstGeom>
          <a:solidFill>
            <a:schemeClr val="accent1"/>
          </a:solidFill>
        </p:spPr>
        <p:txBody>
          <a:bodyPr vert="horz" lIns="14400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Aft>
                <a:spcPts val="600"/>
              </a:spcAft>
              <a:buNone/>
              <a:defRPr lang="de-DE" sz="1800" b="1" dirty="0">
                <a:solidFill>
                  <a:schemeClr val="bg1"/>
                </a:solidFill>
              </a:defRPr>
            </a:lvl1pPr>
            <a:lvl2pPr>
              <a:defRPr lang="de-DE" dirty="0"/>
            </a:lvl2pPr>
            <a:lvl3pPr>
              <a:defRPr lang="de-DE" dirty="0"/>
            </a:lvl3pPr>
            <a:lvl4pPr>
              <a:defRPr lang="de-DE" dirty="0"/>
            </a:lvl4pPr>
            <a:lvl5pPr>
              <a:defRPr lang="de-DE" dirty="0"/>
            </a:lvl5pPr>
          </a:lstStyle>
          <a:p>
            <a:pPr lvl="0"/>
            <a:r>
              <a:rPr lang="de-DE" err="1"/>
              <a:t>Titolo</a:t>
            </a:r>
            <a:r>
              <a:rPr lang="de-DE"/>
              <a:t>, 18pt</a:t>
            </a:r>
          </a:p>
        </p:txBody>
      </p:sp>
      <p:sp>
        <p:nvSpPr>
          <p:cNvPr id="19" name="Textplatzhalter 5">
            <a:extLst>
              <a:ext uri="{FF2B5EF4-FFF2-40B4-BE49-F238E27FC236}">
                <a16:creationId xmlns:a16="http://schemas.microsoft.com/office/drawing/2014/main" id="{66B493EE-38B3-3F47-ACB3-557F3057548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481275" y="1524472"/>
            <a:ext cx="3327402" cy="567011"/>
          </a:xfrm>
          <a:prstGeom prst="rect">
            <a:avLst/>
          </a:prstGeom>
          <a:solidFill>
            <a:schemeClr val="accent1"/>
          </a:solidFill>
        </p:spPr>
        <p:txBody>
          <a:bodyPr vert="horz" lIns="14400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Aft>
                <a:spcPts val="600"/>
              </a:spcAft>
              <a:buNone/>
              <a:defRPr lang="de-DE" sz="1800" b="1" dirty="0">
                <a:solidFill>
                  <a:schemeClr val="bg1"/>
                </a:solidFill>
              </a:defRPr>
            </a:lvl1pPr>
            <a:lvl2pPr>
              <a:defRPr lang="de-DE" dirty="0"/>
            </a:lvl2pPr>
            <a:lvl3pPr>
              <a:defRPr lang="de-DE" dirty="0"/>
            </a:lvl3pPr>
            <a:lvl4pPr>
              <a:defRPr lang="de-DE" dirty="0"/>
            </a:lvl4pPr>
            <a:lvl5pPr>
              <a:defRPr lang="de-DE" dirty="0"/>
            </a:lvl5pPr>
          </a:lstStyle>
          <a:p>
            <a:pPr lvl="0"/>
            <a:r>
              <a:rPr lang="de-DE" err="1"/>
              <a:t>Titolo</a:t>
            </a:r>
            <a:r>
              <a:rPr lang="de-DE"/>
              <a:t>, 18pt</a:t>
            </a:r>
          </a:p>
        </p:txBody>
      </p:sp>
      <p:sp>
        <p:nvSpPr>
          <p:cNvPr id="20" name="Segnaposto testo 4">
            <a:extLst>
              <a:ext uri="{FF2B5EF4-FFF2-40B4-BE49-F238E27FC236}">
                <a16:creationId xmlns:a16="http://schemas.microsoft.com/office/drawing/2014/main" id="{83EAEFB4-8D1D-3144-BBB3-D18DFCFC9AC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15203" y="2109083"/>
            <a:ext cx="3328969" cy="3912305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>
            <a:noAutofit/>
          </a:bodyPr>
          <a:lstStyle>
            <a:lvl1pPr marL="138113" indent="0">
              <a:buClr>
                <a:schemeClr val="tx2"/>
              </a:buClr>
              <a:buSzPct val="140000"/>
              <a:buFontTx/>
              <a:buNone/>
              <a:tabLst/>
              <a:defRPr sz="1800">
                <a:solidFill>
                  <a:schemeClr val="tx2"/>
                </a:solidFill>
              </a:defRPr>
            </a:lvl1pPr>
            <a:lvl2pPr marL="452437" indent="0">
              <a:buClr>
                <a:schemeClr val="tx2"/>
              </a:buClr>
              <a:buSzPct val="140000"/>
              <a:buFontTx/>
              <a:buNone/>
              <a:defRPr sz="1800">
                <a:solidFill>
                  <a:schemeClr val="tx2"/>
                </a:solidFill>
              </a:defRPr>
            </a:lvl2pPr>
            <a:lvl3pPr marL="895350" indent="0">
              <a:buClr>
                <a:schemeClr val="tx2"/>
              </a:buClr>
              <a:buSzPct val="140000"/>
              <a:buFontTx/>
              <a:buNone/>
              <a:defRPr sz="1600">
                <a:solidFill>
                  <a:schemeClr val="tx2"/>
                </a:solidFill>
              </a:defRPr>
            </a:lvl3pPr>
            <a:lvl4pPr marL="1343025" indent="0">
              <a:buClr>
                <a:schemeClr val="tx2"/>
              </a:buClr>
              <a:buSzPct val="140000"/>
              <a:buFontTx/>
              <a:buNone/>
              <a:defRPr sz="1400">
                <a:solidFill>
                  <a:schemeClr val="tx2"/>
                </a:solidFill>
              </a:defRPr>
            </a:lvl4pPr>
            <a:lvl5pPr marL="1795462" indent="0">
              <a:buClr>
                <a:schemeClr val="tx2"/>
              </a:buClr>
              <a:buSzPct val="140000"/>
              <a:buFontTx/>
              <a:buNone/>
              <a:defRPr sz="1200">
                <a:solidFill>
                  <a:schemeClr val="tx2"/>
                </a:solidFill>
              </a:defRPr>
            </a:lvl5pPr>
          </a:lstStyle>
          <a:p>
            <a:pPr lvl="0"/>
            <a:r>
              <a:rPr lang="it-IT"/>
              <a:t>Testo 18pt</a:t>
            </a:r>
          </a:p>
          <a:p>
            <a:pPr lvl="1"/>
            <a:endParaRPr lang="it-IT"/>
          </a:p>
        </p:txBody>
      </p:sp>
      <p:sp>
        <p:nvSpPr>
          <p:cNvPr id="21" name="Segnaposto testo 4">
            <a:extLst>
              <a:ext uri="{FF2B5EF4-FFF2-40B4-BE49-F238E27FC236}">
                <a16:creationId xmlns:a16="http://schemas.microsoft.com/office/drawing/2014/main" id="{D6886F76-8F88-C749-B342-60E44C5AFD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942323" y="2109083"/>
            <a:ext cx="3328969" cy="3912305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>
            <a:noAutofit/>
          </a:bodyPr>
          <a:lstStyle>
            <a:lvl1pPr marL="138113" indent="0">
              <a:buClr>
                <a:schemeClr val="tx2"/>
              </a:buClr>
              <a:buSzPct val="140000"/>
              <a:buFontTx/>
              <a:buNone/>
              <a:tabLst/>
              <a:defRPr sz="1800">
                <a:solidFill>
                  <a:schemeClr val="tx2"/>
                </a:solidFill>
              </a:defRPr>
            </a:lvl1pPr>
            <a:lvl2pPr marL="452437" indent="0">
              <a:buClr>
                <a:schemeClr val="tx2"/>
              </a:buClr>
              <a:buSzPct val="140000"/>
              <a:buFontTx/>
              <a:buNone/>
              <a:defRPr sz="1800">
                <a:solidFill>
                  <a:schemeClr val="tx2"/>
                </a:solidFill>
              </a:defRPr>
            </a:lvl2pPr>
            <a:lvl3pPr marL="895350" indent="0">
              <a:buClr>
                <a:schemeClr val="tx2"/>
              </a:buClr>
              <a:buSzPct val="140000"/>
              <a:buFontTx/>
              <a:buNone/>
              <a:defRPr sz="1600">
                <a:solidFill>
                  <a:schemeClr val="tx2"/>
                </a:solidFill>
              </a:defRPr>
            </a:lvl3pPr>
            <a:lvl4pPr marL="1343025" indent="0">
              <a:buClr>
                <a:schemeClr val="tx2"/>
              </a:buClr>
              <a:buSzPct val="140000"/>
              <a:buFontTx/>
              <a:buNone/>
              <a:defRPr sz="1400">
                <a:solidFill>
                  <a:schemeClr val="tx2"/>
                </a:solidFill>
              </a:defRPr>
            </a:lvl4pPr>
            <a:lvl5pPr marL="1795462" indent="0">
              <a:buClr>
                <a:schemeClr val="tx2"/>
              </a:buClr>
              <a:buSzPct val="140000"/>
              <a:buFontTx/>
              <a:buNone/>
              <a:defRPr sz="1200">
                <a:solidFill>
                  <a:schemeClr val="tx2"/>
                </a:solidFill>
              </a:defRPr>
            </a:lvl5pPr>
          </a:lstStyle>
          <a:p>
            <a:pPr lvl="0"/>
            <a:r>
              <a:rPr lang="it-IT"/>
              <a:t>Testo 18pt</a:t>
            </a:r>
          </a:p>
          <a:p>
            <a:pPr lvl="1"/>
            <a:endParaRPr lang="it-IT"/>
          </a:p>
        </p:txBody>
      </p:sp>
      <p:sp>
        <p:nvSpPr>
          <p:cNvPr id="22" name="Segnaposto testo 4">
            <a:extLst>
              <a:ext uri="{FF2B5EF4-FFF2-40B4-BE49-F238E27FC236}">
                <a16:creationId xmlns:a16="http://schemas.microsoft.com/office/drawing/2014/main" id="{AFFD9B87-5039-8D48-B780-8214C541A3A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481275" y="2109083"/>
            <a:ext cx="3328969" cy="3912305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>
            <a:noAutofit/>
          </a:bodyPr>
          <a:lstStyle>
            <a:lvl1pPr marL="138113" indent="0">
              <a:buClr>
                <a:schemeClr val="tx2"/>
              </a:buClr>
              <a:buSzPct val="140000"/>
              <a:buFontTx/>
              <a:buNone/>
              <a:tabLst/>
              <a:defRPr sz="1800">
                <a:solidFill>
                  <a:schemeClr val="tx2"/>
                </a:solidFill>
              </a:defRPr>
            </a:lvl1pPr>
            <a:lvl2pPr marL="452437" indent="0">
              <a:buClr>
                <a:schemeClr val="tx2"/>
              </a:buClr>
              <a:buSzPct val="140000"/>
              <a:buFontTx/>
              <a:buNone/>
              <a:defRPr sz="1800">
                <a:solidFill>
                  <a:schemeClr val="tx2"/>
                </a:solidFill>
              </a:defRPr>
            </a:lvl2pPr>
            <a:lvl3pPr marL="895350" indent="0">
              <a:buClr>
                <a:schemeClr val="tx2"/>
              </a:buClr>
              <a:buSzPct val="140000"/>
              <a:buFontTx/>
              <a:buNone/>
              <a:defRPr sz="1600">
                <a:solidFill>
                  <a:schemeClr val="tx2"/>
                </a:solidFill>
              </a:defRPr>
            </a:lvl3pPr>
            <a:lvl4pPr marL="1343025" indent="0">
              <a:buClr>
                <a:schemeClr val="tx2"/>
              </a:buClr>
              <a:buSzPct val="140000"/>
              <a:buFontTx/>
              <a:buNone/>
              <a:defRPr sz="1400">
                <a:solidFill>
                  <a:schemeClr val="tx2"/>
                </a:solidFill>
              </a:defRPr>
            </a:lvl4pPr>
            <a:lvl5pPr marL="1795462" indent="0">
              <a:buClr>
                <a:schemeClr val="tx2"/>
              </a:buClr>
              <a:buSzPct val="140000"/>
              <a:buFontTx/>
              <a:buNone/>
              <a:defRPr sz="1200">
                <a:solidFill>
                  <a:schemeClr val="tx2"/>
                </a:solidFill>
              </a:defRPr>
            </a:lvl5pPr>
          </a:lstStyle>
          <a:p>
            <a:pPr lvl="0"/>
            <a:r>
              <a:rPr lang="it-IT"/>
              <a:t>Testo 18pt</a:t>
            </a:r>
          </a:p>
          <a:p>
            <a:pPr lvl="1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50174453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box multime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2">
            <a:extLst>
              <a:ext uri="{FF2B5EF4-FFF2-40B4-BE49-F238E27FC236}">
                <a16:creationId xmlns:a16="http://schemas.microsoft.com/office/drawing/2014/main" id="{635CA5DA-DBB6-F346-9B31-67E5F5BDEE56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18523" y="409465"/>
            <a:ext cx="11089875" cy="454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6800" rIns="90000" bIns="46800" numCol="1" anchor="b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it-IT"/>
              <a:t>Titolo SEGOE </a:t>
            </a:r>
            <a:r>
              <a:rPr lang="it-IT" err="1"/>
              <a:t>Ui</a:t>
            </a:r>
            <a:r>
              <a:rPr lang="it-IT"/>
              <a:t> 26pt </a:t>
            </a:r>
          </a:p>
        </p:txBody>
      </p:sp>
      <p:sp>
        <p:nvSpPr>
          <p:cNvPr id="17" name="Segnaposto contenuto 3">
            <a:extLst>
              <a:ext uri="{FF2B5EF4-FFF2-40B4-BE49-F238E27FC236}">
                <a16:creationId xmlns:a16="http://schemas.microsoft.com/office/drawing/2014/main" id="{67C76C8F-CBE4-174B-B924-16A49FAAE18B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421548" y="912709"/>
            <a:ext cx="11089875" cy="301557"/>
          </a:xfrm>
        </p:spPr>
        <p:txBody>
          <a:bodyPr>
            <a:spAutoFit/>
          </a:bodyPr>
          <a:lstStyle>
            <a:lvl1pPr>
              <a:defRPr b="1"/>
            </a:lvl1pPr>
          </a:lstStyle>
          <a:p>
            <a:r>
              <a:rPr lang="x-none" sz="1800"/>
              <a:t>Sottotitolo Segoe UI 18pt</a:t>
            </a:r>
          </a:p>
        </p:txBody>
      </p:sp>
      <p:sp>
        <p:nvSpPr>
          <p:cNvPr id="25" name="Textplatzhalter 5">
            <a:extLst>
              <a:ext uri="{FF2B5EF4-FFF2-40B4-BE49-F238E27FC236}">
                <a16:creationId xmlns:a16="http://schemas.microsoft.com/office/drawing/2014/main" id="{55FAF439-A1D2-3D40-A338-E989B73D78B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15203" y="1524472"/>
            <a:ext cx="3328970" cy="567011"/>
          </a:xfrm>
          <a:prstGeom prst="rect">
            <a:avLst/>
          </a:prstGeom>
          <a:solidFill>
            <a:schemeClr val="accent1"/>
          </a:solidFill>
        </p:spPr>
        <p:txBody>
          <a:bodyPr vert="horz" lIns="14400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Aft>
                <a:spcPts val="600"/>
              </a:spcAft>
              <a:buNone/>
              <a:defRPr lang="de-DE" sz="1800" b="1" dirty="0">
                <a:solidFill>
                  <a:schemeClr val="bg1"/>
                </a:solidFill>
              </a:defRPr>
            </a:lvl1pPr>
            <a:lvl2pPr>
              <a:defRPr lang="de-DE" dirty="0"/>
            </a:lvl2pPr>
            <a:lvl3pPr>
              <a:defRPr lang="de-DE" dirty="0"/>
            </a:lvl3pPr>
            <a:lvl4pPr>
              <a:defRPr lang="de-DE" dirty="0"/>
            </a:lvl4pPr>
            <a:lvl5pPr>
              <a:defRPr lang="de-DE" dirty="0"/>
            </a:lvl5pPr>
          </a:lstStyle>
          <a:p>
            <a:pPr lvl="0"/>
            <a:r>
              <a:rPr lang="de-DE" err="1"/>
              <a:t>Titolo</a:t>
            </a:r>
            <a:r>
              <a:rPr lang="de-DE"/>
              <a:t>, 18pt</a:t>
            </a:r>
          </a:p>
        </p:txBody>
      </p:sp>
      <p:sp>
        <p:nvSpPr>
          <p:cNvPr id="26" name="Inhaltsplatzhalter 4">
            <a:extLst>
              <a:ext uri="{FF2B5EF4-FFF2-40B4-BE49-F238E27FC236}">
                <a16:creationId xmlns:a16="http://schemas.microsoft.com/office/drawing/2014/main" id="{7EF1D76E-C8AB-5647-8B05-9D8BD690A6D9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415203" y="2091483"/>
            <a:ext cx="3328970" cy="252565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vert="horz" wrap="square" lIns="144000" tIns="144000" rIns="144000" bIns="45720" numCol="1" rtlCol="0" anchor="t" anchorCtr="0" compatLnSpc="1">
            <a:prstTxWarp prst="textNoShape">
              <a:avLst/>
            </a:prstTxWarp>
            <a:noAutofit/>
          </a:bodyPr>
          <a:lstStyle>
            <a:lvl1pPr marL="0" indent="0" algn="l">
              <a:buNone/>
              <a:defRPr lang="de-DE" sz="1800" b="0" dirty="0">
                <a:solidFill>
                  <a:schemeClr val="bg1"/>
                </a:solidFill>
                <a:latin typeface="+mn-lt"/>
                <a:cs typeface="+mn-cs"/>
              </a:defRPr>
            </a:lvl1pPr>
          </a:lstStyle>
          <a:p>
            <a:pPr marL="254058" lvl="0" indent="-254058" defTabSz="914400">
              <a:lnSpc>
                <a:spcPct val="90000"/>
              </a:lnSpc>
              <a:spcBef>
                <a:spcPts val="1200"/>
              </a:spcBef>
            </a:pPr>
            <a:r>
              <a:rPr lang="de-DE" err="1"/>
              <a:t>Segnaposto</a:t>
            </a:r>
            <a:r>
              <a:rPr lang="de-DE"/>
              <a:t>, 18pt</a:t>
            </a:r>
          </a:p>
        </p:txBody>
      </p:sp>
      <p:sp>
        <p:nvSpPr>
          <p:cNvPr id="27" name="Textplatzhalter 5">
            <a:extLst>
              <a:ext uri="{FF2B5EF4-FFF2-40B4-BE49-F238E27FC236}">
                <a16:creationId xmlns:a16="http://schemas.microsoft.com/office/drawing/2014/main" id="{91684359-B86B-CE4E-A34F-8FEC479A2FE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941889" y="1524472"/>
            <a:ext cx="3328970" cy="567011"/>
          </a:xfrm>
          <a:prstGeom prst="rect">
            <a:avLst/>
          </a:prstGeom>
          <a:solidFill>
            <a:schemeClr val="accent1"/>
          </a:solidFill>
        </p:spPr>
        <p:txBody>
          <a:bodyPr vert="horz" lIns="14400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Aft>
                <a:spcPts val="600"/>
              </a:spcAft>
              <a:buNone/>
              <a:defRPr lang="de-DE" sz="1800" b="1" dirty="0">
                <a:solidFill>
                  <a:schemeClr val="bg1"/>
                </a:solidFill>
              </a:defRPr>
            </a:lvl1pPr>
            <a:lvl2pPr>
              <a:defRPr lang="de-DE" dirty="0"/>
            </a:lvl2pPr>
            <a:lvl3pPr>
              <a:defRPr lang="de-DE" dirty="0"/>
            </a:lvl3pPr>
            <a:lvl4pPr>
              <a:defRPr lang="de-DE" dirty="0"/>
            </a:lvl4pPr>
            <a:lvl5pPr>
              <a:defRPr lang="de-DE" dirty="0"/>
            </a:lvl5pPr>
          </a:lstStyle>
          <a:p>
            <a:pPr lvl="0"/>
            <a:r>
              <a:rPr lang="de-DE" err="1"/>
              <a:t>Titolo</a:t>
            </a:r>
            <a:r>
              <a:rPr lang="de-DE"/>
              <a:t>, 18pt</a:t>
            </a:r>
          </a:p>
        </p:txBody>
      </p:sp>
      <p:sp>
        <p:nvSpPr>
          <p:cNvPr id="28" name="Inhaltsplatzhalter 4">
            <a:extLst>
              <a:ext uri="{FF2B5EF4-FFF2-40B4-BE49-F238E27FC236}">
                <a16:creationId xmlns:a16="http://schemas.microsoft.com/office/drawing/2014/main" id="{76E8FF17-A76E-D846-9CDF-99299E172CB9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3941889" y="2091483"/>
            <a:ext cx="3328970" cy="252565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vert="horz" wrap="square" lIns="144000" tIns="144000" rIns="144000" bIns="45720" numCol="1" rtlCol="0" anchor="t" anchorCtr="0" compatLnSpc="1">
            <a:prstTxWarp prst="textNoShape">
              <a:avLst/>
            </a:prstTxWarp>
            <a:noAutofit/>
          </a:bodyPr>
          <a:lstStyle>
            <a:lvl1pPr marL="0" indent="0" algn="l">
              <a:buNone/>
              <a:defRPr lang="de-DE" sz="1800" b="0" dirty="0">
                <a:solidFill>
                  <a:schemeClr val="bg1"/>
                </a:solidFill>
                <a:latin typeface="+mn-lt"/>
                <a:cs typeface="+mn-cs"/>
              </a:defRPr>
            </a:lvl1pPr>
          </a:lstStyle>
          <a:p>
            <a:pPr marL="254058" lvl="0" indent="-254058" defTabSz="914400">
              <a:lnSpc>
                <a:spcPct val="90000"/>
              </a:lnSpc>
              <a:spcBef>
                <a:spcPts val="1200"/>
              </a:spcBef>
            </a:pPr>
            <a:r>
              <a:rPr lang="de-DE" err="1"/>
              <a:t>Segnaposto</a:t>
            </a:r>
            <a:r>
              <a:rPr lang="de-DE"/>
              <a:t>, 18pt</a:t>
            </a:r>
          </a:p>
        </p:txBody>
      </p:sp>
      <p:sp>
        <p:nvSpPr>
          <p:cNvPr id="29" name="Textplatzhalter 5">
            <a:extLst>
              <a:ext uri="{FF2B5EF4-FFF2-40B4-BE49-F238E27FC236}">
                <a16:creationId xmlns:a16="http://schemas.microsoft.com/office/drawing/2014/main" id="{46A88E3A-6F26-1149-8ECB-6FB3EA2A219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468575" y="1524472"/>
            <a:ext cx="3328970" cy="567011"/>
          </a:xfrm>
          <a:prstGeom prst="rect">
            <a:avLst/>
          </a:prstGeom>
          <a:solidFill>
            <a:schemeClr val="accent1"/>
          </a:solidFill>
        </p:spPr>
        <p:txBody>
          <a:bodyPr vert="horz" lIns="14400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Aft>
                <a:spcPts val="600"/>
              </a:spcAft>
              <a:buNone/>
              <a:defRPr lang="de-DE" sz="1800" b="1" dirty="0">
                <a:solidFill>
                  <a:schemeClr val="bg1"/>
                </a:solidFill>
              </a:defRPr>
            </a:lvl1pPr>
            <a:lvl2pPr>
              <a:defRPr lang="de-DE" dirty="0"/>
            </a:lvl2pPr>
            <a:lvl3pPr>
              <a:defRPr lang="de-DE" dirty="0"/>
            </a:lvl3pPr>
            <a:lvl4pPr>
              <a:defRPr lang="de-DE" dirty="0"/>
            </a:lvl4pPr>
            <a:lvl5pPr>
              <a:defRPr lang="de-DE" dirty="0"/>
            </a:lvl5pPr>
          </a:lstStyle>
          <a:p>
            <a:pPr lvl="0"/>
            <a:r>
              <a:rPr lang="de-DE" err="1"/>
              <a:t>Titolo</a:t>
            </a:r>
            <a:r>
              <a:rPr lang="de-DE"/>
              <a:t>, 18pt</a:t>
            </a:r>
          </a:p>
        </p:txBody>
      </p:sp>
      <p:sp>
        <p:nvSpPr>
          <p:cNvPr id="30" name="Inhaltsplatzhalter 4">
            <a:extLst>
              <a:ext uri="{FF2B5EF4-FFF2-40B4-BE49-F238E27FC236}">
                <a16:creationId xmlns:a16="http://schemas.microsoft.com/office/drawing/2014/main" id="{7AB1916B-521A-3142-9041-8547D28363FA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7468575" y="2091483"/>
            <a:ext cx="3328970" cy="252565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vert="horz" wrap="square" lIns="144000" tIns="144000" rIns="144000" bIns="45720" numCol="1" rtlCol="0" anchor="t" anchorCtr="0" compatLnSpc="1">
            <a:prstTxWarp prst="textNoShape">
              <a:avLst/>
            </a:prstTxWarp>
            <a:noAutofit/>
          </a:bodyPr>
          <a:lstStyle>
            <a:lvl1pPr marL="0" indent="0" algn="l">
              <a:buNone/>
              <a:defRPr lang="de-DE" sz="1800" b="0" dirty="0">
                <a:solidFill>
                  <a:schemeClr val="bg1"/>
                </a:solidFill>
                <a:latin typeface="+mn-lt"/>
                <a:cs typeface="+mn-cs"/>
              </a:defRPr>
            </a:lvl1pPr>
          </a:lstStyle>
          <a:p>
            <a:pPr marL="254058" lvl="0" indent="-254058" defTabSz="914400">
              <a:lnSpc>
                <a:spcPct val="90000"/>
              </a:lnSpc>
              <a:spcBef>
                <a:spcPts val="1200"/>
              </a:spcBef>
            </a:pPr>
            <a:r>
              <a:rPr lang="de-DE" err="1"/>
              <a:t>Segnaposto</a:t>
            </a:r>
            <a:r>
              <a:rPr lang="de-DE"/>
              <a:t>, 18pt</a:t>
            </a:r>
          </a:p>
        </p:txBody>
      </p:sp>
    </p:spTree>
    <p:extLst>
      <p:ext uri="{BB962C8B-B14F-4D97-AF65-F5344CB8AC3E}">
        <p14:creationId xmlns:p14="http://schemas.microsoft.com/office/powerpoint/2010/main" val="1209794001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box multime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BFE9D297-397C-F64E-A095-7ED1D320EFFC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18523" y="409465"/>
            <a:ext cx="11089875" cy="454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6800" rIns="90000" bIns="46800" numCol="1" anchor="b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it-IT"/>
              <a:t>Titolo SEGOE </a:t>
            </a:r>
            <a:r>
              <a:rPr lang="it-IT" err="1"/>
              <a:t>Ui</a:t>
            </a:r>
            <a:r>
              <a:rPr lang="it-IT"/>
              <a:t> 26pt </a:t>
            </a:r>
          </a:p>
        </p:txBody>
      </p:sp>
      <p:sp>
        <p:nvSpPr>
          <p:cNvPr id="19" name="Segnaposto contenuto 3">
            <a:extLst>
              <a:ext uri="{FF2B5EF4-FFF2-40B4-BE49-F238E27FC236}">
                <a16:creationId xmlns:a16="http://schemas.microsoft.com/office/drawing/2014/main" id="{08C67768-7AA1-694B-BBD3-4D2BED23D970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421548" y="912709"/>
            <a:ext cx="11089875" cy="301557"/>
          </a:xfrm>
        </p:spPr>
        <p:txBody>
          <a:bodyPr>
            <a:spAutoFit/>
          </a:bodyPr>
          <a:lstStyle>
            <a:lvl1pPr>
              <a:defRPr b="1"/>
            </a:lvl1pPr>
          </a:lstStyle>
          <a:p>
            <a:r>
              <a:rPr lang="x-none" sz="1800"/>
              <a:t>Sottotitolo Segoe UI 18pt</a:t>
            </a:r>
          </a:p>
        </p:txBody>
      </p:sp>
      <p:sp>
        <p:nvSpPr>
          <p:cNvPr id="22" name="Textplatzhalter 5">
            <a:extLst>
              <a:ext uri="{FF2B5EF4-FFF2-40B4-BE49-F238E27FC236}">
                <a16:creationId xmlns:a16="http://schemas.microsoft.com/office/drawing/2014/main" id="{A3CCC18F-DE49-AE40-A446-9359D8DDB55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13071" y="1524064"/>
            <a:ext cx="3328970" cy="567011"/>
          </a:xfrm>
          <a:prstGeom prst="rect">
            <a:avLst/>
          </a:prstGeom>
          <a:solidFill>
            <a:schemeClr val="accent1"/>
          </a:solidFill>
        </p:spPr>
        <p:txBody>
          <a:bodyPr vert="horz" lIns="14400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Aft>
                <a:spcPts val="600"/>
              </a:spcAft>
              <a:buNone/>
              <a:defRPr lang="de-DE" sz="1800" b="1" dirty="0">
                <a:solidFill>
                  <a:schemeClr val="bg1"/>
                </a:solidFill>
              </a:defRPr>
            </a:lvl1pPr>
            <a:lvl2pPr>
              <a:defRPr lang="de-DE" dirty="0"/>
            </a:lvl2pPr>
            <a:lvl3pPr>
              <a:defRPr lang="de-DE" dirty="0"/>
            </a:lvl3pPr>
            <a:lvl4pPr>
              <a:defRPr lang="de-DE" dirty="0"/>
            </a:lvl4pPr>
            <a:lvl5pPr>
              <a:defRPr lang="de-DE" dirty="0"/>
            </a:lvl5pPr>
          </a:lstStyle>
          <a:p>
            <a:pPr lvl="0"/>
            <a:r>
              <a:rPr lang="de-DE" err="1"/>
              <a:t>Titolo</a:t>
            </a:r>
            <a:r>
              <a:rPr lang="de-DE"/>
              <a:t>, 18pt</a:t>
            </a:r>
          </a:p>
        </p:txBody>
      </p:sp>
      <p:sp>
        <p:nvSpPr>
          <p:cNvPr id="23" name="Inhaltsplatzhalter 4">
            <a:extLst>
              <a:ext uri="{FF2B5EF4-FFF2-40B4-BE49-F238E27FC236}">
                <a16:creationId xmlns:a16="http://schemas.microsoft.com/office/drawing/2014/main" id="{59DE8EDC-5F79-7141-95C9-4A2F2C5DE6F7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413071" y="2091075"/>
            <a:ext cx="3328970" cy="133662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vert="horz" wrap="square" lIns="144000" tIns="144000" rIns="144000" bIns="45720" numCol="1" rtlCol="0" anchor="t" anchorCtr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de-DE" sz="1800" b="0" dirty="0">
                <a:solidFill>
                  <a:schemeClr val="bg1"/>
                </a:solidFill>
                <a:latin typeface="+mn-lt"/>
                <a:cs typeface="+mn-cs"/>
              </a:defRPr>
            </a:lvl1pPr>
          </a:lstStyle>
          <a:p>
            <a:pPr marL="254058" lvl="0" indent="-254058" defTabSz="914400">
              <a:lnSpc>
                <a:spcPct val="90000"/>
              </a:lnSpc>
              <a:spcBef>
                <a:spcPts val="1200"/>
              </a:spcBef>
            </a:pPr>
            <a:r>
              <a:rPr lang="de-DE" err="1"/>
              <a:t>Segnaposto</a:t>
            </a:r>
            <a:r>
              <a:rPr lang="de-DE"/>
              <a:t>, 18pt</a:t>
            </a:r>
          </a:p>
        </p:txBody>
      </p:sp>
      <p:sp>
        <p:nvSpPr>
          <p:cNvPr id="24" name="Textplatzhalter 5">
            <a:extLst>
              <a:ext uri="{FF2B5EF4-FFF2-40B4-BE49-F238E27FC236}">
                <a16:creationId xmlns:a16="http://schemas.microsoft.com/office/drawing/2014/main" id="{947FB7C3-063F-5346-A154-922772E1656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939757" y="1524064"/>
            <a:ext cx="3328970" cy="567011"/>
          </a:xfrm>
          <a:prstGeom prst="rect">
            <a:avLst/>
          </a:prstGeom>
          <a:solidFill>
            <a:schemeClr val="accent1"/>
          </a:solidFill>
        </p:spPr>
        <p:txBody>
          <a:bodyPr vert="horz" lIns="14400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Aft>
                <a:spcPts val="600"/>
              </a:spcAft>
              <a:buNone/>
              <a:defRPr lang="de-DE" sz="1800" b="1" dirty="0">
                <a:solidFill>
                  <a:schemeClr val="bg1"/>
                </a:solidFill>
              </a:defRPr>
            </a:lvl1pPr>
            <a:lvl2pPr>
              <a:defRPr lang="de-DE" dirty="0"/>
            </a:lvl2pPr>
            <a:lvl3pPr>
              <a:defRPr lang="de-DE" dirty="0"/>
            </a:lvl3pPr>
            <a:lvl4pPr>
              <a:defRPr lang="de-DE" dirty="0"/>
            </a:lvl4pPr>
            <a:lvl5pPr>
              <a:defRPr lang="de-DE" dirty="0"/>
            </a:lvl5pPr>
          </a:lstStyle>
          <a:p>
            <a:pPr lvl="0"/>
            <a:r>
              <a:rPr lang="de-DE" err="1"/>
              <a:t>Titolo</a:t>
            </a:r>
            <a:r>
              <a:rPr lang="de-DE"/>
              <a:t>, 18pt</a:t>
            </a:r>
          </a:p>
        </p:txBody>
      </p:sp>
      <p:sp>
        <p:nvSpPr>
          <p:cNvPr id="25" name="Inhaltsplatzhalter 4">
            <a:extLst>
              <a:ext uri="{FF2B5EF4-FFF2-40B4-BE49-F238E27FC236}">
                <a16:creationId xmlns:a16="http://schemas.microsoft.com/office/drawing/2014/main" id="{5140A686-ED5B-1045-8A3E-EF22C8E68BF5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3939757" y="2091075"/>
            <a:ext cx="3328970" cy="133662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vert="horz" wrap="square" lIns="144000" tIns="144000" rIns="144000" bIns="45720" numCol="1" rtlCol="0" anchor="t" anchorCtr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de-DE" sz="1800" b="0" dirty="0">
                <a:solidFill>
                  <a:schemeClr val="bg1"/>
                </a:solidFill>
                <a:latin typeface="+mn-lt"/>
                <a:cs typeface="+mn-cs"/>
              </a:defRPr>
            </a:lvl1pPr>
          </a:lstStyle>
          <a:p>
            <a:pPr marL="254058" lvl="0" indent="-254058" defTabSz="914400">
              <a:lnSpc>
                <a:spcPct val="90000"/>
              </a:lnSpc>
              <a:spcBef>
                <a:spcPts val="1200"/>
              </a:spcBef>
            </a:pPr>
            <a:r>
              <a:rPr lang="de-DE" err="1"/>
              <a:t>Segnaposto</a:t>
            </a:r>
            <a:r>
              <a:rPr lang="de-DE"/>
              <a:t>, 18pt</a:t>
            </a:r>
          </a:p>
        </p:txBody>
      </p:sp>
      <p:sp>
        <p:nvSpPr>
          <p:cNvPr id="26" name="Textplatzhalter 5">
            <a:extLst>
              <a:ext uri="{FF2B5EF4-FFF2-40B4-BE49-F238E27FC236}">
                <a16:creationId xmlns:a16="http://schemas.microsoft.com/office/drawing/2014/main" id="{43620B12-D93E-1142-BEE7-03EF0A8E5E7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466443" y="1524064"/>
            <a:ext cx="3328970" cy="567011"/>
          </a:xfrm>
          <a:prstGeom prst="rect">
            <a:avLst/>
          </a:prstGeom>
          <a:solidFill>
            <a:schemeClr val="accent1"/>
          </a:solidFill>
        </p:spPr>
        <p:txBody>
          <a:bodyPr vert="horz" lIns="14400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Aft>
                <a:spcPts val="600"/>
              </a:spcAft>
              <a:buNone/>
              <a:defRPr lang="de-DE" sz="1800" b="1" dirty="0">
                <a:solidFill>
                  <a:schemeClr val="bg1"/>
                </a:solidFill>
              </a:defRPr>
            </a:lvl1pPr>
            <a:lvl2pPr>
              <a:defRPr lang="de-DE" dirty="0"/>
            </a:lvl2pPr>
            <a:lvl3pPr>
              <a:defRPr lang="de-DE" dirty="0"/>
            </a:lvl3pPr>
            <a:lvl4pPr>
              <a:defRPr lang="de-DE" dirty="0"/>
            </a:lvl4pPr>
            <a:lvl5pPr>
              <a:defRPr lang="de-DE" dirty="0"/>
            </a:lvl5pPr>
          </a:lstStyle>
          <a:p>
            <a:pPr lvl="0"/>
            <a:r>
              <a:rPr lang="de-DE" err="1"/>
              <a:t>Titolo</a:t>
            </a:r>
            <a:r>
              <a:rPr lang="de-DE"/>
              <a:t>, 18pt</a:t>
            </a:r>
          </a:p>
        </p:txBody>
      </p:sp>
      <p:sp>
        <p:nvSpPr>
          <p:cNvPr id="27" name="Inhaltsplatzhalter 4">
            <a:extLst>
              <a:ext uri="{FF2B5EF4-FFF2-40B4-BE49-F238E27FC236}">
                <a16:creationId xmlns:a16="http://schemas.microsoft.com/office/drawing/2014/main" id="{8A17E38A-C701-8240-B1FD-59321750BA71}"/>
              </a:ext>
            </a:extLst>
          </p:cNvPr>
          <p:cNvSpPr>
            <a:spLocks noGrp="1"/>
          </p:cNvSpPr>
          <p:nvPr>
            <p:ph sz="quarter" idx="29" hasCustomPrompt="1"/>
          </p:nvPr>
        </p:nvSpPr>
        <p:spPr>
          <a:xfrm>
            <a:off x="7466443" y="2091075"/>
            <a:ext cx="3328970" cy="133662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vert="horz" wrap="square" lIns="144000" tIns="144000" rIns="144000" bIns="45720" numCol="1" rtlCol="0" anchor="t" anchorCtr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de-DE" sz="1800" b="0" dirty="0">
                <a:solidFill>
                  <a:schemeClr val="bg1"/>
                </a:solidFill>
                <a:latin typeface="+mn-lt"/>
                <a:cs typeface="+mn-cs"/>
              </a:defRPr>
            </a:lvl1pPr>
          </a:lstStyle>
          <a:p>
            <a:pPr marL="254058" lvl="0" indent="-254058" defTabSz="914400">
              <a:lnSpc>
                <a:spcPct val="90000"/>
              </a:lnSpc>
              <a:spcBef>
                <a:spcPts val="1200"/>
              </a:spcBef>
            </a:pPr>
            <a:r>
              <a:rPr lang="de-DE" err="1"/>
              <a:t>Segnaposto</a:t>
            </a:r>
            <a:r>
              <a:rPr lang="de-DE"/>
              <a:t>, 18pt</a:t>
            </a:r>
          </a:p>
        </p:txBody>
      </p:sp>
      <p:sp>
        <p:nvSpPr>
          <p:cNvPr id="28" name="Textplatzhalter 5">
            <a:extLst>
              <a:ext uri="{FF2B5EF4-FFF2-40B4-BE49-F238E27FC236}">
                <a16:creationId xmlns:a16="http://schemas.microsoft.com/office/drawing/2014/main" id="{31A5AF69-B971-E847-92D4-2CB669C7A3A3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13071" y="3974543"/>
            <a:ext cx="3328970" cy="567011"/>
          </a:xfrm>
          <a:prstGeom prst="rect">
            <a:avLst/>
          </a:prstGeom>
          <a:solidFill>
            <a:schemeClr val="accent1"/>
          </a:solidFill>
        </p:spPr>
        <p:txBody>
          <a:bodyPr vert="horz" lIns="14400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Aft>
                <a:spcPts val="600"/>
              </a:spcAft>
              <a:buNone/>
              <a:defRPr lang="de-DE" sz="1800" b="1" dirty="0">
                <a:solidFill>
                  <a:schemeClr val="bg1"/>
                </a:solidFill>
              </a:defRPr>
            </a:lvl1pPr>
            <a:lvl2pPr>
              <a:defRPr lang="de-DE" dirty="0"/>
            </a:lvl2pPr>
            <a:lvl3pPr>
              <a:defRPr lang="de-DE" dirty="0"/>
            </a:lvl3pPr>
            <a:lvl4pPr>
              <a:defRPr lang="de-DE" dirty="0"/>
            </a:lvl4pPr>
            <a:lvl5pPr>
              <a:defRPr lang="de-DE" dirty="0"/>
            </a:lvl5pPr>
          </a:lstStyle>
          <a:p>
            <a:pPr lvl="0"/>
            <a:r>
              <a:rPr lang="de-DE" err="1"/>
              <a:t>Titolo</a:t>
            </a:r>
            <a:r>
              <a:rPr lang="de-DE"/>
              <a:t>, 18pt</a:t>
            </a:r>
          </a:p>
        </p:txBody>
      </p:sp>
      <p:sp>
        <p:nvSpPr>
          <p:cNvPr id="29" name="Inhaltsplatzhalter 4">
            <a:extLst>
              <a:ext uri="{FF2B5EF4-FFF2-40B4-BE49-F238E27FC236}">
                <a16:creationId xmlns:a16="http://schemas.microsoft.com/office/drawing/2014/main" id="{1165C76D-FA45-A143-976D-713ED02B2E40}"/>
              </a:ext>
            </a:extLst>
          </p:cNvPr>
          <p:cNvSpPr>
            <a:spLocks noGrp="1"/>
          </p:cNvSpPr>
          <p:nvPr>
            <p:ph sz="quarter" idx="31" hasCustomPrompt="1"/>
          </p:nvPr>
        </p:nvSpPr>
        <p:spPr>
          <a:xfrm>
            <a:off x="413071" y="4541554"/>
            <a:ext cx="3328970" cy="133662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vert="horz" wrap="square" lIns="144000" tIns="144000" rIns="144000" bIns="45720" numCol="1" rtlCol="0" anchor="t" anchorCtr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de-DE" sz="1800" b="0" dirty="0">
                <a:solidFill>
                  <a:schemeClr val="bg1"/>
                </a:solidFill>
                <a:latin typeface="+mn-lt"/>
                <a:cs typeface="+mn-cs"/>
              </a:defRPr>
            </a:lvl1pPr>
          </a:lstStyle>
          <a:p>
            <a:pPr marL="254058" lvl="0" indent="-254058" defTabSz="914400">
              <a:lnSpc>
                <a:spcPct val="90000"/>
              </a:lnSpc>
              <a:spcBef>
                <a:spcPts val="1200"/>
              </a:spcBef>
            </a:pPr>
            <a:r>
              <a:rPr lang="de-DE" err="1"/>
              <a:t>Segnaposto</a:t>
            </a:r>
            <a:r>
              <a:rPr lang="de-DE"/>
              <a:t>, 18pt</a:t>
            </a:r>
          </a:p>
        </p:txBody>
      </p:sp>
      <p:sp>
        <p:nvSpPr>
          <p:cNvPr id="30" name="Textplatzhalter 5">
            <a:extLst>
              <a:ext uri="{FF2B5EF4-FFF2-40B4-BE49-F238E27FC236}">
                <a16:creationId xmlns:a16="http://schemas.microsoft.com/office/drawing/2014/main" id="{E8819D2A-3136-4E4F-9265-9761C2CA491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939757" y="3974543"/>
            <a:ext cx="3328970" cy="567011"/>
          </a:xfrm>
          <a:prstGeom prst="rect">
            <a:avLst/>
          </a:prstGeom>
          <a:solidFill>
            <a:schemeClr val="accent1"/>
          </a:solidFill>
        </p:spPr>
        <p:txBody>
          <a:bodyPr vert="horz" lIns="14400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Aft>
                <a:spcPts val="600"/>
              </a:spcAft>
              <a:buNone/>
              <a:defRPr lang="de-DE" sz="1800" b="1" dirty="0">
                <a:solidFill>
                  <a:schemeClr val="bg1"/>
                </a:solidFill>
              </a:defRPr>
            </a:lvl1pPr>
            <a:lvl2pPr>
              <a:defRPr lang="de-DE" dirty="0"/>
            </a:lvl2pPr>
            <a:lvl3pPr>
              <a:defRPr lang="de-DE" dirty="0"/>
            </a:lvl3pPr>
            <a:lvl4pPr>
              <a:defRPr lang="de-DE" dirty="0"/>
            </a:lvl4pPr>
            <a:lvl5pPr>
              <a:defRPr lang="de-DE" dirty="0"/>
            </a:lvl5pPr>
          </a:lstStyle>
          <a:p>
            <a:pPr lvl="0"/>
            <a:r>
              <a:rPr lang="de-DE" err="1"/>
              <a:t>Titolo</a:t>
            </a:r>
            <a:r>
              <a:rPr lang="de-DE"/>
              <a:t>, 18pt</a:t>
            </a:r>
          </a:p>
        </p:txBody>
      </p:sp>
      <p:sp>
        <p:nvSpPr>
          <p:cNvPr id="31" name="Inhaltsplatzhalter 4">
            <a:extLst>
              <a:ext uri="{FF2B5EF4-FFF2-40B4-BE49-F238E27FC236}">
                <a16:creationId xmlns:a16="http://schemas.microsoft.com/office/drawing/2014/main" id="{2F58CD45-9D5E-C047-A583-5BF531E4D5DD}"/>
              </a:ext>
            </a:extLst>
          </p:cNvPr>
          <p:cNvSpPr>
            <a:spLocks noGrp="1"/>
          </p:cNvSpPr>
          <p:nvPr>
            <p:ph sz="quarter" idx="33" hasCustomPrompt="1"/>
          </p:nvPr>
        </p:nvSpPr>
        <p:spPr>
          <a:xfrm>
            <a:off x="3939757" y="4541554"/>
            <a:ext cx="3328970" cy="133662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vert="horz" wrap="square" lIns="144000" tIns="144000" rIns="144000" bIns="45720" numCol="1" rtlCol="0" anchor="t" anchorCtr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de-DE" sz="1800" b="0" dirty="0">
                <a:solidFill>
                  <a:schemeClr val="bg1"/>
                </a:solidFill>
                <a:latin typeface="+mn-lt"/>
                <a:cs typeface="+mn-cs"/>
              </a:defRPr>
            </a:lvl1pPr>
          </a:lstStyle>
          <a:p>
            <a:pPr marL="254058" lvl="0" indent="-254058" defTabSz="914400">
              <a:lnSpc>
                <a:spcPct val="90000"/>
              </a:lnSpc>
              <a:spcBef>
                <a:spcPts val="1200"/>
              </a:spcBef>
            </a:pPr>
            <a:r>
              <a:rPr lang="de-DE" err="1"/>
              <a:t>Segnaposto</a:t>
            </a:r>
            <a:r>
              <a:rPr lang="de-DE"/>
              <a:t>, 18pt</a:t>
            </a:r>
          </a:p>
        </p:txBody>
      </p:sp>
      <p:sp>
        <p:nvSpPr>
          <p:cNvPr id="32" name="Textplatzhalter 5">
            <a:extLst>
              <a:ext uri="{FF2B5EF4-FFF2-40B4-BE49-F238E27FC236}">
                <a16:creationId xmlns:a16="http://schemas.microsoft.com/office/drawing/2014/main" id="{2219DB30-5B94-4F4B-AAE0-A8087176D398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7466443" y="3974543"/>
            <a:ext cx="3328970" cy="567011"/>
          </a:xfrm>
          <a:prstGeom prst="rect">
            <a:avLst/>
          </a:prstGeom>
          <a:solidFill>
            <a:schemeClr val="accent1"/>
          </a:solidFill>
        </p:spPr>
        <p:txBody>
          <a:bodyPr vert="horz" lIns="14400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Aft>
                <a:spcPts val="600"/>
              </a:spcAft>
              <a:buNone/>
              <a:defRPr lang="de-DE" sz="1800" b="1" dirty="0">
                <a:solidFill>
                  <a:schemeClr val="bg1"/>
                </a:solidFill>
              </a:defRPr>
            </a:lvl1pPr>
            <a:lvl2pPr>
              <a:defRPr lang="de-DE" dirty="0"/>
            </a:lvl2pPr>
            <a:lvl3pPr>
              <a:defRPr lang="de-DE" dirty="0"/>
            </a:lvl3pPr>
            <a:lvl4pPr>
              <a:defRPr lang="de-DE" dirty="0"/>
            </a:lvl4pPr>
            <a:lvl5pPr>
              <a:defRPr lang="de-DE" dirty="0"/>
            </a:lvl5pPr>
          </a:lstStyle>
          <a:p>
            <a:pPr lvl="0"/>
            <a:r>
              <a:rPr lang="de-DE" err="1"/>
              <a:t>Titolo</a:t>
            </a:r>
            <a:r>
              <a:rPr lang="de-DE"/>
              <a:t>, 18pt</a:t>
            </a:r>
          </a:p>
        </p:txBody>
      </p:sp>
      <p:sp>
        <p:nvSpPr>
          <p:cNvPr id="33" name="Inhaltsplatzhalter 4">
            <a:extLst>
              <a:ext uri="{FF2B5EF4-FFF2-40B4-BE49-F238E27FC236}">
                <a16:creationId xmlns:a16="http://schemas.microsoft.com/office/drawing/2014/main" id="{51259A08-57D0-8F44-B67D-B1B6942103BA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7466443" y="4541554"/>
            <a:ext cx="3328970" cy="133662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vert="horz" wrap="square" lIns="144000" tIns="144000" rIns="144000" bIns="45720" numCol="1" rtlCol="0" anchor="t" anchorCtr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de-DE" sz="1800" b="0" dirty="0">
                <a:solidFill>
                  <a:schemeClr val="bg1"/>
                </a:solidFill>
                <a:latin typeface="+mn-lt"/>
                <a:cs typeface="+mn-cs"/>
              </a:defRPr>
            </a:lvl1pPr>
          </a:lstStyle>
          <a:p>
            <a:pPr marL="254058" lvl="0" indent="-254058" defTabSz="914400">
              <a:lnSpc>
                <a:spcPct val="90000"/>
              </a:lnSpc>
              <a:spcBef>
                <a:spcPts val="1200"/>
              </a:spcBef>
            </a:pPr>
            <a:r>
              <a:rPr lang="de-DE" err="1"/>
              <a:t>Segnaposto</a:t>
            </a:r>
            <a:r>
              <a:rPr lang="de-DE"/>
              <a:t>, 18pt</a:t>
            </a:r>
          </a:p>
        </p:txBody>
      </p:sp>
    </p:spTree>
    <p:extLst>
      <p:ext uri="{BB962C8B-B14F-4D97-AF65-F5344CB8AC3E}">
        <p14:creationId xmlns:p14="http://schemas.microsoft.com/office/powerpoint/2010/main" val="3975581686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sto+foto grande d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5">
            <a:extLst>
              <a:ext uri="{FF2B5EF4-FFF2-40B4-BE49-F238E27FC236}">
                <a16:creationId xmlns:a16="http://schemas.microsoft.com/office/drawing/2014/main" id="{E63174D1-57FE-6142-9774-C91D5C1B58E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9091" y="1539582"/>
            <a:ext cx="3529201" cy="301557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>
            <a:lvl1pPr marL="0" indent="0">
              <a:lnSpc>
                <a:spcPct val="120000"/>
              </a:lnSpc>
              <a:spcAft>
                <a:spcPts val="600"/>
              </a:spcAft>
              <a:buNone/>
              <a:defRPr lang="de-DE" sz="1800" dirty="0"/>
            </a:lvl1pPr>
            <a:lvl2pPr>
              <a:defRPr lang="de-DE" dirty="0"/>
            </a:lvl2pPr>
            <a:lvl3pPr>
              <a:defRPr lang="de-DE" dirty="0"/>
            </a:lvl3pPr>
            <a:lvl4pPr>
              <a:defRPr lang="de-DE" dirty="0"/>
            </a:lvl4pPr>
            <a:lvl5pPr>
              <a:defRPr lang="de-DE" dirty="0"/>
            </a:lvl5pPr>
          </a:lstStyle>
          <a:p>
            <a:pPr lvl="0"/>
            <a:r>
              <a:rPr lang="de-DE" err="1"/>
              <a:t>Testo</a:t>
            </a:r>
            <a:r>
              <a:rPr lang="de-DE"/>
              <a:t>, 18pt</a:t>
            </a:r>
          </a:p>
        </p:txBody>
      </p:sp>
      <p:sp>
        <p:nvSpPr>
          <p:cNvPr id="42" name="Bildplatzhalter 2">
            <a:extLst>
              <a:ext uri="{FF2B5EF4-FFF2-40B4-BE49-F238E27FC236}">
                <a16:creationId xmlns:a16="http://schemas.microsoft.com/office/drawing/2014/main" id="{112C6C66-181E-4683-BA8C-F8A435B49282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370244" y="1527162"/>
            <a:ext cx="7126431" cy="449422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6350"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buNone/>
              <a:defRPr lang="de-DE" cap="all"/>
            </a:lvl1pPr>
          </a:lstStyle>
          <a:p>
            <a:pPr marL="254058" lvl="0" indent="-254058" algn="ctr"/>
            <a:r>
              <a:rPr lang="de-DE"/>
              <a:t>Foto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8E8FD4EC-F8EA-B84C-8654-4EBC25F0560A}"/>
              </a:ext>
            </a:extLst>
          </p:cNvPr>
          <p:cNvSpPr txBox="1"/>
          <p:nvPr userDrawn="1"/>
        </p:nvSpPr>
        <p:spPr>
          <a:xfrm>
            <a:off x="166255" y="-748146"/>
            <a:ext cx="0" cy="0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/>
            <a:endParaRPr lang="x-none" sz="2000" err="1">
              <a:solidFill>
                <a:schemeClr val="bg2"/>
              </a:solidFill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DDEDBFC6-107C-1345-BD50-A6AAB5E4E94A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18523" y="409465"/>
            <a:ext cx="11089875" cy="454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6800" rIns="90000" bIns="46800" numCol="1" anchor="b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it-IT"/>
              <a:t>Titolo SEGOE </a:t>
            </a:r>
            <a:r>
              <a:rPr lang="it-IT" err="1"/>
              <a:t>Ui</a:t>
            </a:r>
            <a:r>
              <a:rPr lang="it-IT"/>
              <a:t> 26pt </a:t>
            </a:r>
          </a:p>
        </p:txBody>
      </p:sp>
      <p:sp>
        <p:nvSpPr>
          <p:cNvPr id="9" name="Segnaposto contenuto 3">
            <a:extLst>
              <a:ext uri="{FF2B5EF4-FFF2-40B4-BE49-F238E27FC236}">
                <a16:creationId xmlns:a16="http://schemas.microsoft.com/office/drawing/2014/main" id="{22A07DA2-A14A-F843-95D4-15446F2FE4BF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421548" y="912709"/>
            <a:ext cx="11089875" cy="301557"/>
          </a:xfrm>
        </p:spPr>
        <p:txBody>
          <a:bodyPr>
            <a:spAutoFit/>
          </a:bodyPr>
          <a:lstStyle>
            <a:lvl1pPr>
              <a:defRPr b="1"/>
            </a:lvl1pPr>
          </a:lstStyle>
          <a:p>
            <a:r>
              <a:rPr lang="x-none" sz="1800"/>
              <a:t>Sottotitolo Segoe UI 18pt</a:t>
            </a:r>
          </a:p>
        </p:txBody>
      </p:sp>
    </p:spTree>
    <p:extLst>
      <p:ext uri="{BB962C8B-B14F-4D97-AF65-F5344CB8AC3E}">
        <p14:creationId xmlns:p14="http://schemas.microsoft.com/office/powerpoint/2010/main" val="3182056692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sto+foto piccola d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platzhalter 5">
            <a:extLst>
              <a:ext uri="{FF2B5EF4-FFF2-40B4-BE49-F238E27FC236}">
                <a16:creationId xmlns:a16="http://schemas.microsoft.com/office/drawing/2014/main" id="{DFA93674-68BC-FA40-A29D-3847139EDEE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9090" y="1542175"/>
            <a:ext cx="7484607" cy="301557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>
            <a:lvl1pPr marL="0" indent="0">
              <a:lnSpc>
                <a:spcPct val="120000"/>
              </a:lnSpc>
              <a:spcAft>
                <a:spcPts val="600"/>
              </a:spcAft>
              <a:buNone/>
              <a:defRPr lang="de-DE" sz="1800" dirty="0"/>
            </a:lvl1pPr>
            <a:lvl2pPr>
              <a:defRPr lang="de-DE" dirty="0"/>
            </a:lvl2pPr>
            <a:lvl3pPr>
              <a:defRPr lang="de-DE" dirty="0"/>
            </a:lvl3pPr>
            <a:lvl4pPr>
              <a:defRPr lang="de-DE" dirty="0"/>
            </a:lvl4pPr>
            <a:lvl5pPr>
              <a:defRPr lang="de-DE" dirty="0"/>
            </a:lvl5pPr>
          </a:lstStyle>
          <a:p>
            <a:pPr lvl="0"/>
            <a:r>
              <a:rPr lang="de-DE" err="1"/>
              <a:t>Testo</a:t>
            </a:r>
            <a:r>
              <a:rPr lang="de-DE"/>
              <a:t>, 18pt</a:t>
            </a:r>
          </a:p>
        </p:txBody>
      </p:sp>
      <p:sp>
        <p:nvSpPr>
          <p:cNvPr id="15" name="Bildplatzhalter 2">
            <a:extLst>
              <a:ext uri="{FF2B5EF4-FFF2-40B4-BE49-F238E27FC236}">
                <a16:creationId xmlns:a16="http://schemas.microsoft.com/office/drawing/2014/main" id="{35CF5786-0ACF-0544-AD13-22B3F15885E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8188806" y="1520825"/>
            <a:ext cx="3307869" cy="450056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6350"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buNone/>
              <a:defRPr lang="de-DE" cap="all"/>
            </a:lvl1pPr>
          </a:lstStyle>
          <a:p>
            <a:pPr marL="254058" lvl="0" indent="-254058" algn="ctr"/>
            <a:r>
              <a:rPr lang="de-DE"/>
              <a:t>Foto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95DBB20A-9A18-2342-84CC-79E2FF664265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18523" y="409465"/>
            <a:ext cx="11089875" cy="454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6800" rIns="90000" bIns="46800" numCol="1" anchor="b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it-IT"/>
              <a:t>Titolo SEGOE </a:t>
            </a:r>
            <a:r>
              <a:rPr lang="it-IT" err="1"/>
              <a:t>Ui</a:t>
            </a:r>
            <a:r>
              <a:rPr lang="it-IT"/>
              <a:t> 26pt </a:t>
            </a:r>
          </a:p>
        </p:txBody>
      </p:sp>
      <p:sp>
        <p:nvSpPr>
          <p:cNvPr id="8" name="Segnaposto contenuto 3">
            <a:extLst>
              <a:ext uri="{FF2B5EF4-FFF2-40B4-BE49-F238E27FC236}">
                <a16:creationId xmlns:a16="http://schemas.microsoft.com/office/drawing/2014/main" id="{8E0CB76D-7F3B-A642-897D-A0A3880D9B3D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421548" y="912709"/>
            <a:ext cx="11089875" cy="301557"/>
          </a:xfrm>
        </p:spPr>
        <p:txBody>
          <a:bodyPr>
            <a:spAutoFit/>
          </a:bodyPr>
          <a:lstStyle>
            <a:lvl1pPr>
              <a:defRPr b="1"/>
            </a:lvl1pPr>
          </a:lstStyle>
          <a:p>
            <a:r>
              <a:rPr lang="x-none" sz="1800"/>
              <a:t>Sottotitolo Segoe UI 18pt</a:t>
            </a:r>
          </a:p>
        </p:txBody>
      </p:sp>
    </p:spTree>
    <p:extLst>
      <p:ext uri="{BB962C8B-B14F-4D97-AF65-F5344CB8AC3E}">
        <p14:creationId xmlns:p14="http://schemas.microsoft.com/office/powerpoint/2010/main" val="475234207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sto+foto piccola s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platzhalter 5">
            <a:extLst>
              <a:ext uri="{FF2B5EF4-FFF2-40B4-BE49-F238E27FC236}">
                <a16:creationId xmlns:a16="http://schemas.microsoft.com/office/drawing/2014/main" id="{120473B7-68D1-A94A-BB86-2D9E6729AF6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445392" y="1527555"/>
            <a:ext cx="7051284" cy="301557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>
            <a:lvl1pPr marL="0" indent="0">
              <a:lnSpc>
                <a:spcPct val="120000"/>
              </a:lnSpc>
              <a:spcAft>
                <a:spcPts val="600"/>
              </a:spcAft>
              <a:buNone/>
              <a:defRPr lang="de-DE" sz="1800" dirty="0"/>
            </a:lvl1pPr>
            <a:lvl2pPr>
              <a:defRPr lang="de-DE" dirty="0"/>
            </a:lvl2pPr>
            <a:lvl3pPr>
              <a:defRPr lang="de-DE" dirty="0"/>
            </a:lvl3pPr>
            <a:lvl4pPr>
              <a:defRPr lang="de-DE" dirty="0"/>
            </a:lvl4pPr>
            <a:lvl5pPr>
              <a:defRPr lang="de-DE" dirty="0"/>
            </a:lvl5pPr>
          </a:lstStyle>
          <a:p>
            <a:pPr lvl="0"/>
            <a:r>
              <a:rPr lang="de-DE" err="1"/>
              <a:t>Testo</a:t>
            </a:r>
            <a:r>
              <a:rPr lang="de-DE"/>
              <a:t>, 18pt</a:t>
            </a:r>
          </a:p>
        </p:txBody>
      </p:sp>
      <p:sp>
        <p:nvSpPr>
          <p:cNvPr id="13" name="Bildplatzhalter 2">
            <a:extLst>
              <a:ext uri="{FF2B5EF4-FFF2-40B4-BE49-F238E27FC236}">
                <a16:creationId xmlns:a16="http://schemas.microsoft.com/office/drawing/2014/main" id="{15DB18B5-4670-9D47-9323-BDD1EBC0A3CD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28032" y="1527555"/>
            <a:ext cx="3440583" cy="449383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6350"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buNone/>
              <a:defRPr lang="de-DE" cap="all"/>
            </a:lvl1pPr>
          </a:lstStyle>
          <a:p>
            <a:pPr marL="254058" lvl="0" indent="-254058" algn="ctr"/>
            <a:r>
              <a:rPr lang="de-DE"/>
              <a:t>Foto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C51F11D6-459D-504F-B452-0EB4BF8A9192}"/>
              </a:ext>
            </a:extLst>
          </p:cNvPr>
          <p:cNvSpPr txBox="1"/>
          <p:nvPr userDrawn="1"/>
        </p:nvSpPr>
        <p:spPr>
          <a:xfrm>
            <a:off x="-1167063" y="48126"/>
            <a:ext cx="0" cy="0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/>
            <a:endParaRPr lang="x-none" sz="2000" err="1">
              <a:solidFill>
                <a:schemeClr val="bg2"/>
              </a:solidFill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B59B5DA5-4D2B-B14F-B616-138402542639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18523" y="409465"/>
            <a:ext cx="11089875" cy="454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6800" rIns="90000" bIns="46800" numCol="1" anchor="b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it-IT"/>
              <a:t>Titolo SEGOE </a:t>
            </a:r>
            <a:r>
              <a:rPr lang="it-IT" err="1"/>
              <a:t>Ui</a:t>
            </a:r>
            <a:r>
              <a:rPr lang="it-IT"/>
              <a:t> 26pt </a:t>
            </a:r>
          </a:p>
        </p:txBody>
      </p:sp>
      <p:sp>
        <p:nvSpPr>
          <p:cNvPr id="10" name="Segnaposto contenuto 3">
            <a:extLst>
              <a:ext uri="{FF2B5EF4-FFF2-40B4-BE49-F238E27FC236}">
                <a16:creationId xmlns:a16="http://schemas.microsoft.com/office/drawing/2014/main" id="{FBBDA2E9-1566-E84F-9B7B-6E9D1460B9C8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421548" y="912709"/>
            <a:ext cx="11089875" cy="301557"/>
          </a:xfrm>
        </p:spPr>
        <p:txBody>
          <a:bodyPr>
            <a:spAutoFit/>
          </a:bodyPr>
          <a:lstStyle>
            <a:lvl1pPr>
              <a:defRPr b="1"/>
            </a:lvl1pPr>
          </a:lstStyle>
          <a:p>
            <a:r>
              <a:rPr lang="x-none" sz="1800"/>
              <a:t>Sottotitolo Segoe UI 18pt</a:t>
            </a:r>
          </a:p>
        </p:txBody>
      </p:sp>
    </p:spTree>
    <p:extLst>
      <p:ext uri="{BB962C8B-B14F-4D97-AF65-F5344CB8AC3E}">
        <p14:creationId xmlns:p14="http://schemas.microsoft.com/office/powerpoint/2010/main" val="718399343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sto+foto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5">
            <a:extLst>
              <a:ext uri="{FF2B5EF4-FFF2-40B4-BE49-F238E27FC236}">
                <a16:creationId xmlns:a16="http://schemas.microsoft.com/office/drawing/2014/main" id="{E63174D1-57FE-6142-9774-C91D5C1B58E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4575" y="1533682"/>
            <a:ext cx="11082100" cy="301557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>
            <a:lvl1pPr marL="0" indent="0">
              <a:lnSpc>
                <a:spcPct val="120000"/>
              </a:lnSpc>
              <a:spcAft>
                <a:spcPts val="600"/>
              </a:spcAft>
              <a:buNone/>
              <a:defRPr lang="de-DE" sz="1800" dirty="0"/>
            </a:lvl1pPr>
            <a:lvl2pPr>
              <a:defRPr lang="de-DE" dirty="0"/>
            </a:lvl2pPr>
            <a:lvl3pPr>
              <a:defRPr lang="de-DE" dirty="0"/>
            </a:lvl3pPr>
            <a:lvl4pPr>
              <a:defRPr lang="de-DE" dirty="0"/>
            </a:lvl4pPr>
            <a:lvl5pPr>
              <a:defRPr lang="de-DE" dirty="0"/>
            </a:lvl5pPr>
          </a:lstStyle>
          <a:p>
            <a:pPr lvl="0"/>
            <a:r>
              <a:rPr lang="de-DE" err="1"/>
              <a:t>Testo</a:t>
            </a:r>
            <a:r>
              <a:rPr lang="de-DE"/>
              <a:t>, 18pt</a:t>
            </a:r>
          </a:p>
        </p:txBody>
      </p:sp>
      <p:sp>
        <p:nvSpPr>
          <p:cNvPr id="8" name="Segnaposto immagine 2">
            <a:extLst>
              <a:ext uri="{FF2B5EF4-FFF2-40B4-BE49-F238E27FC236}">
                <a16:creationId xmlns:a16="http://schemas.microsoft.com/office/drawing/2014/main" id="{5D62971A-784F-2D45-B2F5-25F3B50E698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14576" y="2312989"/>
            <a:ext cx="11082099" cy="37084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864732F7-3649-D44E-A00A-FD624882E339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18523" y="409465"/>
            <a:ext cx="11089875" cy="454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6800" rIns="90000" bIns="46800" numCol="1" anchor="b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it-IT"/>
              <a:t>Titolo SEGOE </a:t>
            </a:r>
            <a:r>
              <a:rPr lang="it-IT" err="1"/>
              <a:t>Ui</a:t>
            </a:r>
            <a:r>
              <a:rPr lang="it-IT"/>
              <a:t> 26pt </a:t>
            </a:r>
          </a:p>
        </p:txBody>
      </p:sp>
      <p:sp>
        <p:nvSpPr>
          <p:cNvPr id="9" name="Segnaposto contenuto 3">
            <a:extLst>
              <a:ext uri="{FF2B5EF4-FFF2-40B4-BE49-F238E27FC236}">
                <a16:creationId xmlns:a16="http://schemas.microsoft.com/office/drawing/2014/main" id="{6CEDD758-7C6A-714E-AFD0-1E96D90E19E1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421548" y="912709"/>
            <a:ext cx="11089875" cy="301557"/>
          </a:xfrm>
        </p:spPr>
        <p:txBody>
          <a:bodyPr>
            <a:spAutoFit/>
          </a:bodyPr>
          <a:lstStyle>
            <a:lvl1pPr>
              <a:defRPr b="1"/>
            </a:lvl1pPr>
          </a:lstStyle>
          <a:p>
            <a:r>
              <a:rPr lang="x-none" sz="1800"/>
              <a:t>Sottotitolo Segoe UI 18pt</a:t>
            </a:r>
          </a:p>
        </p:txBody>
      </p:sp>
    </p:spTree>
    <p:extLst>
      <p:ext uri="{BB962C8B-B14F-4D97-AF65-F5344CB8AC3E}">
        <p14:creationId xmlns:p14="http://schemas.microsoft.com/office/powerpoint/2010/main" val="916948774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sto+foto centr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5">
            <a:extLst>
              <a:ext uri="{FF2B5EF4-FFF2-40B4-BE49-F238E27FC236}">
                <a16:creationId xmlns:a16="http://schemas.microsoft.com/office/drawing/2014/main" id="{E63174D1-57FE-6142-9774-C91D5C1B58E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0656" y="4893949"/>
            <a:ext cx="11076020" cy="301557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>
            <a:lvl1pPr marL="0" indent="0">
              <a:lnSpc>
                <a:spcPct val="120000"/>
              </a:lnSpc>
              <a:spcAft>
                <a:spcPts val="600"/>
              </a:spcAft>
              <a:buNone/>
              <a:defRPr lang="de-DE" sz="1800" dirty="0"/>
            </a:lvl1pPr>
            <a:lvl2pPr>
              <a:defRPr lang="de-DE" dirty="0"/>
            </a:lvl2pPr>
            <a:lvl3pPr>
              <a:defRPr lang="de-DE" dirty="0"/>
            </a:lvl3pPr>
            <a:lvl4pPr>
              <a:defRPr lang="de-DE" dirty="0"/>
            </a:lvl4pPr>
            <a:lvl5pPr>
              <a:defRPr lang="de-DE" dirty="0"/>
            </a:lvl5pPr>
          </a:lstStyle>
          <a:p>
            <a:pPr lvl="0"/>
            <a:r>
              <a:rPr lang="de-DE" err="1"/>
              <a:t>Testo</a:t>
            </a:r>
            <a:r>
              <a:rPr lang="de-DE"/>
              <a:t>, 18pt</a:t>
            </a:r>
          </a:p>
        </p:txBody>
      </p:sp>
      <p:sp>
        <p:nvSpPr>
          <p:cNvPr id="42" name="Bildplatzhalter 2">
            <a:extLst>
              <a:ext uri="{FF2B5EF4-FFF2-40B4-BE49-F238E27FC236}">
                <a16:creationId xmlns:a16="http://schemas.microsoft.com/office/drawing/2014/main" id="{112C6C66-181E-4683-BA8C-F8A435B49282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21910" y="1534380"/>
            <a:ext cx="11074766" cy="313372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6350"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buNone/>
              <a:defRPr lang="de-DE" cap="all"/>
            </a:lvl1pPr>
          </a:lstStyle>
          <a:p>
            <a:pPr marL="254058" lvl="0" indent="-254058" algn="ctr"/>
            <a:r>
              <a:rPr lang="de-DE"/>
              <a:t>Foto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1B073446-3B14-4C41-9D62-7F4AF9B25CF8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18523" y="409465"/>
            <a:ext cx="11089875" cy="454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6800" rIns="90000" bIns="46800" numCol="1" anchor="b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it-IT"/>
              <a:t>Titolo SEGOE </a:t>
            </a:r>
            <a:r>
              <a:rPr lang="it-IT" err="1"/>
              <a:t>Ui</a:t>
            </a:r>
            <a:r>
              <a:rPr lang="it-IT"/>
              <a:t> 26pt </a:t>
            </a:r>
          </a:p>
        </p:txBody>
      </p:sp>
      <p:sp>
        <p:nvSpPr>
          <p:cNvPr id="9" name="Segnaposto contenuto 3">
            <a:extLst>
              <a:ext uri="{FF2B5EF4-FFF2-40B4-BE49-F238E27FC236}">
                <a16:creationId xmlns:a16="http://schemas.microsoft.com/office/drawing/2014/main" id="{7152B3CA-7D8E-D044-970D-A2CDD1AB0792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421548" y="912709"/>
            <a:ext cx="11089875" cy="301557"/>
          </a:xfrm>
        </p:spPr>
        <p:txBody>
          <a:bodyPr>
            <a:spAutoFit/>
          </a:bodyPr>
          <a:lstStyle>
            <a:lvl1pPr>
              <a:defRPr b="1"/>
            </a:lvl1pPr>
          </a:lstStyle>
          <a:p>
            <a:r>
              <a:rPr lang="x-none" sz="1800"/>
              <a:t>Sottotitolo Segoe UI 18pt</a:t>
            </a:r>
          </a:p>
        </p:txBody>
      </p:sp>
    </p:spTree>
    <p:extLst>
      <p:ext uri="{BB962C8B-B14F-4D97-AF65-F5344CB8AC3E}">
        <p14:creationId xmlns:p14="http://schemas.microsoft.com/office/powerpoint/2010/main" val="222275168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box testo+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Bildplatzhalter 2">
            <a:extLst>
              <a:ext uri="{FF2B5EF4-FFF2-40B4-BE49-F238E27FC236}">
                <a16:creationId xmlns:a16="http://schemas.microsoft.com/office/drawing/2014/main" id="{112C6C66-181E-4683-BA8C-F8A435B49282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21909" y="1520824"/>
            <a:ext cx="11074765" cy="262890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6350"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buNone/>
              <a:defRPr lang="de-DE" cap="all"/>
            </a:lvl1pPr>
          </a:lstStyle>
          <a:p>
            <a:pPr marL="254058" lvl="0" indent="-254058" algn="ctr"/>
            <a:r>
              <a:rPr lang="de-DE"/>
              <a:t>Foto</a:t>
            </a:r>
          </a:p>
        </p:txBody>
      </p:sp>
      <p:sp>
        <p:nvSpPr>
          <p:cNvPr id="15" name="Textplatzhalter 5">
            <a:extLst>
              <a:ext uri="{FF2B5EF4-FFF2-40B4-BE49-F238E27FC236}">
                <a16:creationId xmlns:a16="http://schemas.microsoft.com/office/drawing/2014/main" id="{8B43BE93-A49F-1147-A16D-1C0CB863904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13071" y="4419861"/>
            <a:ext cx="5214618" cy="301557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>
            <a:lvl1pPr marL="0" indent="0">
              <a:lnSpc>
                <a:spcPct val="120000"/>
              </a:lnSpc>
              <a:spcAft>
                <a:spcPts val="600"/>
              </a:spcAft>
              <a:buNone/>
              <a:defRPr lang="de-DE" sz="1800" baseline="0" dirty="0"/>
            </a:lvl1pPr>
            <a:lvl2pPr>
              <a:defRPr lang="de-DE" dirty="0"/>
            </a:lvl2pPr>
            <a:lvl3pPr>
              <a:defRPr lang="de-DE" dirty="0"/>
            </a:lvl3pPr>
            <a:lvl4pPr>
              <a:defRPr lang="de-DE" dirty="0"/>
            </a:lvl4pPr>
            <a:lvl5pPr>
              <a:defRPr lang="de-DE" dirty="0"/>
            </a:lvl5pPr>
          </a:lstStyle>
          <a:p>
            <a:pPr lvl="0"/>
            <a:r>
              <a:rPr lang="de-DE" err="1"/>
              <a:t>Testo</a:t>
            </a:r>
            <a:r>
              <a:rPr lang="de-DE"/>
              <a:t>, 18pt</a:t>
            </a:r>
          </a:p>
        </p:txBody>
      </p:sp>
      <p:sp>
        <p:nvSpPr>
          <p:cNvPr id="16" name="Textplatzhalter 5">
            <a:extLst>
              <a:ext uri="{FF2B5EF4-FFF2-40B4-BE49-F238E27FC236}">
                <a16:creationId xmlns:a16="http://schemas.microsoft.com/office/drawing/2014/main" id="{DEA83DD5-9F2F-2F42-A1DE-E58C9682683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3949" y="4419861"/>
            <a:ext cx="5292725" cy="301557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>
            <a:lvl1pPr marL="0" indent="0">
              <a:lnSpc>
                <a:spcPct val="120000"/>
              </a:lnSpc>
              <a:spcAft>
                <a:spcPts val="600"/>
              </a:spcAft>
              <a:buNone/>
              <a:defRPr lang="de-DE" sz="1800" baseline="0" dirty="0"/>
            </a:lvl1pPr>
            <a:lvl2pPr>
              <a:defRPr lang="de-DE" dirty="0"/>
            </a:lvl2pPr>
            <a:lvl3pPr>
              <a:defRPr lang="de-DE" dirty="0"/>
            </a:lvl3pPr>
            <a:lvl4pPr>
              <a:defRPr lang="de-DE" dirty="0"/>
            </a:lvl4pPr>
            <a:lvl5pPr>
              <a:defRPr lang="de-DE" dirty="0"/>
            </a:lvl5pPr>
          </a:lstStyle>
          <a:p>
            <a:pPr lvl="0"/>
            <a:r>
              <a:rPr lang="de-DE" err="1"/>
              <a:t>Testo</a:t>
            </a:r>
            <a:r>
              <a:rPr lang="de-DE"/>
              <a:t>, 18pt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A31EFF4E-CB4F-C349-AA42-ACA0390A9A09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18523" y="409465"/>
            <a:ext cx="11089875" cy="454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6800" rIns="90000" bIns="46800" numCol="1" anchor="b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it-IT"/>
              <a:t>Titolo SEGOE </a:t>
            </a:r>
            <a:r>
              <a:rPr lang="it-IT" err="1"/>
              <a:t>Ui</a:t>
            </a:r>
            <a:r>
              <a:rPr lang="it-IT"/>
              <a:t> 26pt </a:t>
            </a:r>
          </a:p>
        </p:txBody>
      </p:sp>
      <p:sp>
        <p:nvSpPr>
          <p:cNvPr id="10" name="Segnaposto contenuto 3">
            <a:extLst>
              <a:ext uri="{FF2B5EF4-FFF2-40B4-BE49-F238E27FC236}">
                <a16:creationId xmlns:a16="http://schemas.microsoft.com/office/drawing/2014/main" id="{296BE485-5E70-FF4F-98DA-5C010AFF8D76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421548" y="912709"/>
            <a:ext cx="11089875" cy="301557"/>
          </a:xfrm>
        </p:spPr>
        <p:txBody>
          <a:bodyPr>
            <a:spAutoFit/>
          </a:bodyPr>
          <a:lstStyle>
            <a:lvl1pPr>
              <a:defRPr b="1"/>
            </a:lvl1pPr>
          </a:lstStyle>
          <a:p>
            <a:r>
              <a:rPr lang="x-none" sz="1800"/>
              <a:t>Sottotitolo Segoe UI 18pt</a:t>
            </a:r>
          </a:p>
        </p:txBody>
      </p:sp>
    </p:spTree>
    <p:extLst>
      <p:ext uri="{BB962C8B-B14F-4D97-AF65-F5344CB8AC3E}">
        <p14:creationId xmlns:p14="http://schemas.microsoft.com/office/powerpoint/2010/main" val="2766523313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Mezza pagina foto+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Freihandform: Form 73">
            <a:extLst>
              <a:ext uri="{FF2B5EF4-FFF2-40B4-BE49-F238E27FC236}">
                <a16:creationId xmlns:a16="http://schemas.microsoft.com/office/drawing/2014/main" id="{2A35EC1F-1E9F-4AB6-87B0-E1130124CA5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203950" y="3"/>
            <a:ext cx="5988050" cy="6857998"/>
          </a:xfrm>
          <a:custGeom>
            <a:avLst/>
            <a:gdLst>
              <a:gd name="connsiteX0" fmla="*/ 4205063 w 5988050"/>
              <a:gd name="connsiteY0" fmla="*/ 6609407 h 6857998"/>
              <a:gd name="connsiteX1" fmla="*/ 4205063 w 5988050"/>
              <a:gd name="connsiteY1" fmla="*/ 6632291 h 6857998"/>
              <a:gd name="connsiteX2" fmla="*/ 4257162 w 5988050"/>
              <a:gd name="connsiteY2" fmla="*/ 6647512 h 6857998"/>
              <a:gd name="connsiteX3" fmla="*/ 4259864 w 5988050"/>
              <a:gd name="connsiteY3" fmla="*/ 6617233 h 6857998"/>
              <a:gd name="connsiteX4" fmla="*/ 5116789 w 5988050"/>
              <a:gd name="connsiteY4" fmla="*/ 6594319 h 6857998"/>
              <a:gd name="connsiteX5" fmla="*/ 5128460 w 5988050"/>
              <a:gd name="connsiteY5" fmla="*/ 6621605 h 6857998"/>
              <a:gd name="connsiteX6" fmla="*/ 5106032 w 5988050"/>
              <a:gd name="connsiteY6" fmla="*/ 6621605 h 6857998"/>
              <a:gd name="connsiteX7" fmla="*/ 5116733 w 5988050"/>
              <a:gd name="connsiteY7" fmla="*/ 6594187 h 6857998"/>
              <a:gd name="connsiteX8" fmla="*/ 5116841 w 5988050"/>
              <a:gd name="connsiteY8" fmla="*/ 6594187 h 6857998"/>
              <a:gd name="connsiteX9" fmla="*/ 5116789 w 5988050"/>
              <a:gd name="connsiteY9" fmla="*/ 6594319 h 6857998"/>
              <a:gd name="connsiteX10" fmla="*/ 4886505 w 5988050"/>
              <a:gd name="connsiteY10" fmla="*/ 6593431 h 6857998"/>
              <a:gd name="connsiteX11" fmla="*/ 4911851 w 5988050"/>
              <a:gd name="connsiteY11" fmla="*/ 6593431 h 6857998"/>
              <a:gd name="connsiteX12" fmla="*/ 4920607 w 5988050"/>
              <a:gd name="connsiteY12" fmla="*/ 6601959 h 6857998"/>
              <a:gd name="connsiteX13" fmla="*/ 4923687 w 5988050"/>
              <a:gd name="connsiteY13" fmla="*/ 6614372 h 6857998"/>
              <a:gd name="connsiteX14" fmla="*/ 4916823 w 5988050"/>
              <a:gd name="connsiteY14" fmla="*/ 6631644 h 6857998"/>
              <a:gd name="connsiteX15" fmla="*/ 4899259 w 5988050"/>
              <a:gd name="connsiteY15" fmla="*/ 6638336 h 6857998"/>
              <a:gd name="connsiteX16" fmla="*/ 4886613 w 5988050"/>
              <a:gd name="connsiteY16" fmla="*/ 6635314 h 6857998"/>
              <a:gd name="connsiteX17" fmla="*/ 4877912 w 5988050"/>
              <a:gd name="connsiteY17" fmla="*/ 6626786 h 6857998"/>
              <a:gd name="connsiteX18" fmla="*/ 4874777 w 5988050"/>
              <a:gd name="connsiteY18" fmla="*/ 6614372 h 6857998"/>
              <a:gd name="connsiteX19" fmla="*/ 4877804 w 5988050"/>
              <a:gd name="connsiteY19" fmla="*/ 6601959 h 6857998"/>
              <a:gd name="connsiteX20" fmla="*/ 4877858 w 5988050"/>
              <a:gd name="connsiteY20" fmla="*/ 6601581 h 6857998"/>
              <a:gd name="connsiteX21" fmla="*/ 4886505 w 5988050"/>
              <a:gd name="connsiteY21" fmla="*/ 6593431 h 6857998"/>
              <a:gd name="connsiteX22" fmla="*/ 5048475 w 5988050"/>
              <a:gd name="connsiteY22" fmla="*/ 6589923 h 6857998"/>
              <a:gd name="connsiteX23" fmla="*/ 5057608 w 5988050"/>
              <a:gd name="connsiteY23" fmla="*/ 6589923 h 6857998"/>
              <a:gd name="connsiteX24" fmla="*/ 5069930 w 5988050"/>
              <a:gd name="connsiteY24" fmla="*/ 6599476 h 6857998"/>
              <a:gd name="connsiteX25" fmla="*/ 5066958 w 5988050"/>
              <a:gd name="connsiteY25" fmla="*/ 6606762 h 6857998"/>
              <a:gd name="connsiteX26" fmla="*/ 5058581 w 5988050"/>
              <a:gd name="connsiteY26" fmla="*/ 6609191 h 6857998"/>
              <a:gd name="connsiteX27" fmla="*/ 5048475 w 5988050"/>
              <a:gd name="connsiteY27" fmla="*/ 6609083 h 6857998"/>
              <a:gd name="connsiteX28" fmla="*/ 4390271 w 5988050"/>
              <a:gd name="connsiteY28" fmla="*/ 6582043 h 6857998"/>
              <a:gd name="connsiteX29" fmla="*/ 4348387 w 5988050"/>
              <a:gd name="connsiteY29" fmla="*/ 6617233 h 6857998"/>
              <a:gd name="connsiteX30" fmla="*/ 4289209 w 5988050"/>
              <a:gd name="connsiteY30" fmla="*/ 6618744 h 6857998"/>
              <a:gd name="connsiteX31" fmla="*/ 4295316 w 5988050"/>
              <a:gd name="connsiteY31" fmla="*/ 6652423 h 6857998"/>
              <a:gd name="connsiteX32" fmla="*/ 4407620 w 5988050"/>
              <a:gd name="connsiteY32" fmla="*/ 6611620 h 6857998"/>
              <a:gd name="connsiteX33" fmla="*/ 4390271 w 5988050"/>
              <a:gd name="connsiteY33" fmla="*/ 6582043 h 6857998"/>
              <a:gd name="connsiteX34" fmla="*/ 4704646 w 5988050"/>
              <a:gd name="connsiteY34" fmla="*/ 6579452 h 6857998"/>
              <a:gd name="connsiteX35" fmla="*/ 4704646 w 5988050"/>
              <a:gd name="connsiteY35" fmla="*/ 6648753 h 6857998"/>
              <a:gd name="connsiteX36" fmla="*/ 4750151 w 5988050"/>
              <a:gd name="connsiteY36" fmla="*/ 6648753 h 6857998"/>
              <a:gd name="connsiteX37" fmla="*/ 4750151 w 5988050"/>
              <a:gd name="connsiteY37" fmla="*/ 6638282 h 6857998"/>
              <a:gd name="connsiteX38" fmla="*/ 4718157 w 5988050"/>
              <a:gd name="connsiteY38" fmla="*/ 6638282 h 6857998"/>
              <a:gd name="connsiteX39" fmla="*/ 4718157 w 5988050"/>
              <a:gd name="connsiteY39" fmla="*/ 6618582 h 6857998"/>
              <a:gd name="connsiteX40" fmla="*/ 4748260 w 5988050"/>
              <a:gd name="connsiteY40" fmla="*/ 6618582 h 6857998"/>
              <a:gd name="connsiteX41" fmla="*/ 4748260 w 5988050"/>
              <a:gd name="connsiteY41" fmla="*/ 6608112 h 6857998"/>
              <a:gd name="connsiteX42" fmla="*/ 4718157 w 5988050"/>
              <a:gd name="connsiteY42" fmla="*/ 6608112 h 6857998"/>
              <a:gd name="connsiteX43" fmla="*/ 4718157 w 5988050"/>
              <a:gd name="connsiteY43" fmla="*/ 6589923 h 6857998"/>
              <a:gd name="connsiteX44" fmla="*/ 4749611 w 5988050"/>
              <a:gd name="connsiteY44" fmla="*/ 6589923 h 6857998"/>
              <a:gd name="connsiteX45" fmla="*/ 4749611 w 5988050"/>
              <a:gd name="connsiteY45" fmla="*/ 6579452 h 6857998"/>
              <a:gd name="connsiteX46" fmla="*/ 4650116 w 5988050"/>
              <a:gd name="connsiteY46" fmla="*/ 6579452 h 6857998"/>
              <a:gd name="connsiteX47" fmla="*/ 4650116 w 5988050"/>
              <a:gd name="connsiteY47" fmla="*/ 6648753 h 6857998"/>
              <a:gd name="connsiteX48" fmla="*/ 4663519 w 5988050"/>
              <a:gd name="connsiteY48" fmla="*/ 6648753 h 6857998"/>
              <a:gd name="connsiteX49" fmla="*/ 4663519 w 5988050"/>
              <a:gd name="connsiteY49" fmla="*/ 6618366 h 6857998"/>
              <a:gd name="connsiteX50" fmla="*/ 4692432 w 5988050"/>
              <a:gd name="connsiteY50" fmla="*/ 6618366 h 6857998"/>
              <a:gd name="connsiteX51" fmla="*/ 4692432 w 5988050"/>
              <a:gd name="connsiteY51" fmla="*/ 6607572 h 6857998"/>
              <a:gd name="connsiteX52" fmla="*/ 4663519 w 5988050"/>
              <a:gd name="connsiteY52" fmla="*/ 6607572 h 6857998"/>
              <a:gd name="connsiteX53" fmla="*/ 4663519 w 5988050"/>
              <a:gd name="connsiteY53" fmla="*/ 6589923 h 6857998"/>
              <a:gd name="connsiteX54" fmla="*/ 4692432 w 5988050"/>
              <a:gd name="connsiteY54" fmla="*/ 6589923 h 6857998"/>
              <a:gd name="connsiteX55" fmla="*/ 4692432 w 5988050"/>
              <a:gd name="connsiteY55" fmla="*/ 6579452 h 6857998"/>
              <a:gd name="connsiteX56" fmla="*/ 4621094 w 5988050"/>
              <a:gd name="connsiteY56" fmla="*/ 6579452 h 6857998"/>
              <a:gd name="connsiteX57" fmla="*/ 4621094 w 5988050"/>
              <a:gd name="connsiteY57" fmla="*/ 6648753 h 6857998"/>
              <a:gd name="connsiteX58" fmla="*/ 4634497 w 5988050"/>
              <a:gd name="connsiteY58" fmla="*/ 6648753 h 6857998"/>
              <a:gd name="connsiteX59" fmla="*/ 4634497 w 5988050"/>
              <a:gd name="connsiteY59" fmla="*/ 6579452 h 6857998"/>
              <a:gd name="connsiteX60" fmla="*/ 4564510 w 5988050"/>
              <a:gd name="connsiteY60" fmla="*/ 6579452 h 6857998"/>
              <a:gd name="connsiteX61" fmla="*/ 4564510 w 5988050"/>
              <a:gd name="connsiteY61" fmla="*/ 6648753 h 6857998"/>
              <a:gd name="connsiteX62" fmla="*/ 4611582 w 5988050"/>
              <a:gd name="connsiteY62" fmla="*/ 6648753 h 6857998"/>
              <a:gd name="connsiteX63" fmla="*/ 4611582 w 5988050"/>
              <a:gd name="connsiteY63" fmla="*/ 6638282 h 6857998"/>
              <a:gd name="connsiteX64" fmla="*/ 4577913 w 5988050"/>
              <a:gd name="connsiteY64" fmla="*/ 6638282 h 6857998"/>
              <a:gd name="connsiteX65" fmla="*/ 4577913 w 5988050"/>
              <a:gd name="connsiteY65" fmla="*/ 6579452 h 6857998"/>
              <a:gd name="connsiteX66" fmla="*/ 5236440 w 5988050"/>
              <a:gd name="connsiteY66" fmla="*/ 6579344 h 6857998"/>
              <a:gd name="connsiteX67" fmla="*/ 5262814 w 5988050"/>
              <a:gd name="connsiteY67" fmla="*/ 6614210 h 6857998"/>
              <a:gd name="connsiteX68" fmla="*/ 5262814 w 5988050"/>
              <a:gd name="connsiteY68" fmla="*/ 6648645 h 6857998"/>
              <a:gd name="connsiteX69" fmla="*/ 5276217 w 5988050"/>
              <a:gd name="connsiteY69" fmla="*/ 6648645 h 6857998"/>
              <a:gd name="connsiteX70" fmla="*/ 5276217 w 5988050"/>
              <a:gd name="connsiteY70" fmla="*/ 6614426 h 6857998"/>
              <a:gd name="connsiteX71" fmla="*/ 5302428 w 5988050"/>
              <a:gd name="connsiteY71" fmla="*/ 6579452 h 6857998"/>
              <a:gd name="connsiteX72" fmla="*/ 5286485 w 5988050"/>
              <a:gd name="connsiteY72" fmla="*/ 6579452 h 6857998"/>
              <a:gd name="connsiteX73" fmla="*/ 5269407 w 5988050"/>
              <a:gd name="connsiteY73" fmla="*/ 6602606 h 6857998"/>
              <a:gd name="connsiteX74" fmla="*/ 5252599 w 5988050"/>
              <a:gd name="connsiteY74" fmla="*/ 6579452 h 6857998"/>
              <a:gd name="connsiteX75" fmla="*/ 5162292 w 5988050"/>
              <a:gd name="connsiteY75" fmla="*/ 6579344 h 6857998"/>
              <a:gd name="connsiteX76" fmla="*/ 5162292 w 5988050"/>
              <a:gd name="connsiteY76" fmla="*/ 6648753 h 6857998"/>
              <a:gd name="connsiteX77" fmla="*/ 5175424 w 5988050"/>
              <a:gd name="connsiteY77" fmla="*/ 6648753 h 6857998"/>
              <a:gd name="connsiteX78" fmla="*/ 5175424 w 5988050"/>
              <a:gd name="connsiteY78" fmla="*/ 6599584 h 6857998"/>
              <a:gd name="connsiteX79" fmla="*/ 5216876 w 5988050"/>
              <a:gd name="connsiteY79" fmla="*/ 6648753 h 6857998"/>
              <a:gd name="connsiteX80" fmla="*/ 5228442 w 5988050"/>
              <a:gd name="connsiteY80" fmla="*/ 6648753 h 6857998"/>
              <a:gd name="connsiteX81" fmla="*/ 5228442 w 5988050"/>
              <a:gd name="connsiteY81" fmla="*/ 6579452 h 6857998"/>
              <a:gd name="connsiteX82" fmla="*/ 5215363 w 5988050"/>
              <a:gd name="connsiteY82" fmla="*/ 6579452 h 6857998"/>
              <a:gd name="connsiteX83" fmla="*/ 5215363 w 5988050"/>
              <a:gd name="connsiteY83" fmla="*/ 6628027 h 6857998"/>
              <a:gd name="connsiteX84" fmla="*/ 5174127 w 5988050"/>
              <a:gd name="connsiteY84" fmla="*/ 6579452 h 6857998"/>
              <a:gd name="connsiteX85" fmla="*/ 5109815 w 5988050"/>
              <a:gd name="connsiteY85" fmla="*/ 6579344 h 6857998"/>
              <a:gd name="connsiteX86" fmla="*/ 5081225 w 5988050"/>
              <a:gd name="connsiteY86" fmla="*/ 6648645 h 6857998"/>
              <a:gd name="connsiteX87" fmla="*/ 5095277 w 5988050"/>
              <a:gd name="connsiteY87" fmla="*/ 6648645 h 6857998"/>
              <a:gd name="connsiteX88" fmla="*/ 5101870 w 5988050"/>
              <a:gd name="connsiteY88" fmla="*/ 6631859 h 6857998"/>
              <a:gd name="connsiteX89" fmla="*/ 5132730 w 5988050"/>
              <a:gd name="connsiteY89" fmla="*/ 6631859 h 6857998"/>
              <a:gd name="connsiteX90" fmla="*/ 5139917 w 5988050"/>
              <a:gd name="connsiteY90" fmla="*/ 6648753 h 6857998"/>
              <a:gd name="connsiteX91" fmla="*/ 5154077 w 5988050"/>
              <a:gd name="connsiteY91" fmla="*/ 6648753 h 6857998"/>
              <a:gd name="connsiteX92" fmla="*/ 5123488 w 5988050"/>
              <a:gd name="connsiteY92" fmla="*/ 6579452 h 6857998"/>
              <a:gd name="connsiteX93" fmla="*/ 5035072 w 5988050"/>
              <a:gd name="connsiteY93" fmla="*/ 6579344 h 6857998"/>
              <a:gd name="connsiteX94" fmla="*/ 5035072 w 5988050"/>
              <a:gd name="connsiteY94" fmla="*/ 6648753 h 6857998"/>
              <a:gd name="connsiteX95" fmla="*/ 5048475 w 5988050"/>
              <a:gd name="connsiteY95" fmla="*/ 6648753 h 6857998"/>
              <a:gd name="connsiteX96" fmla="*/ 5048475 w 5988050"/>
              <a:gd name="connsiteY96" fmla="*/ 6619662 h 6857998"/>
              <a:gd name="connsiteX97" fmla="*/ 5061391 w 5988050"/>
              <a:gd name="connsiteY97" fmla="*/ 6619662 h 6857998"/>
              <a:gd name="connsiteX98" fmla="*/ 5077605 w 5988050"/>
              <a:gd name="connsiteY98" fmla="*/ 6614264 h 6857998"/>
              <a:gd name="connsiteX99" fmla="*/ 5083766 w 5988050"/>
              <a:gd name="connsiteY99" fmla="*/ 6599746 h 6857998"/>
              <a:gd name="connsiteX100" fmla="*/ 5077659 w 5988050"/>
              <a:gd name="connsiteY100" fmla="*/ 6585227 h 6857998"/>
              <a:gd name="connsiteX101" fmla="*/ 5061824 w 5988050"/>
              <a:gd name="connsiteY101" fmla="*/ 6579830 h 6857998"/>
              <a:gd name="connsiteX102" fmla="*/ 4950115 w 5988050"/>
              <a:gd name="connsiteY102" fmla="*/ 6579344 h 6857998"/>
              <a:gd name="connsiteX103" fmla="*/ 4950115 w 5988050"/>
              <a:gd name="connsiteY103" fmla="*/ 6648753 h 6857998"/>
              <a:gd name="connsiteX104" fmla="*/ 4963572 w 5988050"/>
              <a:gd name="connsiteY104" fmla="*/ 6648753 h 6857998"/>
              <a:gd name="connsiteX105" fmla="*/ 4963572 w 5988050"/>
              <a:gd name="connsiteY105" fmla="*/ 6600178 h 6857998"/>
              <a:gd name="connsiteX106" fmla="*/ 4963950 w 5988050"/>
              <a:gd name="connsiteY106" fmla="*/ 6600178 h 6857998"/>
              <a:gd name="connsiteX107" fmla="*/ 4984000 w 5988050"/>
              <a:gd name="connsiteY107" fmla="*/ 6624573 h 6857998"/>
              <a:gd name="connsiteX108" fmla="*/ 4985892 w 5988050"/>
              <a:gd name="connsiteY108" fmla="*/ 6624573 h 6857998"/>
              <a:gd name="connsiteX109" fmla="*/ 5005942 w 5988050"/>
              <a:gd name="connsiteY109" fmla="*/ 6600178 h 6857998"/>
              <a:gd name="connsiteX110" fmla="*/ 5006374 w 5988050"/>
              <a:gd name="connsiteY110" fmla="*/ 6600178 h 6857998"/>
              <a:gd name="connsiteX111" fmla="*/ 5006374 w 5988050"/>
              <a:gd name="connsiteY111" fmla="*/ 6648753 h 6857998"/>
              <a:gd name="connsiteX112" fmla="*/ 5019777 w 5988050"/>
              <a:gd name="connsiteY112" fmla="*/ 6648753 h 6857998"/>
              <a:gd name="connsiteX113" fmla="*/ 5019777 w 5988050"/>
              <a:gd name="connsiteY113" fmla="*/ 6579452 h 6857998"/>
              <a:gd name="connsiteX114" fmla="*/ 5007780 w 5988050"/>
              <a:gd name="connsiteY114" fmla="*/ 6579452 h 6857998"/>
              <a:gd name="connsiteX115" fmla="*/ 4985027 w 5988050"/>
              <a:gd name="connsiteY115" fmla="*/ 6606762 h 6857998"/>
              <a:gd name="connsiteX116" fmla="*/ 4962220 w 5988050"/>
              <a:gd name="connsiteY116" fmla="*/ 6579452 h 6857998"/>
              <a:gd name="connsiteX117" fmla="*/ 4827380 w 5988050"/>
              <a:gd name="connsiteY117" fmla="*/ 6578535 h 6857998"/>
              <a:gd name="connsiteX118" fmla="*/ 4807276 w 5988050"/>
              <a:gd name="connsiteY118" fmla="*/ 6583068 h 6857998"/>
              <a:gd name="connsiteX119" fmla="*/ 4807330 w 5988050"/>
              <a:gd name="connsiteY119" fmla="*/ 6583068 h 6857998"/>
              <a:gd name="connsiteX120" fmla="*/ 4793333 w 5988050"/>
              <a:gd name="connsiteY120" fmla="*/ 6595914 h 6857998"/>
              <a:gd name="connsiteX121" fmla="*/ 4788253 w 5988050"/>
              <a:gd name="connsiteY121" fmla="*/ 6614696 h 6857998"/>
              <a:gd name="connsiteX122" fmla="*/ 4793171 w 5988050"/>
              <a:gd name="connsiteY122" fmla="*/ 6632669 h 6857998"/>
              <a:gd name="connsiteX123" fmla="*/ 4806736 w 5988050"/>
              <a:gd name="connsiteY123" fmla="*/ 6645245 h 6857998"/>
              <a:gd name="connsiteX124" fmla="*/ 4826354 w 5988050"/>
              <a:gd name="connsiteY124" fmla="*/ 6649616 h 6857998"/>
              <a:gd name="connsiteX125" fmla="*/ 4839594 w 5988050"/>
              <a:gd name="connsiteY125" fmla="*/ 6648159 h 6857998"/>
              <a:gd name="connsiteX126" fmla="*/ 4852025 w 5988050"/>
              <a:gd name="connsiteY126" fmla="*/ 6643140 h 6857998"/>
              <a:gd name="connsiteX127" fmla="*/ 4852025 w 5988050"/>
              <a:gd name="connsiteY127" fmla="*/ 6630510 h 6857998"/>
              <a:gd name="connsiteX128" fmla="*/ 4838892 w 5988050"/>
              <a:gd name="connsiteY128" fmla="*/ 6636447 h 6857998"/>
              <a:gd name="connsiteX129" fmla="*/ 4828083 w 5988050"/>
              <a:gd name="connsiteY129" fmla="*/ 6638066 h 6857998"/>
              <a:gd name="connsiteX130" fmla="*/ 4814680 w 5988050"/>
              <a:gd name="connsiteY130" fmla="*/ 6635098 h 6857998"/>
              <a:gd name="connsiteX131" fmla="*/ 4805439 w 5988050"/>
              <a:gd name="connsiteY131" fmla="*/ 6626570 h 6857998"/>
              <a:gd name="connsiteX132" fmla="*/ 4805439 w 5988050"/>
              <a:gd name="connsiteY132" fmla="*/ 6601743 h 6857998"/>
              <a:gd name="connsiteX133" fmla="*/ 4814572 w 5988050"/>
              <a:gd name="connsiteY133" fmla="*/ 6593431 h 6857998"/>
              <a:gd name="connsiteX134" fmla="*/ 4827975 w 5988050"/>
              <a:gd name="connsiteY134" fmla="*/ 6590355 h 6857998"/>
              <a:gd name="connsiteX135" fmla="*/ 4839324 w 5988050"/>
              <a:gd name="connsiteY135" fmla="*/ 6592028 h 6857998"/>
              <a:gd name="connsiteX136" fmla="*/ 4851160 w 5988050"/>
              <a:gd name="connsiteY136" fmla="*/ 6597425 h 6857998"/>
              <a:gd name="connsiteX137" fmla="*/ 4851160 w 5988050"/>
              <a:gd name="connsiteY137" fmla="*/ 6584472 h 6857998"/>
              <a:gd name="connsiteX138" fmla="*/ 4838946 w 5988050"/>
              <a:gd name="connsiteY138" fmla="*/ 6579884 h 6857998"/>
              <a:gd name="connsiteX139" fmla="*/ 4827380 w 5988050"/>
              <a:gd name="connsiteY139" fmla="*/ 6578535 h 6857998"/>
              <a:gd name="connsiteX140" fmla="*/ 4898935 w 5988050"/>
              <a:gd name="connsiteY140" fmla="*/ 6578292 h 6857998"/>
              <a:gd name="connsiteX141" fmla="*/ 4879317 w 5988050"/>
              <a:gd name="connsiteY141" fmla="*/ 6582852 h 6857998"/>
              <a:gd name="connsiteX142" fmla="*/ 4879479 w 5988050"/>
              <a:gd name="connsiteY142" fmla="*/ 6583068 h 6857998"/>
              <a:gd name="connsiteX143" fmla="*/ 4864714 w 5988050"/>
              <a:gd name="connsiteY143" fmla="*/ 6630120 h 6857998"/>
              <a:gd name="connsiteX144" fmla="*/ 4879479 w 5988050"/>
              <a:gd name="connsiteY144" fmla="*/ 6644867 h 6857998"/>
              <a:gd name="connsiteX145" fmla="*/ 4918715 w 5988050"/>
              <a:gd name="connsiteY145" fmla="*/ 6644867 h 6857998"/>
              <a:gd name="connsiteX146" fmla="*/ 4933356 w 5988050"/>
              <a:gd name="connsiteY146" fmla="*/ 6597537 h 6857998"/>
              <a:gd name="connsiteX147" fmla="*/ 4932280 w 5988050"/>
              <a:gd name="connsiteY147" fmla="*/ 6595644 h 6857998"/>
              <a:gd name="connsiteX148" fmla="*/ 4918553 w 5988050"/>
              <a:gd name="connsiteY148" fmla="*/ 6582852 h 6857998"/>
              <a:gd name="connsiteX149" fmla="*/ 4898935 w 5988050"/>
              <a:gd name="connsiteY149" fmla="*/ 6578292 h 6857998"/>
              <a:gd name="connsiteX150" fmla="*/ 4113890 w 5988050"/>
              <a:gd name="connsiteY150" fmla="*/ 6549767 h 6857998"/>
              <a:gd name="connsiteX151" fmla="*/ 4095461 w 5988050"/>
              <a:gd name="connsiteY151" fmla="*/ 6564987 h 6857998"/>
              <a:gd name="connsiteX152" fmla="*/ 4170420 w 5988050"/>
              <a:gd name="connsiteY152" fmla="*/ 6617233 h 6857998"/>
              <a:gd name="connsiteX153" fmla="*/ 4181229 w 5988050"/>
              <a:gd name="connsiteY153" fmla="*/ 6596831 h 6857998"/>
              <a:gd name="connsiteX154" fmla="*/ 4113890 w 5988050"/>
              <a:gd name="connsiteY154" fmla="*/ 6549767 h 6857998"/>
              <a:gd name="connsiteX155" fmla="*/ 4442857 w 5988050"/>
              <a:gd name="connsiteY155" fmla="*/ 6521917 h 6857998"/>
              <a:gd name="connsiteX156" fmla="*/ 4413781 w 5988050"/>
              <a:gd name="connsiteY156" fmla="*/ 6561641 h 6857998"/>
              <a:gd name="connsiteX157" fmla="*/ 4443343 w 5988050"/>
              <a:gd name="connsiteY157" fmla="*/ 6582042 h 6857998"/>
              <a:gd name="connsiteX158" fmla="*/ 4471932 w 5988050"/>
              <a:gd name="connsiteY158" fmla="*/ 6531092 h 6857998"/>
              <a:gd name="connsiteX159" fmla="*/ 4296613 w 5988050"/>
              <a:gd name="connsiteY159" fmla="*/ 6496280 h 6857998"/>
              <a:gd name="connsiteX160" fmla="*/ 4232463 w 5988050"/>
              <a:gd name="connsiteY160" fmla="*/ 6509449 h 6857998"/>
              <a:gd name="connsiteX161" fmla="*/ 4232463 w 5988050"/>
              <a:gd name="connsiteY161" fmla="*/ 6509557 h 6857998"/>
              <a:gd name="connsiteX162" fmla="*/ 4216682 w 5988050"/>
              <a:gd name="connsiteY162" fmla="*/ 6585119 h 6857998"/>
              <a:gd name="connsiteX163" fmla="*/ 4338227 w 5988050"/>
              <a:gd name="connsiteY163" fmla="*/ 6574918 h 6857998"/>
              <a:gd name="connsiteX164" fmla="*/ 4338227 w 5988050"/>
              <a:gd name="connsiteY164" fmla="*/ 6467837 h 6857998"/>
              <a:gd name="connsiteX165" fmla="*/ 4329040 w 5988050"/>
              <a:gd name="connsiteY165" fmla="*/ 6478038 h 6857998"/>
              <a:gd name="connsiteX166" fmla="*/ 4388218 w 5988050"/>
              <a:gd name="connsiteY166" fmla="*/ 6541779 h 6857998"/>
              <a:gd name="connsiteX167" fmla="*/ 4407620 w 5988050"/>
              <a:gd name="connsiteY167" fmla="*/ 6504538 h 6857998"/>
              <a:gd name="connsiteX168" fmla="*/ 4100055 w 5988050"/>
              <a:gd name="connsiteY168" fmla="*/ 6447705 h 6857998"/>
              <a:gd name="connsiteX169" fmla="*/ 4180041 w 5988050"/>
              <a:gd name="connsiteY169" fmla="*/ 6561641 h 6857998"/>
              <a:gd name="connsiteX170" fmla="*/ 4216790 w 5988050"/>
              <a:gd name="connsiteY170" fmla="*/ 6495363 h 6857998"/>
              <a:gd name="connsiteX171" fmla="*/ 4183121 w 5988050"/>
              <a:gd name="connsiteY171" fmla="*/ 6461738 h 6857998"/>
              <a:gd name="connsiteX172" fmla="*/ 4069629 w 5988050"/>
              <a:gd name="connsiteY172" fmla="*/ 6409924 h 6857998"/>
              <a:gd name="connsiteX173" fmla="*/ 4061306 w 5988050"/>
              <a:gd name="connsiteY173" fmla="*/ 6411651 h 6857998"/>
              <a:gd name="connsiteX174" fmla="*/ 4061252 w 5988050"/>
              <a:gd name="connsiteY174" fmla="*/ 6411867 h 6857998"/>
              <a:gd name="connsiteX175" fmla="*/ 4076492 w 5988050"/>
              <a:gd name="connsiteY175" fmla="*/ 6522025 h 6857998"/>
              <a:gd name="connsiteX176" fmla="*/ 4094813 w 5988050"/>
              <a:gd name="connsiteY176" fmla="*/ 6520298 h 6857998"/>
              <a:gd name="connsiteX177" fmla="*/ 4069629 w 5988050"/>
              <a:gd name="connsiteY177" fmla="*/ 6409924 h 6857998"/>
              <a:gd name="connsiteX178" fmla="*/ 4482147 w 5988050"/>
              <a:gd name="connsiteY178" fmla="*/ 6402638 h 6857998"/>
              <a:gd name="connsiteX179" fmla="*/ 4450477 w 5988050"/>
              <a:gd name="connsiteY179" fmla="*/ 6407711 h 6857998"/>
              <a:gd name="connsiteX180" fmla="*/ 4450477 w 5988050"/>
              <a:gd name="connsiteY180" fmla="*/ 6491315 h 6857998"/>
              <a:gd name="connsiteX181" fmla="*/ 4482147 w 5988050"/>
              <a:gd name="connsiteY181" fmla="*/ 6504538 h 6857998"/>
              <a:gd name="connsiteX182" fmla="*/ 4482147 w 5988050"/>
              <a:gd name="connsiteY182" fmla="*/ 6402638 h 6857998"/>
              <a:gd name="connsiteX183" fmla="*/ 5229090 w 5988050"/>
              <a:gd name="connsiteY183" fmla="*/ 6387903 h 6857998"/>
              <a:gd name="connsiteX184" fmla="*/ 5229090 w 5988050"/>
              <a:gd name="connsiteY184" fmla="*/ 6458499 h 6857998"/>
              <a:gd name="connsiteX185" fmla="*/ 5169263 w 5988050"/>
              <a:gd name="connsiteY185" fmla="*/ 6486295 h 6857998"/>
              <a:gd name="connsiteX186" fmla="*/ 5123109 w 5988050"/>
              <a:gd name="connsiteY186" fmla="*/ 6445923 h 6857998"/>
              <a:gd name="connsiteX187" fmla="*/ 5229090 w 5988050"/>
              <a:gd name="connsiteY187" fmla="*/ 6387903 h 6857998"/>
              <a:gd name="connsiteX188" fmla="*/ 4711780 w 5988050"/>
              <a:gd name="connsiteY188" fmla="*/ 6387903 h 6857998"/>
              <a:gd name="connsiteX189" fmla="*/ 4711780 w 5988050"/>
              <a:gd name="connsiteY189" fmla="*/ 6458499 h 6857998"/>
              <a:gd name="connsiteX190" fmla="*/ 4651953 w 5988050"/>
              <a:gd name="connsiteY190" fmla="*/ 6486295 h 6857998"/>
              <a:gd name="connsiteX191" fmla="*/ 4605799 w 5988050"/>
              <a:gd name="connsiteY191" fmla="*/ 6445924 h 6857998"/>
              <a:gd name="connsiteX192" fmla="*/ 4711780 w 5988050"/>
              <a:gd name="connsiteY192" fmla="*/ 6387903 h 6857998"/>
              <a:gd name="connsiteX193" fmla="*/ 4419888 w 5988050"/>
              <a:gd name="connsiteY193" fmla="*/ 6370470 h 6857998"/>
              <a:gd name="connsiteX194" fmla="*/ 4354549 w 5988050"/>
              <a:gd name="connsiteY194" fmla="*/ 6405660 h 6857998"/>
              <a:gd name="connsiteX195" fmla="*/ 4354549 w 5988050"/>
              <a:gd name="connsiteY195" fmla="*/ 6447435 h 6857998"/>
              <a:gd name="connsiteX196" fmla="*/ 4425995 w 5988050"/>
              <a:gd name="connsiteY196" fmla="*/ 6474961 h 6857998"/>
              <a:gd name="connsiteX197" fmla="*/ 4468366 w 5988050"/>
              <a:gd name="connsiteY197" fmla="*/ 6346237 h 6857998"/>
              <a:gd name="connsiteX198" fmla="*/ 4442857 w 5988050"/>
              <a:gd name="connsiteY198" fmla="*/ 6359784 h 6857998"/>
              <a:gd name="connsiteX199" fmla="*/ 4452963 w 5988050"/>
              <a:gd name="connsiteY199" fmla="*/ 6385151 h 6857998"/>
              <a:gd name="connsiteX200" fmla="*/ 4477229 w 5988050"/>
              <a:gd name="connsiteY200" fmla="*/ 6377541 h 6857998"/>
              <a:gd name="connsiteX201" fmla="*/ 4425995 w 5988050"/>
              <a:gd name="connsiteY201" fmla="*/ 6305757 h 6857998"/>
              <a:gd name="connsiteX202" fmla="*/ 4329040 w 5988050"/>
              <a:gd name="connsiteY202" fmla="*/ 6370470 h 6857998"/>
              <a:gd name="connsiteX203" fmla="*/ 4342281 w 5988050"/>
              <a:gd name="connsiteY203" fmla="*/ 6389360 h 6857998"/>
              <a:gd name="connsiteX204" fmla="*/ 4450477 w 5988050"/>
              <a:gd name="connsiteY204" fmla="*/ 6330207 h 6857998"/>
              <a:gd name="connsiteX205" fmla="*/ 4165664 w 5988050"/>
              <a:gd name="connsiteY205" fmla="*/ 6298579 h 6857998"/>
              <a:gd name="connsiteX206" fmla="*/ 4100055 w 5988050"/>
              <a:gd name="connsiteY206" fmla="*/ 6427519 h 6857998"/>
              <a:gd name="connsiteX207" fmla="*/ 4184039 w 5988050"/>
              <a:gd name="connsiteY207" fmla="*/ 6442308 h 6857998"/>
              <a:gd name="connsiteX208" fmla="*/ 4177716 w 5988050"/>
              <a:gd name="connsiteY208" fmla="*/ 6392383 h 6857998"/>
              <a:gd name="connsiteX209" fmla="*/ 4216466 w 5988050"/>
              <a:gd name="connsiteY209" fmla="*/ 6365883 h 6857998"/>
              <a:gd name="connsiteX210" fmla="*/ 4123781 w 5988050"/>
              <a:gd name="connsiteY210" fmla="*/ 6286057 h 6857998"/>
              <a:gd name="connsiteX211" fmla="*/ 4064008 w 5988050"/>
              <a:gd name="connsiteY211" fmla="*/ 6364965 h 6857998"/>
              <a:gd name="connsiteX212" fmla="*/ 4091408 w 5988050"/>
              <a:gd name="connsiteY212" fmla="*/ 6364965 h 6857998"/>
              <a:gd name="connsiteX213" fmla="*/ 4133671 w 5988050"/>
              <a:gd name="connsiteY213" fmla="*/ 6292318 h 6857998"/>
              <a:gd name="connsiteX214" fmla="*/ 4269664 w 5988050"/>
              <a:gd name="connsiteY214" fmla="*/ 6265094 h 6857998"/>
              <a:gd name="connsiteX215" fmla="*/ 4193227 w 5988050"/>
              <a:gd name="connsiteY215" fmla="*/ 6283305 h 6857998"/>
              <a:gd name="connsiteX216" fmla="*/ 4239164 w 5988050"/>
              <a:gd name="connsiteY216" fmla="*/ 6347532 h 6857998"/>
              <a:gd name="connsiteX217" fmla="*/ 4271861 w 5988050"/>
              <a:gd name="connsiteY217" fmla="*/ 6334363 h 6857998"/>
              <a:gd name="connsiteX218" fmla="*/ 4304288 w 5988050"/>
              <a:gd name="connsiteY218" fmla="*/ 6359838 h 6857998"/>
              <a:gd name="connsiteX219" fmla="*/ 4368114 w 5988050"/>
              <a:gd name="connsiteY219" fmla="*/ 6309859 h 6857998"/>
              <a:gd name="connsiteX220" fmla="*/ 4269664 w 5988050"/>
              <a:gd name="connsiteY220" fmla="*/ 6265094 h 6857998"/>
              <a:gd name="connsiteX221" fmla="*/ 4338227 w 5988050"/>
              <a:gd name="connsiteY221" fmla="*/ 6249680 h 6857998"/>
              <a:gd name="connsiteX222" fmla="*/ 4329040 w 5988050"/>
              <a:gd name="connsiteY222" fmla="*/ 6265062 h 6857998"/>
              <a:gd name="connsiteX223" fmla="*/ 4383516 w 5988050"/>
              <a:gd name="connsiteY223" fmla="*/ 6298579 h 6857998"/>
              <a:gd name="connsiteX224" fmla="*/ 4413781 w 5988050"/>
              <a:gd name="connsiteY224" fmla="*/ 6277476 h 6857998"/>
              <a:gd name="connsiteX225" fmla="*/ 4657628 w 5988050"/>
              <a:gd name="connsiteY225" fmla="*/ 6248492 h 6857998"/>
              <a:gd name="connsiteX226" fmla="*/ 4559646 w 5988050"/>
              <a:gd name="connsiteY226" fmla="*/ 6278609 h 6857998"/>
              <a:gd name="connsiteX227" fmla="*/ 4568779 w 5988050"/>
              <a:gd name="connsiteY227" fmla="*/ 6320545 h 6857998"/>
              <a:gd name="connsiteX228" fmla="*/ 4653088 w 5988050"/>
              <a:gd name="connsiteY228" fmla="*/ 6291508 h 6857998"/>
              <a:gd name="connsiteX229" fmla="*/ 4711780 w 5988050"/>
              <a:gd name="connsiteY229" fmla="*/ 6350878 h 6857998"/>
              <a:gd name="connsiteX230" fmla="*/ 4711780 w 5988050"/>
              <a:gd name="connsiteY230" fmla="*/ 6358272 h 6857998"/>
              <a:gd name="connsiteX231" fmla="*/ 4556241 w 5988050"/>
              <a:gd name="connsiteY231" fmla="*/ 6451591 h 6857998"/>
              <a:gd name="connsiteX232" fmla="*/ 4639415 w 5988050"/>
              <a:gd name="connsiteY232" fmla="*/ 6526127 h 6857998"/>
              <a:gd name="connsiteX233" fmla="*/ 4711185 w 5988050"/>
              <a:gd name="connsiteY233" fmla="*/ 6489749 h 6857998"/>
              <a:gd name="connsiteX234" fmla="*/ 4713455 w 5988050"/>
              <a:gd name="connsiteY234" fmla="*/ 6489749 h 6857998"/>
              <a:gd name="connsiteX235" fmla="*/ 4781281 w 5988050"/>
              <a:gd name="connsiteY235" fmla="*/ 6523860 h 6857998"/>
              <a:gd name="connsiteX236" fmla="*/ 4784145 w 5988050"/>
              <a:gd name="connsiteY236" fmla="*/ 6484622 h 6857998"/>
              <a:gd name="connsiteX237" fmla="*/ 4758474 w 5988050"/>
              <a:gd name="connsiteY237" fmla="*/ 6458985 h 6857998"/>
              <a:gd name="connsiteX238" fmla="*/ 4758474 w 5988050"/>
              <a:gd name="connsiteY238" fmla="*/ 6349744 h 6857998"/>
              <a:gd name="connsiteX239" fmla="*/ 4657628 w 5988050"/>
              <a:gd name="connsiteY239" fmla="*/ 6248492 h 6857998"/>
              <a:gd name="connsiteX240" fmla="*/ 5174992 w 5988050"/>
              <a:gd name="connsiteY240" fmla="*/ 6248276 h 6857998"/>
              <a:gd name="connsiteX241" fmla="*/ 5076956 w 5988050"/>
              <a:gd name="connsiteY241" fmla="*/ 6278393 h 6857998"/>
              <a:gd name="connsiteX242" fmla="*/ 5086089 w 5988050"/>
              <a:gd name="connsiteY242" fmla="*/ 6320545 h 6857998"/>
              <a:gd name="connsiteX243" fmla="*/ 5170398 w 5988050"/>
              <a:gd name="connsiteY243" fmla="*/ 6291508 h 6857998"/>
              <a:gd name="connsiteX244" fmla="*/ 5229090 w 5988050"/>
              <a:gd name="connsiteY244" fmla="*/ 6350878 h 6857998"/>
              <a:gd name="connsiteX245" fmla="*/ 5229090 w 5988050"/>
              <a:gd name="connsiteY245" fmla="*/ 6358272 h 6857998"/>
              <a:gd name="connsiteX246" fmla="*/ 5073551 w 5988050"/>
              <a:gd name="connsiteY246" fmla="*/ 6451591 h 6857998"/>
              <a:gd name="connsiteX247" fmla="*/ 5156725 w 5988050"/>
              <a:gd name="connsiteY247" fmla="*/ 6526127 h 6857998"/>
              <a:gd name="connsiteX248" fmla="*/ 5228549 w 5988050"/>
              <a:gd name="connsiteY248" fmla="*/ 6489749 h 6857998"/>
              <a:gd name="connsiteX249" fmla="*/ 5230819 w 5988050"/>
              <a:gd name="connsiteY249" fmla="*/ 6489749 h 6857998"/>
              <a:gd name="connsiteX250" fmla="*/ 5298645 w 5988050"/>
              <a:gd name="connsiteY250" fmla="*/ 6523860 h 6857998"/>
              <a:gd name="connsiteX251" fmla="*/ 5301455 w 5988050"/>
              <a:gd name="connsiteY251" fmla="*/ 6484622 h 6857998"/>
              <a:gd name="connsiteX252" fmla="*/ 5275838 w 5988050"/>
              <a:gd name="connsiteY252" fmla="*/ 6458985 h 6857998"/>
              <a:gd name="connsiteX253" fmla="*/ 5275838 w 5988050"/>
              <a:gd name="connsiteY253" fmla="*/ 6349528 h 6857998"/>
              <a:gd name="connsiteX254" fmla="*/ 5174992 w 5988050"/>
              <a:gd name="connsiteY254" fmla="*/ 6248276 h 6857998"/>
              <a:gd name="connsiteX255" fmla="*/ 4924011 w 5988050"/>
              <a:gd name="connsiteY255" fmla="*/ 6240450 h 6857998"/>
              <a:gd name="connsiteX256" fmla="*/ 4821327 w 5988050"/>
              <a:gd name="connsiteY256" fmla="*/ 6276882 h 6857998"/>
              <a:gd name="connsiteX257" fmla="*/ 4837865 w 5988050"/>
              <a:gd name="connsiteY257" fmla="*/ 6316713 h 6857998"/>
              <a:gd name="connsiteX258" fmla="*/ 4918931 w 5988050"/>
              <a:gd name="connsiteY258" fmla="*/ 6284330 h 6857998"/>
              <a:gd name="connsiteX259" fmla="*/ 4972975 w 5988050"/>
              <a:gd name="connsiteY259" fmla="*/ 6329289 h 6857998"/>
              <a:gd name="connsiteX260" fmla="*/ 4820841 w 5988050"/>
              <a:gd name="connsiteY260" fmla="*/ 6477228 h 6857998"/>
              <a:gd name="connsiteX261" fmla="*/ 4820841 w 5988050"/>
              <a:gd name="connsiteY261" fmla="*/ 6517869 h 6857998"/>
              <a:gd name="connsiteX262" fmla="*/ 5035072 w 5988050"/>
              <a:gd name="connsiteY262" fmla="*/ 6517869 h 6857998"/>
              <a:gd name="connsiteX263" fmla="*/ 5035072 w 5988050"/>
              <a:gd name="connsiteY263" fmla="*/ 6473180 h 6857998"/>
              <a:gd name="connsiteX264" fmla="*/ 4892071 w 5988050"/>
              <a:gd name="connsiteY264" fmla="*/ 6473180 h 6857998"/>
              <a:gd name="connsiteX265" fmla="*/ 5022588 w 5988050"/>
              <a:gd name="connsiteY265" fmla="*/ 6323514 h 6857998"/>
              <a:gd name="connsiteX266" fmla="*/ 4924011 w 5988050"/>
              <a:gd name="connsiteY266" fmla="*/ 6240450 h 6857998"/>
              <a:gd name="connsiteX267" fmla="*/ 4274077 w 5988050"/>
              <a:gd name="connsiteY267" fmla="*/ 6226418 h 6857998"/>
              <a:gd name="connsiteX268" fmla="*/ 4174690 w 5988050"/>
              <a:gd name="connsiteY268" fmla="*/ 6243905 h 6857998"/>
              <a:gd name="connsiteX269" fmla="*/ 4184850 w 5988050"/>
              <a:gd name="connsiteY269" fmla="*/ 6261392 h 6857998"/>
              <a:gd name="connsiteX270" fmla="*/ 4277428 w 5988050"/>
              <a:gd name="connsiteY270" fmla="*/ 6243905 h 6857998"/>
              <a:gd name="connsiteX271" fmla="*/ 4300234 w 5988050"/>
              <a:gd name="connsiteY271" fmla="*/ 6249302 h 6857998"/>
              <a:gd name="connsiteX272" fmla="*/ 4305855 w 5988050"/>
              <a:gd name="connsiteY272" fmla="*/ 6232247 h 6857998"/>
              <a:gd name="connsiteX273" fmla="*/ 0 w 5988050"/>
              <a:gd name="connsiteY273" fmla="*/ 0 h 6857998"/>
              <a:gd name="connsiteX274" fmla="*/ 5988050 w 5988050"/>
              <a:gd name="connsiteY274" fmla="*/ 0 h 6857998"/>
              <a:gd name="connsiteX275" fmla="*/ 5988050 w 5988050"/>
              <a:gd name="connsiteY275" fmla="*/ 6857998 h 6857998"/>
              <a:gd name="connsiteX276" fmla="*/ 0 w 5988050"/>
              <a:gd name="connsiteY276" fmla="*/ 6857998 h 6857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</a:cxnLst>
            <a:rect l="l" t="t" r="r" b="b"/>
            <a:pathLst>
              <a:path w="5988050" h="6857998">
                <a:moveTo>
                  <a:pt x="4205063" y="6609407"/>
                </a:moveTo>
                <a:lnTo>
                  <a:pt x="4205063" y="6632291"/>
                </a:lnTo>
                <a:lnTo>
                  <a:pt x="4257162" y="6647512"/>
                </a:lnTo>
                <a:lnTo>
                  <a:pt x="4259864" y="6617233"/>
                </a:lnTo>
                <a:close/>
                <a:moveTo>
                  <a:pt x="5116789" y="6594319"/>
                </a:moveTo>
                <a:lnTo>
                  <a:pt x="5128460" y="6621605"/>
                </a:lnTo>
                <a:lnTo>
                  <a:pt x="5106032" y="6621605"/>
                </a:lnTo>
                <a:close/>
                <a:moveTo>
                  <a:pt x="5116733" y="6594187"/>
                </a:moveTo>
                <a:lnTo>
                  <a:pt x="5116841" y="6594187"/>
                </a:lnTo>
                <a:lnTo>
                  <a:pt x="5116789" y="6594319"/>
                </a:lnTo>
                <a:close/>
                <a:moveTo>
                  <a:pt x="4886505" y="6593431"/>
                </a:moveTo>
                <a:cubicBezTo>
                  <a:pt x="4894455" y="6589330"/>
                  <a:pt x="4903901" y="6589330"/>
                  <a:pt x="4911851" y="6593431"/>
                </a:cubicBezTo>
                <a:cubicBezTo>
                  <a:pt x="4915548" y="6595352"/>
                  <a:pt x="4918591" y="6598318"/>
                  <a:pt x="4920607" y="6601959"/>
                </a:cubicBezTo>
                <a:cubicBezTo>
                  <a:pt x="4922693" y="6605761"/>
                  <a:pt x="4923752" y="6610038"/>
                  <a:pt x="4923687" y="6614372"/>
                </a:cubicBezTo>
                <a:cubicBezTo>
                  <a:pt x="4923936" y="6620837"/>
                  <a:pt x="4921444" y="6627107"/>
                  <a:pt x="4916823" y="6631644"/>
                </a:cubicBezTo>
                <a:cubicBezTo>
                  <a:pt x="4912122" y="6636162"/>
                  <a:pt x="4905782" y="6638577"/>
                  <a:pt x="4899259" y="6638336"/>
                </a:cubicBezTo>
                <a:cubicBezTo>
                  <a:pt x="4894855" y="6638399"/>
                  <a:pt x="4890509" y="6637359"/>
                  <a:pt x="4886613" y="6635314"/>
                </a:cubicBezTo>
                <a:cubicBezTo>
                  <a:pt x="4882970" y="6633344"/>
                  <a:pt x="4879955" y="6630389"/>
                  <a:pt x="4877912" y="6626786"/>
                </a:cubicBezTo>
                <a:cubicBezTo>
                  <a:pt x="4875809" y="6622989"/>
                  <a:pt x="4874728" y="6618711"/>
                  <a:pt x="4874777" y="6614372"/>
                </a:cubicBezTo>
                <a:cubicBezTo>
                  <a:pt x="4874723" y="6610046"/>
                  <a:pt x="4875761" y="6605775"/>
                  <a:pt x="4877804" y="6601959"/>
                </a:cubicBezTo>
                <a:lnTo>
                  <a:pt x="4877858" y="6601581"/>
                </a:lnTo>
                <a:cubicBezTo>
                  <a:pt x="4879922" y="6598110"/>
                  <a:pt x="4882916" y="6595287"/>
                  <a:pt x="4886505" y="6593431"/>
                </a:cubicBezTo>
                <a:close/>
                <a:moveTo>
                  <a:pt x="5048475" y="6589923"/>
                </a:moveTo>
                <a:lnTo>
                  <a:pt x="5057608" y="6589923"/>
                </a:lnTo>
                <a:cubicBezTo>
                  <a:pt x="5065823" y="6589923"/>
                  <a:pt x="5069930" y="6593107"/>
                  <a:pt x="5069930" y="6599476"/>
                </a:cubicBezTo>
                <a:cubicBezTo>
                  <a:pt x="5070125" y="6602234"/>
                  <a:pt x="5069028" y="6604926"/>
                  <a:pt x="5066958" y="6606762"/>
                </a:cubicBezTo>
                <a:cubicBezTo>
                  <a:pt x="5064526" y="6608506"/>
                  <a:pt x="5061570" y="6609363"/>
                  <a:pt x="5058581" y="6609191"/>
                </a:cubicBezTo>
                <a:lnTo>
                  <a:pt x="5048475" y="6609083"/>
                </a:lnTo>
                <a:close/>
                <a:moveTo>
                  <a:pt x="4390271" y="6582043"/>
                </a:moveTo>
                <a:lnTo>
                  <a:pt x="4348387" y="6617233"/>
                </a:lnTo>
                <a:lnTo>
                  <a:pt x="4289209" y="6618744"/>
                </a:lnTo>
                <a:lnTo>
                  <a:pt x="4295316" y="6652423"/>
                </a:lnTo>
                <a:cubicBezTo>
                  <a:pt x="4295316" y="6652423"/>
                  <a:pt x="4368330" y="6639740"/>
                  <a:pt x="4407620" y="6611620"/>
                </a:cubicBezTo>
                <a:cubicBezTo>
                  <a:pt x="4398432" y="6594295"/>
                  <a:pt x="4390271" y="6582043"/>
                  <a:pt x="4390271" y="6582043"/>
                </a:cubicBezTo>
                <a:close/>
                <a:moveTo>
                  <a:pt x="4704646" y="6579452"/>
                </a:moveTo>
                <a:lnTo>
                  <a:pt x="4704646" y="6648753"/>
                </a:lnTo>
                <a:lnTo>
                  <a:pt x="4750151" y="6648753"/>
                </a:lnTo>
                <a:lnTo>
                  <a:pt x="4750151" y="6638282"/>
                </a:lnTo>
                <a:lnTo>
                  <a:pt x="4718157" y="6638282"/>
                </a:lnTo>
                <a:lnTo>
                  <a:pt x="4718157" y="6618582"/>
                </a:lnTo>
                <a:lnTo>
                  <a:pt x="4748260" y="6618582"/>
                </a:lnTo>
                <a:lnTo>
                  <a:pt x="4748260" y="6608112"/>
                </a:lnTo>
                <a:lnTo>
                  <a:pt x="4718157" y="6608112"/>
                </a:lnTo>
                <a:lnTo>
                  <a:pt x="4718157" y="6589923"/>
                </a:lnTo>
                <a:lnTo>
                  <a:pt x="4749611" y="6589923"/>
                </a:lnTo>
                <a:lnTo>
                  <a:pt x="4749611" y="6579452"/>
                </a:lnTo>
                <a:close/>
                <a:moveTo>
                  <a:pt x="4650116" y="6579452"/>
                </a:moveTo>
                <a:lnTo>
                  <a:pt x="4650116" y="6648753"/>
                </a:lnTo>
                <a:lnTo>
                  <a:pt x="4663519" y="6648753"/>
                </a:lnTo>
                <a:lnTo>
                  <a:pt x="4663519" y="6618366"/>
                </a:lnTo>
                <a:lnTo>
                  <a:pt x="4692432" y="6618366"/>
                </a:lnTo>
                <a:lnTo>
                  <a:pt x="4692432" y="6607572"/>
                </a:lnTo>
                <a:lnTo>
                  <a:pt x="4663519" y="6607572"/>
                </a:lnTo>
                <a:lnTo>
                  <a:pt x="4663519" y="6589923"/>
                </a:lnTo>
                <a:lnTo>
                  <a:pt x="4692432" y="6589923"/>
                </a:lnTo>
                <a:lnTo>
                  <a:pt x="4692432" y="6579452"/>
                </a:lnTo>
                <a:close/>
                <a:moveTo>
                  <a:pt x="4621094" y="6579452"/>
                </a:moveTo>
                <a:lnTo>
                  <a:pt x="4621094" y="6648753"/>
                </a:lnTo>
                <a:lnTo>
                  <a:pt x="4634497" y="6648753"/>
                </a:lnTo>
                <a:lnTo>
                  <a:pt x="4634497" y="6579452"/>
                </a:lnTo>
                <a:close/>
                <a:moveTo>
                  <a:pt x="4564510" y="6579452"/>
                </a:moveTo>
                <a:lnTo>
                  <a:pt x="4564510" y="6648753"/>
                </a:lnTo>
                <a:lnTo>
                  <a:pt x="4611582" y="6648753"/>
                </a:lnTo>
                <a:lnTo>
                  <a:pt x="4611582" y="6638282"/>
                </a:lnTo>
                <a:lnTo>
                  <a:pt x="4577913" y="6638282"/>
                </a:lnTo>
                <a:lnTo>
                  <a:pt x="4577913" y="6579452"/>
                </a:lnTo>
                <a:close/>
                <a:moveTo>
                  <a:pt x="5236440" y="6579344"/>
                </a:moveTo>
                <a:lnTo>
                  <a:pt x="5262814" y="6614210"/>
                </a:lnTo>
                <a:lnTo>
                  <a:pt x="5262814" y="6648645"/>
                </a:lnTo>
                <a:lnTo>
                  <a:pt x="5276217" y="6648645"/>
                </a:lnTo>
                <a:lnTo>
                  <a:pt x="5276217" y="6614426"/>
                </a:lnTo>
                <a:lnTo>
                  <a:pt x="5302428" y="6579452"/>
                </a:lnTo>
                <a:lnTo>
                  <a:pt x="5286485" y="6579452"/>
                </a:lnTo>
                <a:lnTo>
                  <a:pt x="5269407" y="6602606"/>
                </a:lnTo>
                <a:lnTo>
                  <a:pt x="5252599" y="6579452"/>
                </a:lnTo>
                <a:close/>
                <a:moveTo>
                  <a:pt x="5162292" y="6579344"/>
                </a:moveTo>
                <a:lnTo>
                  <a:pt x="5162292" y="6648753"/>
                </a:lnTo>
                <a:lnTo>
                  <a:pt x="5175424" y="6648753"/>
                </a:lnTo>
                <a:lnTo>
                  <a:pt x="5175424" y="6599584"/>
                </a:lnTo>
                <a:lnTo>
                  <a:pt x="5216876" y="6648753"/>
                </a:lnTo>
                <a:lnTo>
                  <a:pt x="5228442" y="6648753"/>
                </a:lnTo>
                <a:lnTo>
                  <a:pt x="5228442" y="6579452"/>
                </a:lnTo>
                <a:lnTo>
                  <a:pt x="5215363" y="6579452"/>
                </a:lnTo>
                <a:lnTo>
                  <a:pt x="5215363" y="6628027"/>
                </a:lnTo>
                <a:lnTo>
                  <a:pt x="5174127" y="6579452"/>
                </a:lnTo>
                <a:close/>
                <a:moveTo>
                  <a:pt x="5109815" y="6579344"/>
                </a:moveTo>
                <a:lnTo>
                  <a:pt x="5081225" y="6648645"/>
                </a:lnTo>
                <a:lnTo>
                  <a:pt x="5095277" y="6648645"/>
                </a:lnTo>
                <a:lnTo>
                  <a:pt x="5101870" y="6631859"/>
                </a:lnTo>
                <a:lnTo>
                  <a:pt x="5132730" y="6631859"/>
                </a:lnTo>
                <a:lnTo>
                  <a:pt x="5139917" y="6648753"/>
                </a:lnTo>
                <a:lnTo>
                  <a:pt x="5154077" y="6648753"/>
                </a:lnTo>
                <a:lnTo>
                  <a:pt x="5123488" y="6579452"/>
                </a:lnTo>
                <a:close/>
                <a:moveTo>
                  <a:pt x="5035072" y="6579344"/>
                </a:moveTo>
                <a:lnTo>
                  <a:pt x="5035072" y="6648753"/>
                </a:lnTo>
                <a:lnTo>
                  <a:pt x="5048475" y="6648753"/>
                </a:lnTo>
                <a:lnTo>
                  <a:pt x="5048475" y="6619662"/>
                </a:lnTo>
                <a:lnTo>
                  <a:pt x="5061391" y="6619662"/>
                </a:lnTo>
                <a:cubicBezTo>
                  <a:pt x="5067288" y="6619979"/>
                  <a:pt x="5073081" y="6618050"/>
                  <a:pt x="5077605" y="6614264"/>
                </a:cubicBezTo>
                <a:cubicBezTo>
                  <a:pt x="5081717" y="6610580"/>
                  <a:pt x="5083976" y="6605259"/>
                  <a:pt x="5083766" y="6599746"/>
                </a:cubicBezTo>
                <a:cubicBezTo>
                  <a:pt x="5083939" y="6594250"/>
                  <a:pt x="5081707" y="6588952"/>
                  <a:pt x="5077659" y="6585227"/>
                </a:cubicBezTo>
                <a:cubicBezTo>
                  <a:pt x="5073270" y="6581465"/>
                  <a:pt x="5067601" y="6579533"/>
                  <a:pt x="5061824" y="6579830"/>
                </a:cubicBezTo>
                <a:close/>
                <a:moveTo>
                  <a:pt x="4950115" y="6579344"/>
                </a:moveTo>
                <a:lnTo>
                  <a:pt x="4950115" y="6648753"/>
                </a:lnTo>
                <a:lnTo>
                  <a:pt x="4963572" y="6648753"/>
                </a:lnTo>
                <a:lnTo>
                  <a:pt x="4963572" y="6600178"/>
                </a:lnTo>
                <a:lnTo>
                  <a:pt x="4963950" y="6600178"/>
                </a:lnTo>
                <a:lnTo>
                  <a:pt x="4984000" y="6624573"/>
                </a:lnTo>
                <a:lnTo>
                  <a:pt x="4985892" y="6624573"/>
                </a:lnTo>
                <a:lnTo>
                  <a:pt x="5005942" y="6600178"/>
                </a:lnTo>
                <a:lnTo>
                  <a:pt x="5006374" y="6600178"/>
                </a:lnTo>
                <a:lnTo>
                  <a:pt x="5006374" y="6648753"/>
                </a:lnTo>
                <a:lnTo>
                  <a:pt x="5019777" y="6648753"/>
                </a:lnTo>
                <a:lnTo>
                  <a:pt x="5019777" y="6579452"/>
                </a:lnTo>
                <a:lnTo>
                  <a:pt x="5007780" y="6579452"/>
                </a:lnTo>
                <a:lnTo>
                  <a:pt x="4985027" y="6606762"/>
                </a:lnTo>
                <a:lnTo>
                  <a:pt x="4962220" y="6579452"/>
                </a:lnTo>
                <a:close/>
                <a:moveTo>
                  <a:pt x="4827380" y="6578535"/>
                </a:moveTo>
                <a:cubicBezTo>
                  <a:pt x="4820414" y="6578422"/>
                  <a:pt x="4813518" y="6579977"/>
                  <a:pt x="4807276" y="6583068"/>
                </a:cubicBezTo>
                <a:lnTo>
                  <a:pt x="4807330" y="6583068"/>
                </a:lnTo>
                <a:cubicBezTo>
                  <a:pt x="4801542" y="6585943"/>
                  <a:pt x="4796689" y="6590397"/>
                  <a:pt x="4793333" y="6595914"/>
                </a:cubicBezTo>
                <a:cubicBezTo>
                  <a:pt x="4789906" y="6601574"/>
                  <a:pt x="4788150" y="6608083"/>
                  <a:pt x="4788253" y="6614696"/>
                </a:cubicBezTo>
                <a:cubicBezTo>
                  <a:pt x="4788188" y="6621027"/>
                  <a:pt x="4789895" y="6627250"/>
                  <a:pt x="4793171" y="6632669"/>
                </a:cubicBezTo>
                <a:cubicBezTo>
                  <a:pt x="4796375" y="6638088"/>
                  <a:pt x="4801088" y="6642458"/>
                  <a:pt x="4806736" y="6645245"/>
                </a:cubicBezTo>
                <a:cubicBezTo>
                  <a:pt x="4812837" y="6648233"/>
                  <a:pt x="4819560" y="6649731"/>
                  <a:pt x="4826354" y="6649616"/>
                </a:cubicBezTo>
                <a:cubicBezTo>
                  <a:pt x="4830812" y="6649682"/>
                  <a:pt x="4835260" y="6649193"/>
                  <a:pt x="4839594" y="6648159"/>
                </a:cubicBezTo>
                <a:cubicBezTo>
                  <a:pt x="4843902" y="6646919"/>
                  <a:pt x="4848069" y="6645237"/>
                  <a:pt x="4852025" y="6643140"/>
                </a:cubicBezTo>
                <a:lnTo>
                  <a:pt x="4852025" y="6630510"/>
                </a:lnTo>
                <a:cubicBezTo>
                  <a:pt x="4847836" y="6632886"/>
                  <a:pt x="4843442" y="6634873"/>
                  <a:pt x="4838892" y="6636447"/>
                </a:cubicBezTo>
                <a:cubicBezTo>
                  <a:pt x="4835390" y="6637530"/>
                  <a:pt x="4831747" y="6638076"/>
                  <a:pt x="4828083" y="6638066"/>
                </a:cubicBezTo>
                <a:cubicBezTo>
                  <a:pt x="4823441" y="6638151"/>
                  <a:pt x="4818847" y="6637134"/>
                  <a:pt x="4814680" y="6635098"/>
                </a:cubicBezTo>
                <a:cubicBezTo>
                  <a:pt x="4810821" y="6633233"/>
                  <a:pt x="4807606" y="6630265"/>
                  <a:pt x="4805439" y="6626570"/>
                </a:cubicBezTo>
                <a:cubicBezTo>
                  <a:pt x="4801039" y="6618877"/>
                  <a:pt x="4801039" y="6609436"/>
                  <a:pt x="4805439" y="6601743"/>
                </a:cubicBezTo>
                <a:cubicBezTo>
                  <a:pt x="4807660" y="6598188"/>
                  <a:pt x="4810821" y="6595312"/>
                  <a:pt x="4814572" y="6593431"/>
                </a:cubicBezTo>
                <a:cubicBezTo>
                  <a:pt x="4818728" y="6591340"/>
                  <a:pt x="4823322" y="6590284"/>
                  <a:pt x="4827975" y="6590355"/>
                </a:cubicBezTo>
                <a:cubicBezTo>
                  <a:pt x="4831818" y="6590358"/>
                  <a:pt x="4835644" y="6590921"/>
                  <a:pt x="4839324" y="6592028"/>
                </a:cubicBezTo>
                <a:cubicBezTo>
                  <a:pt x="4843459" y="6593377"/>
                  <a:pt x="4847431" y="6595187"/>
                  <a:pt x="4851160" y="6597425"/>
                </a:cubicBezTo>
                <a:lnTo>
                  <a:pt x="4851160" y="6584472"/>
                </a:lnTo>
                <a:cubicBezTo>
                  <a:pt x="4847269" y="6582499"/>
                  <a:pt x="4843172" y="6580961"/>
                  <a:pt x="4838946" y="6579884"/>
                </a:cubicBezTo>
                <a:cubicBezTo>
                  <a:pt x="4835152" y="6579000"/>
                  <a:pt x="4831272" y="6578548"/>
                  <a:pt x="4827380" y="6578535"/>
                </a:cubicBezTo>
                <a:close/>
                <a:moveTo>
                  <a:pt x="4898935" y="6578292"/>
                </a:moveTo>
                <a:cubicBezTo>
                  <a:pt x="4892218" y="6578292"/>
                  <a:pt x="4885502" y="6579812"/>
                  <a:pt x="4879317" y="6582852"/>
                </a:cubicBezTo>
                <a:lnTo>
                  <a:pt x="4879479" y="6583068"/>
                </a:lnTo>
                <a:cubicBezTo>
                  <a:pt x="4862390" y="6591989"/>
                  <a:pt x="4855781" y="6613054"/>
                  <a:pt x="4864714" y="6630120"/>
                </a:cubicBezTo>
                <a:cubicBezTo>
                  <a:pt x="4868011" y="6636425"/>
                  <a:pt x="4873167" y="6641571"/>
                  <a:pt x="4879479" y="6644867"/>
                </a:cubicBezTo>
                <a:cubicBezTo>
                  <a:pt x="4891833" y="6651022"/>
                  <a:pt x="4906361" y="6651022"/>
                  <a:pt x="4918715" y="6644867"/>
                </a:cubicBezTo>
                <a:cubicBezTo>
                  <a:pt x="4935847" y="6635835"/>
                  <a:pt x="4942402" y="6614645"/>
                  <a:pt x="4933356" y="6597537"/>
                </a:cubicBezTo>
                <a:cubicBezTo>
                  <a:pt x="4933020" y="6596895"/>
                  <a:pt x="4932658" y="6596264"/>
                  <a:pt x="4932280" y="6595644"/>
                </a:cubicBezTo>
                <a:cubicBezTo>
                  <a:pt x="4929027" y="6590155"/>
                  <a:pt x="4924260" y="6585715"/>
                  <a:pt x="4918553" y="6582852"/>
                </a:cubicBezTo>
                <a:cubicBezTo>
                  <a:pt x="4912368" y="6579812"/>
                  <a:pt x="4905651" y="6578292"/>
                  <a:pt x="4898935" y="6578292"/>
                </a:cubicBezTo>
                <a:close/>
                <a:moveTo>
                  <a:pt x="4113890" y="6549767"/>
                </a:moveTo>
                <a:lnTo>
                  <a:pt x="4095461" y="6564987"/>
                </a:lnTo>
                <a:cubicBezTo>
                  <a:pt x="4118268" y="6592405"/>
                  <a:pt x="4170420" y="6617233"/>
                  <a:pt x="4170420" y="6617233"/>
                </a:cubicBezTo>
                <a:lnTo>
                  <a:pt x="4181229" y="6596831"/>
                </a:lnTo>
                <a:cubicBezTo>
                  <a:pt x="4145506" y="6582151"/>
                  <a:pt x="4113890" y="6549767"/>
                  <a:pt x="4113890" y="6549767"/>
                </a:cubicBezTo>
                <a:close/>
                <a:moveTo>
                  <a:pt x="4442857" y="6521917"/>
                </a:moveTo>
                <a:lnTo>
                  <a:pt x="4413781" y="6561641"/>
                </a:lnTo>
                <a:lnTo>
                  <a:pt x="4443343" y="6582042"/>
                </a:lnTo>
                <a:lnTo>
                  <a:pt x="4471932" y="6531092"/>
                </a:lnTo>
                <a:close/>
                <a:moveTo>
                  <a:pt x="4296613" y="6496280"/>
                </a:moveTo>
                <a:lnTo>
                  <a:pt x="4232463" y="6509449"/>
                </a:lnTo>
                <a:lnTo>
                  <a:pt x="4232463" y="6509557"/>
                </a:lnTo>
                <a:cubicBezTo>
                  <a:pt x="4225577" y="6534378"/>
                  <a:pt x="4220305" y="6559618"/>
                  <a:pt x="4216682" y="6585119"/>
                </a:cubicBezTo>
                <a:cubicBezTo>
                  <a:pt x="4264457" y="6599098"/>
                  <a:pt x="4338227" y="6574918"/>
                  <a:pt x="4338227" y="6574918"/>
                </a:cubicBezTo>
                <a:close/>
                <a:moveTo>
                  <a:pt x="4338227" y="6467837"/>
                </a:moveTo>
                <a:lnTo>
                  <a:pt x="4329040" y="6478038"/>
                </a:lnTo>
                <a:lnTo>
                  <a:pt x="4388218" y="6541779"/>
                </a:lnTo>
                <a:lnTo>
                  <a:pt x="4407620" y="6504538"/>
                </a:lnTo>
                <a:close/>
                <a:moveTo>
                  <a:pt x="4100055" y="6447705"/>
                </a:moveTo>
                <a:cubicBezTo>
                  <a:pt x="4099623" y="6493312"/>
                  <a:pt x="4142210" y="6547392"/>
                  <a:pt x="4180041" y="6561641"/>
                </a:cubicBezTo>
                <a:cubicBezTo>
                  <a:pt x="4191282" y="6542265"/>
                  <a:pt x="4216790" y="6495363"/>
                  <a:pt x="4216790" y="6495363"/>
                </a:cubicBezTo>
                <a:lnTo>
                  <a:pt x="4183121" y="6461738"/>
                </a:lnTo>
                <a:close/>
                <a:moveTo>
                  <a:pt x="4069629" y="6409924"/>
                </a:moveTo>
                <a:lnTo>
                  <a:pt x="4061306" y="6411651"/>
                </a:lnTo>
                <a:lnTo>
                  <a:pt x="4061252" y="6411867"/>
                </a:lnTo>
                <a:cubicBezTo>
                  <a:pt x="4052280" y="6472478"/>
                  <a:pt x="4070439" y="6517006"/>
                  <a:pt x="4076492" y="6522025"/>
                </a:cubicBezTo>
                <a:lnTo>
                  <a:pt x="4094813" y="6520298"/>
                </a:lnTo>
                <a:cubicBezTo>
                  <a:pt x="4094813" y="6520298"/>
                  <a:pt x="4074330" y="6447705"/>
                  <a:pt x="4069629" y="6409924"/>
                </a:cubicBezTo>
                <a:close/>
                <a:moveTo>
                  <a:pt x="4482147" y="6402638"/>
                </a:moveTo>
                <a:cubicBezTo>
                  <a:pt x="4466420" y="6405768"/>
                  <a:pt x="4450477" y="6407711"/>
                  <a:pt x="4450477" y="6407711"/>
                </a:cubicBezTo>
                <a:cubicBezTo>
                  <a:pt x="4454314" y="6429732"/>
                  <a:pt x="4456746" y="6474961"/>
                  <a:pt x="4450477" y="6491315"/>
                </a:cubicBezTo>
                <a:cubicBezTo>
                  <a:pt x="4462907" y="6496388"/>
                  <a:pt x="4482147" y="6504538"/>
                  <a:pt x="4482147" y="6504538"/>
                </a:cubicBezTo>
                <a:cubicBezTo>
                  <a:pt x="4482147" y="6504538"/>
                  <a:pt x="4498360" y="6453588"/>
                  <a:pt x="4482147" y="6402638"/>
                </a:cubicBezTo>
                <a:close/>
                <a:moveTo>
                  <a:pt x="5229090" y="6387903"/>
                </a:moveTo>
                <a:lnTo>
                  <a:pt x="5229090" y="6458499"/>
                </a:lnTo>
                <a:cubicBezTo>
                  <a:pt x="5213871" y="6475648"/>
                  <a:pt x="5192199" y="6485715"/>
                  <a:pt x="5169263" y="6486295"/>
                </a:cubicBezTo>
                <a:cubicBezTo>
                  <a:pt x="5140782" y="6486295"/>
                  <a:pt x="5123109" y="6469240"/>
                  <a:pt x="5123109" y="6445923"/>
                </a:cubicBezTo>
                <a:cubicBezTo>
                  <a:pt x="5123109" y="6414080"/>
                  <a:pt x="5151591" y="6398104"/>
                  <a:pt x="5229090" y="6387903"/>
                </a:cubicBezTo>
                <a:close/>
                <a:moveTo>
                  <a:pt x="4711780" y="6387903"/>
                </a:moveTo>
                <a:lnTo>
                  <a:pt x="4711780" y="6458499"/>
                </a:lnTo>
                <a:cubicBezTo>
                  <a:pt x="4696561" y="6475648"/>
                  <a:pt x="4674889" y="6485715"/>
                  <a:pt x="4651953" y="6486295"/>
                </a:cubicBezTo>
                <a:cubicBezTo>
                  <a:pt x="4623472" y="6486295"/>
                  <a:pt x="4605799" y="6469240"/>
                  <a:pt x="4605799" y="6445924"/>
                </a:cubicBezTo>
                <a:cubicBezTo>
                  <a:pt x="4605799" y="6414080"/>
                  <a:pt x="4634281" y="6398104"/>
                  <a:pt x="4711780" y="6387903"/>
                </a:cubicBezTo>
                <a:close/>
                <a:moveTo>
                  <a:pt x="4419888" y="6370470"/>
                </a:moveTo>
                <a:lnTo>
                  <a:pt x="4354549" y="6405660"/>
                </a:lnTo>
                <a:lnTo>
                  <a:pt x="4354549" y="6447435"/>
                </a:lnTo>
                <a:lnTo>
                  <a:pt x="4425995" y="6474961"/>
                </a:lnTo>
                <a:close/>
                <a:moveTo>
                  <a:pt x="4468366" y="6346237"/>
                </a:moveTo>
                <a:lnTo>
                  <a:pt x="4442857" y="6359784"/>
                </a:lnTo>
                <a:lnTo>
                  <a:pt x="4452963" y="6385151"/>
                </a:lnTo>
                <a:lnTo>
                  <a:pt x="4477229" y="6377541"/>
                </a:lnTo>
                <a:close/>
                <a:moveTo>
                  <a:pt x="4425995" y="6305757"/>
                </a:moveTo>
                <a:lnTo>
                  <a:pt x="4329040" y="6370470"/>
                </a:lnTo>
                <a:lnTo>
                  <a:pt x="4342281" y="6389360"/>
                </a:lnTo>
                <a:lnTo>
                  <a:pt x="4450477" y="6330207"/>
                </a:lnTo>
                <a:close/>
                <a:moveTo>
                  <a:pt x="4165664" y="6298579"/>
                </a:moveTo>
                <a:cubicBezTo>
                  <a:pt x="4126861" y="6324054"/>
                  <a:pt x="4091840" y="6389361"/>
                  <a:pt x="4100055" y="6427519"/>
                </a:cubicBezTo>
                <a:cubicBezTo>
                  <a:pt x="4126645" y="6434644"/>
                  <a:pt x="4184039" y="6442308"/>
                  <a:pt x="4184039" y="6442308"/>
                </a:cubicBezTo>
                <a:lnTo>
                  <a:pt x="4177716" y="6392383"/>
                </a:lnTo>
                <a:lnTo>
                  <a:pt x="4216466" y="6365883"/>
                </a:lnTo>
                <a:close/>
                <a:moveTo>
                  <a:pt x="4123781" y="6286057"/>
                </a:moveTo>
                <a:lnTo>
                  <a:pt x="4064008" y="6364965"/>
                </a:lnTo>
                <a:lnTo>
                  <a:pt x="4091408" y="6364965"/>
                </a:lnTo>
                <a:lnTo>
                  <a:pt x="4133671" y="6292318"/>
                </a:lnTo>
                <a:close/>
                <a:moveTo>
                  <a:pt x="4269664" y="6265094"/>
                </a:moveTo>
                <a:cubicBezTo>
                  <a:pt x="4247812" y="6265089"/>
                  <a:pt x="4222330" y="6270055"/>
                  <a:pt x="4193227" y="6283305"/>
                </a:cubicBezTo>
                <a:lnTo>
                  <a:pt x="4239164" y="6347532"/>
                </a:lnTo>
                <a:lnTo>
                  <a:pt x="4271861" y="6334363"/>
                </a:lnTo>
                <a:lnTo>
                  <a:pt x="4304288" y="6359838"/>
                </a:lnTo>
                <a:lnTo>
                  <a:pt x="4368114" y="6309859"/>
                </a:lnTo>
                <a:cubicBezTo>
                  <a:pt x="4368114" y="6309859"/>
                  <a:pt x="4335221" y="6265110"/>
                  <a:pt x="4269664" y="6265094"/>
                </a:cubicBezTo>
                <a:close/>
                <a:moveTo>
                  <a:pt x="4338227" y="6249680"/>
                </a:moveTo>
                <a:lnTo>
                  <a:pt x="4329040" y="6265062"/>
                </a:lnTo>
                <a:lnTo>
                  <a:pt x="4383516" y="6298579"/>
                </a:lnTo>
                <a:lnTo>
                  <a:pt x="4413781" y="6277476"/>
                </a:lnTo>
                <a:close/>
                <a:moveTo>
                  <a:pt x="4657628" y="6248492"/>
                </a:moveTo>
                <a:cubicBezTo>
                  <a:pt x="4622764" y="6249021"/>
                  <a:pt x="4588774" y="6259468"/>
                  <a:pt x="4559646" y="6278609"/>
                </a:cubicBezTo>
                <a:lnTo>
                  <a:pt x="4568779" y="6320545"/>
                </a:lnTo>
                <a:cubicBezTo>
                  <a:pt x="4593261" y="6304030"/>
                  <a:pt x="4626066" y="6291508"/>
                  <a:pt x="4653088" y="6291508"/>
                </a:cubicBezTo>
                <a:cubicBezTo>
                  <a:pt x="4695242" y="6291508"/>
                  <a:pt x="4711780" y="6308779"/>
                  <a:pt x="4711780" y="6350878"/>
                </a:cubicBezTo>
                <a:lnTo>
                  <a:pt x="4711780" y="6358272"/>
                </a:lnTo>
                <a:cubicBezTo>
                  <a:pt x="4589856" y="6363993"/>
                  <a:pt x="4556241" y="6404958"/>
                  <a:pt x="4556241" y="6451591"/>
                </a:cubicBezTo>
                <a:cubicBezTo>
                  <a:pt x="4556241" y="6493743"/>
                  <a:pt x="4590397" y="6526127"/>
                  <a:pt x="4639415" y="6526127"/>
                </a:cubicBezTo>
                <a:cubicBezTo>
                  <a:pt x="4667302" y="6526127"/>
                  <a:pt x="4691243" y="6513065"/>
                  <a:pt x="4711185" y="6489749"/>
                </a:cubicBezTo>
                <a:lnTo>
                  <a:pt x="4713455" y="6489749"/>
                </a:lnTo>
                <a:cubicBezTo>
                  <a:pt x="4720319" y="6512472"/>
                  <a:pt x="4739126" y="6527260"/>
                  <a:pt x="4781281" y="6523860"/>
                </a:cubicBezTo>
                <a:lnTo>
                  <a:pt x="4784145" y="6484622"/>
                </a:lnTo>
                <a:cubicBezTo>
                  <a:pt x="4761338" y="6484622"/>
                  <a:pt x="4758474" y="6480574"/>
                  <a:pt x="4758474" y="6458985"/>
                </a:cubicBezTo>
                <a:lnTo>
                  <a:pt x="4758474" y="6349744"/>
                </a:lnTo>
                <a:cubicBezTo>
                  <a:pt x="4759609" y="6278609"/>
                  <a:pt x="4728317" y="6248492"/>
                  <a:pt x="4657628" y="6248492"/>
                </a:cubicBezTo>
                <a:close/>
                <a:moveTo>
                  <a:pt x="5174992" y="6248276"/>
                </a:moveTo>
                <a:cubicBezTo>
                  <a:pt x="5140112" y="6248797"/>
                  <a:pt x="5106102" y="6259245"/>
                  <a:pt x="5076956" y="6278393"/>
                </a:cubicBezTo>
                <a:lnTo>
                  <a:pt x="5086089" y="6320545"/>
                </a:lnTo>
                <a:cubicBezTo>
                  <a:pt x="5110571" y="6304030"/>
                  <a:pt x="5143376" y="6291508"/>
                  <a:pt x="5170398" y="6291508"/>
                </a:cubicBezTo>
                <a:cubicBezTo>
                  <a:pt x="5212552" y="6291508"/>
                  <a:pt x="5229090" y="6308779"/>
                  <a:pt x="5229090" y="6350878"/>
                </a:cubicBezTo>
                <a:lnTo>
                  <a:pt x="5229090" y="6358272"/>
                </a:lnTo>
                <a:cubicBezTo>
                  <a:pt x="5107166" y="6363993"/>
                  <a:pt x="5073551" y="6404958"/>
                  <a:pt x="5073551" y="6451591"/>
                </a:cubicBezTo>
                <a:cubicBezTo>
                  <a:pt x="5073551" y="6493743"/>
                  <a:pt x="5107761" y="6526127"/>
                  <a:pt x="5156725" y="6526127"/>
                </a:cubicBezTo>
                <a:cubicBezTo>
                  <a:pt x="5184666" y="6526127"/>
                  <a:pt x="5208607" y="6513065"/>
                  <a:pt x="5228549" y="6489749"/>
                </a:cubicBezTo>
                <a:lnTo>
                  <a:pt x="5230819" y="6489749"/>
                </a:lnTo>
                <a:cubicBezTo>
                  <a:pt x="5237629" y="6512472"/>
                  <a:pt x="5256436" y="6527260"/>
                  <a:pt x="5298645" y="6523860"/>
                </a:cubicBezTo>
                <a:lnTo>
                  <a:pt x="5301455" y="6484622"/>
                </a:lnTo>
                <a:cubicBezTo>
                  <a:pt x="5278702" y="6484622"/>
                  <a:pt x="5275838" y="6480574"/>
                  <a:pt x="5275838" y="6458985"/>
                </a:cubicBezTo>
                <a:lnTo>
                  <a:pt x="5275838" y="6349528"/>
                </a:lnTo>
                <a:cubicBezTo>
                  <a:pt x="5276973" y="6278393"/>
                  <a:pt x="5245627" y="6248276"/>
                  <a:pt x="5174992" y="6248276"/>
                </a:cubicBezTo>
                <a:close/>
                <a:moveTo>
                  <a:pt x="4924011" y="6240450"/>
                </a:moveTo>
                <a:cubicBezTo>
                  <a:pt x="4886602" y="6240399"/>
                  <a:pt x="4850322" y="6253270"/>
                  <a:pt x="4821327" y="6276882"/>
                </a:cubicBezTo>
                <a:lnTo>
                  <a:pt x="4837865" y="6316713"/>
                </a:lnTo>
                <a:cubicBezTo>
                  <a:pt x="4864887" y="6296851"/>
                  <a:pt x="4890450" y="6284330"/>
                  <a:pt x="4918931" y="6284330"/>
                </a:cubicBezTo>
                <a:cubicBezTo>
                  <a:pt x="4953033" y="6284330"/>
                  <a:pt x="4972975" y="6303112"/>
                  <a:pt x="4972975" y="6329289"/>
                </a:cubicBezTo>
                <a:cubicBezTo>
                  <a:pt x="4972975" y="6373654"/>
                  <a:pt x="4900610" y="6417858"/>
                  <a:pt x="4820841" y="6477228"/>
                </a:cubicBezTo>
                <a:lnTo>
                  <a:pt x="4820841" y="6517869"/>
                </a:lnTo>
                <a:lnTo>
                  <a:pt x="5035072" y="6517869"/>
                </a:lnTo>
                <a:lnTo>
                  <a:pt x="5035072" y="6473180"/>
                </a:lnTo>
                <a:lnTo>
                  <a:pt x="4892071" y="6473180"/>
                </a:lnTo>
                <a:cubicBezTo>
                  <a:pt x="4966166" y="6419693"/>
                  <a:pt x="5022588" y="6385528"/>
                  <a:pt x="5022588" y="6323514"/>
                </a:cubicBezTo>
                <a:cubicBezTo>
                  <a:pt x="5022588" y="6273427"/>
                  <a:pt x="4982109" y="6240450"/>
                  <a:pt x="4924011" y="6240450"/>
                </a:cubicBezTo>
                <a:close/>
                <a:moveTo>
                  <a:pt x="4274077" y="6226418"/>
                </a:moveTo>
                <a:lnTo>
                  <a:pt x="4174690" y="6243905"/>
                </a:lnTo>
                <a:lnTo>
                  <a:pt x="4184850" y="6261392"/>
                </a:lnTo>
                <a:lnTo>
                  <a:pt x="4277428" y="6243905"/>
                </a:lnTo>
                <a:lnTo>
                  <a:pt x="4300234" y="6249302"/>
                </a:lnTo>
                <a:lnTo>
                  <a:pt x="4305855" y="6232247"/>
                </a:lnTo>
                <a:close/>
                <a:moveTo>
                  <a:pt x="0" y="0"/>
                </a:moveTo>
                <a:lnTo>
                  <a:pt x="5988050" y="0"/>
                </a:lnTo>
                <a:lnTo>
                  <a:pt x="5988050" y="6857998"/>
                </a:lnTo>
                <a:lnTo>
                  <a:pt x="0" y="6857998"/>
                </a:ln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  <a:ln w="6350"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buNone/>
              <a:defRPr lang="de-DE" cap="all" dirty="0"/>
            </a:lvl1pPr>
          </a:lstStyle>
          <a:p>
            <a:pPr marL="254058" lvl="0" indent="-254058" algn="ctr"/>
            <a:r>
              <a:rPr lang="de-DE"/>
              <a:t>Foto</a:t>
            </a:r>
          </a:p>
        </p:txBody>
      </p:sp>
      <p:sp>
        <p:nvSpPr>
          <p:cNvPr id="30" name="Textplatzhalter 5">
            <a:extLst>
              <a:ext uri="{FF2B5EF4-FFF2-40B4-BE49-F238E27FC236}">
                <a16:creationId xmlns:a16="http://schemas.microsoft.com/office/drawing/2014/main" id="{093E7419-2678-4540-911C-8C77D5226DC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19563" y="1532401"/>
            <a:ext cx="5226340" cy="301557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>
            <a:lvl1pPr marL="0" indent="0">
              <a:lnSpc>
                <a:spcPct val="120000"/>
              </a:lnSpc>
              <a:spcAft>
                <a:spcPts val="600"/>
              </a:spcAft>
              <a:buNone/>
              <a:defRPr lang="de-DE" sz="1800" dirty="0"/>
            </a:lvl1pPr>
            <a:lvl2pPr>
              <a:defRPr lang="de-DE" dirty="0"/>
            </a:lvl2pPr>
            <a:lvl3pPr>
              <a:defRPr lang="de-DE" dirty="0"/>
            </a:lvl3pPr>
            <a:lvl4pPr>
              <a:defRPr lang="de-DE" dirty="0"/>
            </a:lvl4pPr>
            <a:lvl5pPr>
              <a:defRPr lang="de-DE" dirty="0"/>
            </a:lvl5pPr>
          </a:lstStyle>
          <a:p>
            <a:pPr lvl="0"/>
            <a:r>
              <a:rPr lang="de-DE" err="1"/>
              <a:t>Testo</a:t>
            </a:r>
            <a:r>
              <a:rPr lang="de-DE"/>
              <a:t>, 18pt</a:t>
            </a:r>
          </a:p>
        </p:txBody>
      </p:sp>
      <p:sp>
        <p:nvSpPr>
          <p:cNvPr id="8" name="Segnaposto numero diapositiva 5">
            <a:extLst>
              <a:ext uri="{FF2B5EF4-FFF2-40B4-BE49-F238E27FC236}">
                <a16:creationId xmlns:a16="http://schemas.microsoft.com/office/drawing/2014/main" id="{FB399216-7536-8943-84A1-3D82F4FA2170}"/>
              </a:ext>
            </a:extLst>
          </p:cNvPr>
          <p:cNvSpPr txBox="1">
            <a:spLocks/>
          </p:cNvSpPr>
          <p:nvPr userDrawn="1"/>
        </p:nvSpPr>
        <p:spPr>
          <a:xfrm>
            <a:off x="11718170" y="3313413"/>
            <a:ext cx="472888" cy="231173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 marL="0" algn="ctr" defTabSz="914400" rtl="0" eaLnBrk="1" latinLnBrk="0" hangingPunct="1">
              <a:defRPr lang="en-GB" sz="1000" b="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9170"/>
            <a:fld id="{B9D7DBFB-DCE9-42BC-A361-A0671D12ADFC}" type="slidenum">
              <a:rPr lang="it-IT" sz="1400" b="1" i="0" baseline="0" smtClean="0">
                <a:latin typeface="Segoe UI "/>
              </a:rPr>
              <a:pPr defTabSz="1219170"/>
              <a:t>‹N›</a:t>
            </a:fld>
            <a:endParaRPr lang="it-IT" sz="1400" b="1" i="0" baseline="0">
              <a:latin typeface="Segoe UI "/>
            </a:endParaRPr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C24C88DA-1CCC-5049-885A-5B17FB455B83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18523" y="409465"/>
            <a:ext cx="11089875" cy="454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6800" rIns="90000" bIns="46800" numCol="1" anchor="b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it-IT"/>
              <a:t>Titolo SEGOE </a:t>
            </a:r>
            <a:r>
              <a:rPr lang="it-IT" err="1"/>
              <a:t>Ui</a:t>
            </a:r>
            <a:r>
              <a:rPr lang="it-IT"/>
              <a:t> 26pt </a:t>
            </a:r>
          </a:p>
        </p:txBody>
      </p:sp>
      <p:sp>
        <p:nvSpPr>
          <p:cNvPr id="13" name="Segnaposto contenuto 3">
            <a:extLst>
              <a:ext uri="{FF2B5EF4-FFF2-40B4-BE49-F238E27FC236}">
                <a16:creationId xmlns:a16="http://schemas.microsoft.com/office/drawing/2014/main" id="{10EE192E-D0E4-5F4A-B4AE-206ACB960226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421548" y="912709"/>
            <a:ext cx="11089875" cy="301557"/>
          </a:xfrm>
        </p:spPr>
        <p:txBody>
          <a:bodyPr>
            <a:spAutoFit/>
          </a:bodyPr>
          <a:lstStyle>
            <a:lvl1pPr>
              <a:defRPr b="1"/>
            </a:lvl1pPr>
          </a:lstStyle>
          <a:p>
            <a:r>
              <a:rPr lang="x-none" sz="1800"/>
              <a:t>Sottotitolo Segoe UI 18pt</a:t>
            </a:r>
          </a:p>
        </p:txBody>
      </p:sp>
    </p:spTree>
    <p:extLst>
      <p:ext uri="{BB962C8B-B14F-4D97-AF65-F5344CB8AC3E}">
        <p14:creationId xmlns:p14="http://schemas.microsoft.com/office/powerpoint/2010/main" val="67684705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zza pagina testo+grafici/schem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extplatzhalter 3">
            <a:extLst>
              <a:ext uri="{FF2B5EF4-FFF2-40B4-BE49-F238E27FC236}">
                <a16:creationId xmlns:a16="http://schemas.microsoft.com/office/drawing/2014/main" id="{9AB4212A-2E4F-42A2-922A-67F8EC98A1C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203949" y="1538865"/>
            <a:ext cx="5292725" cy="335028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>
            <a:lvl1pPr marL="0" indent="0">
              <a:spcAft>
                <a:spcPts val="600"/>
              </a:spcAft>
              <a:buNone/>
              <a:defRPr>
                <a:solidFill>
                  <a:schemeClr val="bg1"/>
                </a:solidFill>
              </a:defRPr>
            </a:lvl1pPr>
            <a:lvl2pPr marL="252546" indent="0">
              <a:buNone/>
              <a:defRPr/>
            </a:lvl2pPr>
            <a:lvl3pPr marL="514165" indent="0">
              <a:buNone/>
              <a:defRPr/>
            </a:lvl3pPr>
            <a:lvl4pPr marL="766712" indent="0">
              <a:buNone/>
              <a:defRPr/>
            </a:lvl4pPr>
            <a:lvl5pPr marL="1028331" indent="0">
              <a:buNone/>
              <a:defRPr/>
            </a:lvl5pPr>
          </a:lstStyle>
          <a:p>
            <a:pPr marL="252547" lvl="0" indent="-252547"/>
            <a:r>
              <a:rPr lang="de-DE" err="1"/>
              <a:t>Corpo</a:t>
            </a:r>
            <a:r>
              <a:rPr lang="de-DE"/>
              <a:t> del </a:t>
            </a:r>
            <a:r>
              <a:rPr lang="de-DE" err="1"/>
              <a:t>testo</a:t>
            </a:r>
            <a:r>
              <a:rPr lang="de-DE"/>
              <a:t>, 20pt</a:t>
            </a:r>
          </a:p>
        </p:txBody>
      </p:sp>
      <p:sp>
        <p:nvSpPr>
          <p:cNvPr id="11" name="Textplatzhalter 5">
            <a:extLst>
              <a:ext uri="{FF2B5EF4-FFF2-40B4-BE49-F238E27FC236}">
                <a16:creationId xmlns:a16="http://schemas.microsoft.com/office/drawing/2014/main" id="{CF16CEA5-6E47-A44C-9312-52406BD2CBC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24646" y="1532548"/>
            <a:ext cx="5214618" cy="301557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>
            <a:lvl1pPr marL="0" indent="0">
              <a:lnSpc>
                <a:spcPct val="120000"/>
              </a:lnSpc>
              <a:spcAft>
                <a:spcPts val="600"/>
              </a:spcAft>
              <a:buNone/>
              <a:defRPr lang="de-DE" sz="1800" dirty="0"/>
            </a:lvl1pPr>
            <a:lvl2pPr>
              <a:defRPr lang="de-DE" dirty="0"/>
            </a:lvl2pPr>
            <a:lvl3pPr>
              <a:defRPr lang="de-DE" dirty="0"/>
            </a:lvl3pPr>
            <a:lvl4pPr>
              <a:defRPr lang="de-DE" dirty="0"/>
            </a:lvl4pPr>
            <a:lvl5pPr>
              <a:defRPr lang="de-DE" dirty="0"/>
            </a:lvl5pPr>
          </a:lstStyle>
          <a:p>
            <a:pPr lvl="0"/>
            <a:r>
              <a:rPr lang="de-DE" err="1"/>
              <a:t>Testo</a:t>
            </a:r>
            <a:r>
              <a:rPr lang="de-DE"/>
              <a:t>, 18pt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837B888D-2F29-F44A-9D65-F8BEE76B8FB4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18523" y="409465"/>
            <a:ext cx="11089875" cy="454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6800" rIns="90000" bIns="46800" numCol="1" anchor="b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it-IT"/>
              <a:t>Titolo SEGOE </a:t>
            </a:r>
            <a:r>
              <a:rPr lang="it-IT" err="1"/>
              <a:t>Ui</a:t>
            </a:r>
            <a:r>
              <a:rPr lang="it-IT"/>
              <a:t> 26pt </a:t>
            </a:r>
          </a:p>
        </p:txBody>
      </p:sp>
      <p:sp>
        <p:nvSpPr>
          <p:cNvPr id="8" name="Segnaposto contenuto 3">
            <a:extLst>
              <a:ext uri="{FF2B5EF4-FFF2-40B4-BE49-F238E27FC236}">
                <a16:creationId xmlns:a16="http://schemas.microsoft.com/office/drawing/2014/main" id="{70A662A9-8BFF-9A4D-84C4-1381CD2E4863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421548" y="912709"/>
            <a:ext cx="11089875" cy="301557"/>
          </a:xfrm>
        </p:spPr>
        <p:txBody>
          <a:bodyPr>
            <a:spAutoFit/>
          </a:bodyPr>
          <a:lstStyle>
            <a:lvl1pPr>
              <a:defRPr b="1"/>
            </a:lvl1pPr>
          </a:lstStyle>
          <a:p>
            <a:r>
              <a:rPr lang="x-none" sz="1800"/>
              <a:t>Sottotitolo Segoe UI 18pt</a:t>
            </a:r>
          </a:p>
        </p:txBody>
      </p:sp>
    </p:spTree>
    <p:extLst>
      <p:ext uri="{BB962C8B-B14F-4D97-AF65-F5344CB8AC3E}">
        <p14:creationId xmlns:p14="http://schemas.microsoft.com/office/powerpoint/2010/main" val="3405354788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fi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iagrammplatzhalter 12">
            <a:extLst>
              <a:ext uri="{FF2B5EF4-FFF2-40B4-BE49-F238E27FC236}">
                <a16:creationId xmlns:a16="http://schemas.microsoft.com/office/drawing/2014/main" id="{E8D93C44-2348-44F2-851C-8F45D1EC4C22}"/>
              </a:ext>
            </a:extLst>
          </p:cNvPr>
          <p:cNvSpPr>
            <a:spLocks noGrp="1"/>
          </p:cNvSpPr>
          <p:nvPr>
            <p:ph type="chart" sz="quarter" idx="11" hasCustomPrompt="1"/>
          </p:nvPr>
        </p:nvSpPr>
        <p:spPr>
          <a:xfrm>
            <a:off x="442912" y="1517039"/>
            <a:ext cx="11053763" cy="450434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spcAft>
                <a:spcPts val="1143"/>
              </a:spcAft>
              <a:buNone/>
              <a:defRPr sz="1905" baseline="0">
                <a:solidFill>
                  <a:schemeClr val="tx2"/>
                </a:solidFill>
              </a:defRPr>
            </a:lvl1pPr>
          </a:lstStyle>
          <a:p>
            <a:r>
              <a:rPr lang="de-DE" err="1"/>
              <a:t>Grafico</a:t>
            </a:r>
            <a:endParaRPr lang="de-DE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4003F583-08C9-EC40-867B-D651C312A024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18523" y="409465"/>
            <a:ext cx="11089875" cy="454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6800" rIns="90000" bIns="46800" numCol="1" anchor="b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it-IT"/>
              <a:t>Titolo SEGOE </a:t>
            </a:r>
            <a:r>
              <a:rPr lang="it-IT" err="1"/>
              <a:t>Ui</a:t>
            </a:r>
            <a:r>
              <a:rPr lang="it-IT"/>
              <a:t> 26pt </a:t>
            </a:r>
          </a:p>
        </p:txBody>
      </p:sp>
      <p:sp>
        <p:nvSpPr>
          <p:cNvPr id="7" name="Segnaposto contenuto 3">
            <a:extLst>
              <a:ext uri="{FF2B5EF4-FFF2-40B4-BE49-F238E27FC236}">
                <a16:creationId xmlns:a16="http://schemas.microsoft.com/office/drawing/2014/main" id="{651F3D53-B8C7-B34A-8A8E-47DBCB667AD9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421548" y="912709"/>
            <a:ext cx="11089875" cy="301557"/>
          </a:xfrm>
        </p:spPr>
        <p:txBody>
          <a:bodyPr>
            <a:spAutoFit/>
          </a:bodyPr>
          <a:lstStyle>
            <a:lvl1pPr>
              <a:defRPr b="1"/>
            </a:lvl1pPr>
          </a:lstStyle>
          <a:p>
            <a:r>
              <a:rPr lang="x-none" sz="1800"/>
              <a:t>Sottotitolo Segoe UI 18pt</a:t>
            </a:r>
          </a:p>
        </p:txBody>
      </p:sp>
    </p:spTree>
    <p:extLst>
      <p:ext uri="{BB962C8B-B14F-4D97-AF65-F5344CB8AC3E}">
        <p14:creationId xmlns:p14="http://schemas.microsoft.com/office/powerpoint/2010/main" val="4185999035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ultime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egnaposto contenuto 2">
            <a:extLst>
              <a:ext uri="{FF2B5EF4-FFF2-40B4-BE49-F238E27FC236}">
                <a16:creationId xmlns:a16="http://schemas.microsoft.com/office/drawing/2014/main" id="{A8BA127F-2783-2D40-A022-C55653E7FE8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9091" y="1520824"/>
            <a:ext cx="11089307" cy="4500563"/>
          </a:xfrm>
          <a:prstGeom prst="rect">
            <a:avLst/>
          </a:prstGeom>
        </p:spPr>
        <p:txBody>
          <a:bodyPr vert="horz" lIns="0" tIns="45720" rIns="91440" bIns="45720" rtlCol="0">
            <a:normAutofit/>
          </a:bodyPr>
          <a:lstStyle>
            <a:lvl1pPr>
              <a:spcBef>
                <a:spcPts val="1200"/>
              </a:spcBef>
              <a:defRPr lang="it-IT" sz="1800" smtClean="0">
                <a:solidFill>
                  <a:schemeClr val="tx1"/>
                </a:solidFill>
              </a:defRPr>
            </a:lvl1pPr>
            <a:lvl2pPr>
              <a:defRPr lang="it-IT" smtClean="0"/>
            </a:lvl2pPr>
            <a:lvl3pPr>
              <a:defRPr lang="it-IT" smtClean="0"/>
            </a:lvl3pPr>
            <a:lvl4pPr>
              <a:defRPr lang="it-IT" smtClean="0"/>
            </a:lvl4pPr>
            <a:lvl5pPr>
              <a:defRPr lang="it-IT"/>
            </a:lvl5pPr>
          </a:lstStyle>
          <a:p>
            <a:pPr lvl="0"/>
            <a:r>
              <a:rPr lang="it-IT"/>
              <a:t>Contenuto multimediale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09535717-92D5-FB44-B2B5-A64584E55014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18523" y="409465"/>
            <a:ext cx="11089875" cy="454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6800" rIns="90000" bIns="46800" numCol="1" anchor="b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it-IT"/>
              <a:t>Titolo SEGOE </a:t>
            </a:r>
            <a:r>
              <a:rPr lang="it-IT" err="1"/>
              <a:t>Ui</a:t>
            </a:r>
            <a:r>
              <a:rPr lang="it-IT"/>
              <a:t> 26pt </a:t>
            </a:r>
          </a:p>
        </p:txBody>
      </p:sp>
      <p:sp>
        <p:nvSpPr>
          <p:cNvPr id="8" name="Segnaposto contenuto 3">
            <a:extLst>
              <a:ext uri="{FF2B5EF4-FFF2-40B4-BE49-F238E27FC236}">
                <a16:creationId xmlns:a16="http://schemas.microsoft.com/office/drawing/2014/main" id="{DA76FE50-A40D-8A4C-B7F1-EB4ED86AD8EB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421548" y="912709"/>
            <a:ext cx="11089875" cy="301557"/>
          </a:xfrm>
        </p:spPr>
        <p:txBody>
          <a:bodyPr>
            <a:spAutoFit/>
          </a:bodyPr>
          <a:lstStyle>
            <a:lvl1pPr>
              <a:defRPr b="1"/>
            </a:lvl1pPr>
          </a:lstStyle>
          <a:p>
            <a:r>
              <a:rPr lang="x-none" sz="1800"/>
              <a:t>Sottotitolo Segoe UI 18pt</a:t>
            </a:r>
          </a:p>
        </p:txBody>
      </p:sp>
    </p:spTree>
    <p:extLst>
      <p:ext uri="{BB962C8B-B14F-4D97-AF65-F5344CB8AC3E}">
        <p14:creationId xmlns:p14="http://schemas.microsoft.com/office/powerpoint/2010/main" val="955801426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ultimedia + 2 te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Inhaltsplatzhalter 4">
            <a:extLst>
              <a:ext uri="{FF2B5EF4-FFF2-40B4-BE49-F238E27FC236}">
                <a16:creationId xmlns:a16="http://schemas.microsoft.com/office/drawing/2014/main" id="{4B226273-F344-41EE-99D0-2BC7EB2267F8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19467" y="1528763"/>
            <a:ext cx="11077207" cy="346399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r>
              <a:rPr lang="de-DE" err="1"/>
              <a:t>Corpo</a:t>
            </a:r>
            <a:r>
              <a:rPr lang="de-DE"/>
              <a:t> del </a:t>
            </a:r>
            <a:r>
              <a:rPr lang="de-DE" err="1"/>
              <a:t>testo</a:t>
            </a:r>
            <a:r>
              <a:rPr lang="de-DE"/>
              <a:t>, 18pt</a:t>
            </a:r>
          </a:p>
        </p:txBody>
      </p:sp>
      <p:sp>
        <p:nvSpPr>
          <p:cNvPr id="7" name="Textplatzhalter 11">
            <a:extLst>
              <a:ext uri="{FF2B5EF4-FFF2-40B4-BE49-F238E27FC236}">
                <a16:creationId xmlns:a16="http://schemas.microsoft.com/office/drawing/2014/main" id="{EEB6053C-CF46-44BE-90A9-65ECF542846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12933" y="5222405"/>
            <a:ext cx="5214755" cy="276999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800">
                <a:solidFill>
                  <a:schemeClr val="tx2"/>
                </a:solidFill>
              </a:defRPr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de-DE" err="1"/>
              <a:t>Corpo</a:t>
            </a:r>
            <a:r>
              <a:rPr lang="de-DE"/>
              <a:t> del </a:t>
            </a:r>
            <a:r>
              <a:rPr lang="de-DE" err="1"/>
              <a:t>testo</a:t>
            </a:r>
            <a:r>
              <a:rPr lang="de-DE"/>
              <a:t>, 18pt</a:t>
            </a:r>
          </a:p>
        </p:txBody>
      </p:sp>
      <p:sp>
        <p:nvSpPr>
          <p:cNvPr id="8" name="Textplatzhalter 11">
            <a:extLst>
              <a:ext uri="{FF2B5EF4-FFF2-40B4-BE49-F238E27FC236}">
                <a16:creationId xmlns:a16="http://schemas.microsoft.com/office/drawing/2014/main" id="{9E9925A0-31C4-40C3-84C7-43A683B2370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203949" y="5214857"/>
            <a:ext cx="5292725" cy="276999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800">
                <a:solidFill>
                  <a:schemeClr val="tx2"/>
                </a:solidFill>
              </a:defRPr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de-DE" err="1"/>
              <a:t>Corpo</a:t>
            </a:r>
            <a:r>
              <a:rPr lang="de-DE"/>
              <a:t> del </a:t>
            </a:r>
            <a:r>
              <a:rPr lang="de-DE" err="1"/>
              <a:t>testo</a:t>
            </a:r>
            <a:r>
              <a:rPr lang="de-DE"/>
              <a:t>, 18pt</a:t>
            </a: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FD54DB31-C785-044A-8A38-3F68DD1F2B3B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18523" y="409465"/>
            <a:ext cx="11089875" cy="454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6800" rIns="90000" bIns="46800" numCol="1" anchor="b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it-IT"/>
              <a:t>Titolo SEGOE </a:t>
            </a:r>
            <a:r>
              <a:rPr lang="it-IT" err="1"/>
              <a:t>Ui</a:t>
            </a:r>
            <a:r>
              <a:rPr lang="it-IT"/>
              <a:t> 26pt </a:t>
            </a:r>
          </a:p>
        </p:txBody>
      </p:sp>
      <p:sp>
        <p:nvSpPr>
          <p:cNvPr id="12" name="Segnaposto contenuto 3">
            <a:extLst>
              <a:ext uri="{FF2B5EF4-FFF2-40B4-BE49-F238E27FC236}">
                <a16:creationId xmlns:a16="http://schemas.microsoft.com/office/drawing/2014/main" id="{82ED4D53-1906-904A-AFE2-0BAFA5316B20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421548" y="912709"/>
            <a:ext cx="11089875" cy="301557"/>
          </a:xfrm>
        </p:spPr>
        <p:txBody>
          <a:bodyPr>
            <a:spAutoFit/>
          </a:bodyPr>
          <a:lstStyle>
            <a:lvl1pPr>
              <a:defRPr b="1"/>
            </a:lvl1pPr>
          </a:lstStyle>
          <a:p>
            <a:r>
              <a:rPr lang="x-none" sz="1800"/>
              <a:t>Sottotitolo Segoe UI 18pt</a:t>
            </a:r>
          </a:p>
        </p:txBody>
      </p:sp>
    </p:spTree>
    <p:extLst>
      <p:ext uri="{BB962C8B-B14F-4D97-AF65-F5344CB8AC3E}">
        <p14:creationId xmlns:p14="http://schemas.microsoft.com/office/powerpoint/2010/main" val="198625872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grafi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Diagrammplatzhalter 12"/>
          <p:cNvSpPr>
            <a:spLocks noGrp="1"/>
          </p:cNvSpPr>
          <p:nvPr>
            <p:ph type="chart" sz="quarter" idx="17" hasCustomPrompt="1"/>
          </p:nvPr>
        </p:nvSpPr>
        <p:spPr>
          <a:xfrm>
            <a:off x="6203949" y="2453665"/>
            <a:ext cx="5292725" cy="356772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spcAft>
                <a:spcPts val="1143"/>
              </a:spcAft>
              <a:buNone/>
              <a:defRPr sz="1905">
                <a:solidFill>
                  <a:schemeClr val="tx2"/>
                </a:solidFill>
              </a:defRPr>
            </a:lvl1pPr>
          </a:lstStyle>
          <a:p>
            <a:r>
              <a:rPr lang="de-DE" err="1"/>
              <a:t>Grafico</a:t>
            </a:r>
            <a:endParaRPr lang="de-DE"/>
          </a:p>
        </p:txBody>
      </p:sp>
      <p:sp>
        <p:nvSpPr>
          <p:cNvPr id="21" name="Diagrammplatzhalter 12"/>
          <p:cNvSpPr>
            <a:spLocks noGrp="1"/>
          </p:cNvSpPr>
          <p:nvPr>
            <p:ph type="chart" sz="quarter" idx="11" hasCustomPrompt="1"/>
          </p:nvPr>
        </p:nvSpPr>
        <p:spPr>
          <a:xfrm>
            <a:off x="442913" y="2453665"/>
            <a:ext cx="5184775" cy="356772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spcAft>
                <a:spcPts val="1143"/>
              </a:spcAft>
              <a:buNone/>
              <a:defRPr sz="1905">
                <a:solidFill>
                  <a:schemeClr val="tx2"/>
                </a:solidFill>
              </a:defRPr>
            </a:lvl1pPr>
          </a:lstStyle>
          <a:p>
            <a:r>
              <a:rPr lang="de-DE" err="1"/>
              <a:t>Grafico</a:t>
            </a:r>
            <a:endParaRPr lang="de-DE"/>
          </a:p>
        </p:txBody>
      </p:sp>
      <p:sp>
        <p:nvSpPr>
          <p:cNvPr id="9" name="Textplatzhalter 5">
            <a:extLst>
              <a:ext uri="{FF2B5EF4-FFF2-40B4-BE49-F238E27FC236}">
                <a16:creationId xmlns:a16="http://schemas.microsoft.com/office/drawing/2014/main" id="{3C640ECA-70EE-F847-9CB9-5C37C390924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42913" y="1532028"/>
            <a:ext cx="5184775" cy="276999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lang="de-DE" sz="1800" b="1" dirty="0"/>
            </a:lvl1pPr>
            <a:lvl2pPr>
              <a:defRPr lang="de-DE" dirty="0"/>
            </a:lvl2pPr>
            <a:lvl3pPr>
              <a:defRPr lang="de-DE" dirty="0"/>
            </a:lvl3pPr>
            <a:lvl4pPr>
              <a:defRPr lang="de-DE" dirty="0"/>
            </a:lvl4pPr>
            <a:lvl5pPr>
              <a:defRPr lang="de-DE" dirty="0"/>
            </a:lvl5pPr>
          </a:lstStyle>
          <a:p>
            <a:pPr lvl="0"/>
            <a:r>
              <a:rPr lang="de-DE" err="1"/>
              <a:t>Titolo</a:t>
            </a:r>
            <a:r>
              <a:rPr lang="de-DE"/>
              <a:t>, 18pt</a:t>
            </a:r>
          </a:p>
        </p:txBody>
      </p:sp>
      <p:sp>
        <p:nvSpPr>
          <p:cNvPr id="10" name="Textplatzhalter 5">
            <a:extLst>
              <a:ext uri="{FF2B5EF4-FFF2-40B4-BE49-F238E27FC236}">
                <a16:creationId xmlns:a16="http://schemas.microsoft.com/office/drawing/2014/main" id="{4BC9D79D-0F54-F844-BBAB-D87104A7CBB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03949" y="1532028"/>
            <a:ext cx="5292725" cy="276999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lang="de-DE" sz="1800" b="1" dirty="0"/>
            </a:lvl1pPr>
            <a:lvl2pPr>
              <a:defRPr lang="de-DE" dirty="0"/>
            </a:lvl2pPr>
            <a:lvl3pPr>
              <a:defRPr lang="de-DE" dirty="0"/>
            </a:lvl3pPr>
            <a:lvl4pPr>
              <a:defRPr lang="de-DE" dirty="0"/>
            </a:lvl4pPr>
            <a:lvl5pPr>
              <a:defRPr lang="de-DE" dirty="0"/>
            </a:lvl5pPr>
          </a:lstStyle>
          <a:p>
            <a:pPr lvl="0"/>
            <a:r>
              <a:rPr lang="de-DE" err="1"/>
              <a:t>Titolo</a:t>
            </a:r>
            <a:r>
              <a:rPr lang="de-DE"/>
              <a:t>, 18pt</a:t>
            </a: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EF68BAB4-8779-B24A-A60E-DE89513EE9E6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18523" y="409465"/>
            <a:ext cx="11089875" cy="454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6800" rIns="90000" bIns="46800" numCol="1" anchor="b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it-IT"/>
              <a:t>Titolo SEGOE </a:t>
            </a:r>
            <a:r>
              <a:rPr lang="it-IT" err="1"/>
              <a:t>Ui</a:t>
            </a:r>
            <a:r>
              <a:rPr lang="it-IT"/>
              <a:t> 26pt </a:t>
            </a:r>
          </a:p>
        </p:txBody>
      </p:sp>
      <p:sp>
        <p:nvSpPr>
          <p:cNvPr id="13" name="Segnaposto contenuto 3">
            <a:extLst>
              <a:ext uri="{FF2B5EF4-FFF2-40B4-BE49-F238E27FC236}">
                <a16:creationId xmlns:a16="http://schemas.microsoft.com/office/drawing/2014/main" id="{5B163E3F-A6E6-9B4B-867C-A787B55F672B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421548" y="912709"/>
            <a:ext cx="11089875" cy="301557"/>
          </a:xfrm>
        </p:spPr>
        <p:txBody>
          <a:bodyPr>
            <a:spAutoFit/>
          </a:bodyPr>
          <a:lstStyle>
            <a:lvl1pPr>
              <a:defRPr b="1"/>
            </a:lvl1pPr>
          </a:lstStyle>
          <a:p>
            <a:r>
              <a:rPr lang="x-none" sz="1800"/>
              <a:t>Sottotitolo Segoe UI 18pt</a:t>
            </a:r>
          </a:p>
        </p:txBody>
      </p:sp>
    </p:spTree>
    <p:extLst>
      <p:ext uri="{BB962C8B-B14F-4D97-AF65-F5344CB8AC3E}">
        <p14:creationId xmlns:p14="http://schemas.microsoft.com/office/powerpoint/2010/main" val="1887859370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grafici+2 box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Diagrammplatzhalter 12"/>
          <p:cNvSpPr>
            <a:spLocks noGrp="1"/>
          </p:cNvSpPr>
          <p:nvPr>
            <p:ph type="chart" sz="quarter" idx="17" hasCustomPrompt="1"/>
          </p:nvPr>
        </p:nvSpPr>
        <p:spPr>
          <a:xfrm>
            <a:off x="6203950" y="2022895"/>
            <a:ext cx="5292725" cy="316981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spcAft>
                <a:spcPts val="1143"/>
              </a:spcAft>
              <a:buNone/>
              <a:defRPr sz="1905">
                <a:solidFill>
                  <a:schemeClr val="tx2"/>
                </a:solidFill>
              </a:defRPr>
            </a:lvl1pPr>
          </a:lstStyle>
          <a:p>
            <a:r>
              <a:rPr lang="de-DE" err="1"/>
              <a:t>Grafico</a:t>
            </a:r>
            <a:endParaRPr lang="de-DE"/>
          </a:p>
        </p:txBody>
      </p:sp>
      <p:sp>
        <p:nvSpPr>
          <p:cNvPr id="21" name="Diagrammplatzhalter 12"/>
          <p:cNvSpPr>
            <a:spLocks noGrp="1"/>
          </p:cNvSpPr>
          <p:nvPr>
            <p:ph type="chart" sz="quarter" idx="11" hasCustomPrompt="1"/>
          </p:nvPr>
        </p:nvSpPr>
        <p:spPr>
          <a:xfrm>
            <a:off x="442914" y="2022895"/>
            <a:ext cx="5184774" cy="316981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spcAft>
                <a:spcPts val="1143"/>
              </a:spcAft>
              <a:buNone/>
              <a:defRPr sz="1905">
                <a:solidFill>
                  <a:schemeClr val="tx2"/>
                </a:solidFill>
              </a:defRPr>
            </a:lvl1pPr>
          </a:lstStyle>
          <a:p>
            <a:r>
              <a:rPr lang="de-DE" err="1"/>
              <a:t>Grafico</a:t>
            </a:r>
            <a:endParaRPr lang="de-DE"/>
          </a:p>
        </p:txBody>
      </p:sp>
      <p:sp>
        <p:nvSpPr>
          <p:cNvPr id="18" name="Textplatzhalter 11">
            <a:extLst>
              <a:ext uri="{FF2B5EF4-FFF2-40B4-BE49-F238E27FC236}">
                <a16:creationId xmlns:a16="http://schemas.microsoft.com/office/drawing/2014/main" id="{C94BF87A-4168-490F-978E-0E236ECF2C8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12933" y="5333389"/>
            <a:ext cx="5184774" cy="276999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800">
                <a:solidFill>
                  <a:schemeClr val="tx2"/>
                </a:solidFill>
              </a:defRPr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de-DE" err="1"/>
              <a:t>Corpo</a:t>
            </a:r>
            <a:r>
              <a:rPr lang="de-DE"/>
              <a:t> del </a:t>
            </a:r>
            <a:r>
              <a:rPr lang="de-DE" err="1"/>
              <a:t>testo</a:t>
            </a:r>
            <a:r>
              <a:rPr lang="de-DE"/>
              <a:t>, 18pt</a:t>
            </a:r>
          </a:p>
        </p:txBody>
      </p:sp>
      <p:sp>
        <p:nvSpPr>
          <p:cNvPr id="19" name="Textplatzhalter 11">
            <a:extLst>
              <a:ext uri="{FF2B5EF4-FFF2-40B4-BE49-F238E27FC236}">
                <a16:creationId xmlns:a16="http://schemas.microsoft.com/office/drawing/2014/main" id="{07EBA98E-7FB6-41CF-9066-E46C1EEF5C6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224590" y="5333390"/>
            <a:ext cx="5292725" cy="276999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800">
                <a:solidFill>
                  <a:schemeClr val="tx2"/>
                </a:solidFill>
              </a:defRPr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de-DE" err="1"/>
              <a:t>Corpo</a:t>
            </a:r>
            <a:r>
              <a:rPr lang="de-DE"/>
              <a:t> del </a:t>
            </a:r>
            <a:r>
              <a:rPr lang="de-DE" err="1"/>
              <a:t>testo</a:t>
            </a:r>
            <a:r>
              <a:rPr lang="de-DE"/>
              <a:t>, 18pt</a:t>
            </a:r>
          </a:p>
        </p:txBody>
      </p:sp>
      <p:sp>
        <p:nvSpPr>
          <p:cNvPr id="9" name="Textplatzhalter 5">
            <a:extLst>
              <a:ext uri="{FF2B5EF4-FFF2-40B4-BE49-F238E27FC236}">
                <a16:creationId xmlns:a16="http://schemas.microsoft.com/office/drawing/2014/main" id="{E38D7126-5EA2-1642-A2DF-1895460FBE9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42913" y="1532029"/>
            <a:ext cx="5184775" cy="276999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lang="de-DE" sz="1800" b="1" dirty="0"/>
            </a:lvl1pPr>
            <a:lvl2pPr>
              <a:defRPr lang="de-DE" dirty="0"/>
            </a:lvl2pPr>
            <a:lvl3pPr>
              <a:defRPr lang="de-DE" dirty="0"/>
            </a:lvl3pPr>
            <a:lvl4pPr>
              <a:defRPr lang="de-DE" dirty="0"/>
            </a:lvl4pPr>
            <a:lvl5pPr>
              <a:defRPr lang="de-DE" dirty="0"/>
            </a:lvl5pPr>
          </a:lstStyle>
          <a:p>
            <a:pPr lvl="0"/>
            <a:r>
              <a:rPr lang="de-DE" err="1"/>
              <a:t>Titolo</a:t>
            </a:r>
            <a:r>
              <a:rPr lang="de-DE"/>
              <a:t>, 18pt</a:t>
            </a:r>
          </a:p>
        </p:txBody>
      </p:sp>
      <p:sp>
        <p:nvSpPr>
          <p:cNvPr id="10" name="Textplatzhalter 5">
            <a:extLst>
              <a:ext uri="{FF2B5EF4-FFF2-40B4-BE49-F238E27FC236}">
                <a16:creationId xmlns:a16="http://schemas.microsoft.com/office/drawing/2014/main" id="{67DF5F7D-3B91-0E43-8AA1-55D3C9ED2A1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11685" y="1532029"/>
            <a:ext cx="5284989" cy="276999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lang="de-DE" sz="1800" b="1" dirty="0"/>
            </a:lvl1pPr>
            <a:lvl2pPr>
              <a:defRPr lang="de-DE" dirty="0"/>
            </a:lvl2pPr>
            <a:lvl3pPr>
              <a:defRPr lang="de-DE" dirty="0"/>
            </a:lvl3pPr>
            <a:lvl4pPr>
              <a:defRPr lang="de-DE" dirty="0"/>
            </a:lvl4pPr>
            <a:lvl5pPr>
              <a:defRPr lang="de-DE" dirty="0"/>
            </a:lvl5pPr>
          </a:lstStyle>
          <a:p>
            <a:pPr lvl="0"/>
            <a:r>
              <a:rPr lang="de-DE" err="1"/>
              <a:t>Titolo</a:t>
            </a:r>
            <a:r>
              <a:rPr lang="de-DE"/>
              <a:t>, 18pt</a:t>
            </a:r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014DB523-88EE-7B4B-90C3-53F64FD7F220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18523" y="409465"/>
            <a:ext cx="11089875" cy="454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6800" rIns="90000" bIns="46800" numCol="1" anchor="b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it-IT"/>
              <a:t>Titolo SEGOE </a:t>
            </a:r>
            <a:r>
              <a:rPr lang="it-IT" err="1"/>
              <a:t>Ui</a:t>
            </a:r>
            <a:r>
              <a:rPr lang="it-IT"/>
              <a:t> 26pt </a:t>
            </a:r>
          </a:p>
        </p:txBody>
      </p:sp>
      <p:sp>
        <p:nvSpPr>
          <p:cNvPr id="14" name="Segnaposto contenuto 3">
            <a:extLst>
              <a:ext uri="{FF2B5EF4-FFF2-40B4-BE49-F238E27FC236}">
                <a16:creationId xmlns:a16="http://schemas.microsoft.com/office/drawing/2014/main" id="{43EE7BC3-E2E5-B741-8A57-F09E42944AB8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421548" y="912709"/>
            <a:ext cx="11089875" cy="301557"/>
          </a:xfrm>
        </p:spPr>
        <p:txBody>
          <a:bodyPr>
            <a:spAutoFit/>
          </a:bodyPr>
          <a:lstStyle>
            <a:lvl1pPr>
              <a:defRPr b="1"/>
            </a:lvl1pPr>
          </a:lstStyle>
          <a:p>
            <a:r>
              <a:rPr lang="x-none" sz="1800"/>
              <a:t>Sottotitolo Segoe UI 18pt</a:t>
            </a:r>
          </a:p>
        </p:txBody>
      </p:sp>
    </p:spTree>
    <p:extLst>
      <p:ext uri="{BB962C8B-B14F-4D97-AF65-F5344CB8AC3E}">
        <p14:creationId xmlns:p14="http://schemas.microsoft.com/office/powerpoint/2010/main" val="607246663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agina bianca base nome societ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11">
            <a:extLst>
              <a:ext uri="{FF2B5EF4-FFF2-40B4-BE49-F238E27FC236}">
                <a16:creationId xmlns:a16="http://schemas.microsoft.com/office/drawing/2014/main" id="{5D62F014-13FA-0147-8E63-76756271074D}"/>
              </a:ext>
            </a:extLst>
          </p:cNvPr>
          <p:cNvSpPr>
            <a:spLocks noChangeAspect="1"/>
          </p:cNvSpPr>
          <p:nvPr userDrawn="1"/>
        </p:nvSpPr>
        <p:spPr>
          <a:xfrm>
            <a:off x="3262395" y="1515201"/>
            <a:ext cx="828675" cy="828675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anchor="ctr">
            <a:spAutoFit/>
          </a:bodyPr>
          <a:lstStyle/>
          <a:p>
            <a:pPr algn="ctr" defTabSz="121917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200" spc="-150">
              <a:solidFill>
                <a:srgbClr val="FFFFFF"/>
              </a:solidFill>
            </a:endParaRPr>
          </a:p>
        </p:txBody>
      </p:sp>
      <p:sp>
        <p:nvSpPr>
          <p:cNvPr id="5" name="Oval 13">
            <a:extLst>
              <a:ext uri="{FF2B5EF4-FFF2-40B4-BE49-F238E27FC236}">
                <a16:creationId xmlns:a16="http://schemas.microsoft.com/office/drawing/2014/main" id="{B1B663ED-8C72-B648-ADAD-27A33DD3F6F6}"/>
              </a:ext>
            </a:extLst>
          </p:cNvPr>
          <p:cNvSpPr>
            <a:spLocks noChangeAspect="1"/>
          </p:cNvSpPr>
          <p:nvPr userDrawn="1"/>
        </p:nvSpPr>
        <p:spPr>
          <a:xfrm>
            <a:off x="3262395" y="2650244"/>
            <a:ext cx="828675" cy="828675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anchor="ctr">
            <a:spAutoFit/>
          </a:bodyPr>
          <a:lstStyle/>
          <a:p>
            <a:pPr algn="ctr" defTabSz="121917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200" spc="-150">
              <a:solidFill>
                <a:srgbClr val="FFFFFF"/>
              </a:solidFill>
            </a:endParaRPr>
          </a:p>
        </p:txBody>
      </p:sp>
      <p:sp>
        <p:nvSpPr>
          <p:cNvPr id="6" name="Oval 14">
            <a:extLst>
              <a:ext uri="{FF2B5EF4-FFF2-40B4-BE49-F238E27FC236}">
                <a16:creationId xmlns:a16="http://schemas.microsoft.com/office/drawing/2014/main" id="{7BDF6651-3051-D24D-9B62-D35DAE9E791D}"/>
              </a:ext>
            </a:extLst>
          </p:cNvPr>
          <p:cNvSpPr>
            <a:spLocks noChangeAspect="1"/>
          </p:cNvSpPr>
          <p:nvPr userDrawn="1"/>
        </p:nvSpPr>
        <p:spPr>
          <a:xfrm>
            <a:off x="3262395" y="3785287"/>
            <a:ext cx="828675" cy="828675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anchor="ctr">
            <a:spAutoFit/>
          </a:bodyPr>
          <a:lstStyle/>
          <a:p>
            <a:pPr algn="ctr" defTabSz="121917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200" spc="-150">
              <a:solidFill>
                <a:srgbClr val="FFFFFF"/>
              </a:solidFill>
            </a:endParaRPr>
          </a:p>
        </p:txBody>
      </p:sp>
      <p:sp>
        <p:nvSpPr>
          <p:cNvPr id="7" name="Oval 15">
            <a:extLst>
              <a:ext uri="{FF2B5EF4-FFF2-40B4-BE49-F238E27FC236}">
                <a16:creationId xmlns:a16="http://schemas.microsoft.com/office/drawing/2014/main" id="{2ECCE3F6-5B42-BE46-96E5-A8FA5C92A706}"/>
              </a:ext>
            </a:extLst>
          </p:cNvPr>
          <p:cNvSpPr>
            <a:spLocks noChangeAspect="1"/>
          </p:cNvSpPr>
          <p:nvPr userDrawn="1"/>
        </p:nvSpPr>
        <p:spPr>
          <a:xfrm>
            <a:off x="3262395" y="4920330"/>
            <a:ext cx="828675" cy="828675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anchor="ctr">
            <a:spAutoFit/>
          </a:bodyPr>
          <a:lstStyle/>
          <a:p>
            <a:pPr algn="ctr" defTabSz="121917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200" spc="-150">
              <a:solidFill>
                <a:srgbClr val="FFFFFF"/>
              </a:solidFill>
            </a:endParaRPr>
          </a:p>
        </p:txBody>
      </p:sp>
      <p:sp>
        <p:nvSpPr>
          <p:cNvPr id="8" name="Textplatzhalter 11">
            <a:extLst>
              <a:ext uri="{FF2B5EF4-FFF2-40B4-BE49-F238E27FC236}">
                <a16:creationId xmlns:a16="http://schemas.microsoft.com/office/drawing/2014/main" id="{8164DE08-DF82-CC42-9783-622CE3F6060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299889" y="2000921"/>
            <a:ext cx="4149124" cy="276999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800" baseline="0">
                <a:solidFill>
                  <a:schemeClr val="tx2"/>
                </a:solidFill>
              </a:defRPr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de-DE" err="1"/>
              <a:t>Corpo</a:t>
            </a:r>
            <a:r>
              <a:rPr lang="de-DE"/>
              <a:t> del </a:t>
            </a:r>
            <a:r>
              <a:rPr lang="de-DE" err="1"/>
              <a:t>testo</a:t>
            </a:r>
            <a:r>
              <a:rPr lang="de-DE"/>
              <a:t>, 14pt</a:t>
            </a:r>
          </a:p>
        </p:txBody>
      </p:sp>
      <p:sp>
        <p:nvSpPr>
          <p:cNvPr id="9" name="Textplatzhalter 11">
            <a:extLst>
              <a:ext uri="{FF2B5EF4-FFF2-40B4-BE49-F238E27FC236}">
                <a16:creationId xmlns:a16="http://schemas.microsoft.com/office/drawing/2014/main" id="{D55BB7E2-E9FB-A144-B1AE-9466C6FA27B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299889" y="1648630"/>
            <a:ext cx="4149124" cy="276999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800" b="1" i="0" baseline="0">
                <a:solidFill>
                  <a:schemeClr val="accent1"/>
                </a:solidFill>
              </a:defRPr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de-DE" err="1"/>
              <a:t>Titolo</a:t>
            </a:r>
            <a:r>
              <a:rPr lang="de-DE"/>
              <a:t> </a:t>
            </a:r>
            <a:r>
              <a:rPr lang="de-DE" err="1"/>
              <a:t>paragrafo</a:t>
            </a:r>
            <a:r>
              <a:rPr lang="de-DE"/>
              <a:t>, 14pt</a:t>
            </a:r>
          </a:p>
        </p:txBody>
      </p:sp>
      <p:sp>
        <p:nvSpPr>
          <p:cNvPr id="10" name="Textplatzhalter 11">
            <a:extLst>
              <a:ext uri="{FF2B5EF4-FFF2-40B4-BE49-F238E27FC236}">
                <a16:creationId xmlns:a16="http://schemas.microsoft.com/office/drawing/2014/main" id="{063C93B3-1654-4C48-B266-983DC3A017D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299889" y="3097248"/>
            <a:ext cx="4149124" cy="276999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800" baseline="0">
                <a:solidFill>
                  <a:schemeClr val="tx2"/>
                </a:solidFill>
              </a:defRPr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de-DE" err="1"/>
              <a:t>Corpo</a:t>
            </a:r>
            <a:r>
              <a:rPr lang="de-DE"/>
              <a:t> del </a:t>
            </a:r>
            <a:r>
              <a:rPr lang="de-DE" err="1"/>
              <a:t>testo</a:t>
            </a:r>
            <a:r>
              <a:rPr lang="de-DE"/>
              <a:t>, 14pt</a:t>
            </a:r>
          </a:p>
        </p:txBody>
      </p:sp>
      <p:sp>
        <p:nvSpPr>
          <p:cNvPr id="11" name="Textplatzhalter 11">
            <a:extLst>
              <a:ext uri="{FF2B5EF4-FFF2-40B4-BE49-F238E27FC236}">
                <a16:creationId xmlns:a16="http://schemas.microsoft.com/office/drawing/2014/main" id="{AA1852B2-E291-8245-8872-2A68EED448C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299889" y="2744957"/>
            <a:ext cx="4149124" cy="276999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800" b="1" i="0" baseline="0">
                <a:solidFill>
                  <a:schemeClr val="accent1"/>
                </a:solidFill>
              </a:defRPr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de-DE" err="1"/>
              <a:t>Titolo</a:t>
            </a:r>
            <a:r>
              <a:rPr lang="de-DE"/>
              <a:t> </a:t>
            </a:r>
            <a:r>
              <a:rPr lang="de-DE" err="1"/>
              <a:t>paragrafo</a:t>
            </a:r>
            <a:r>
              <a:rPr lang="de-DE"/>
              <a:t>, 14pt</a:t>
            </a:r>
          </a:p>
        </p:txBody>
      </p:sp>
      <p:sp>
        <p:nvSpPr>
          <p:cNvPr id="12" name="Textplatzhalter 11">
            <a:extLst>
              <a:ext uri="{FF2B5EF4-FFF2-40B4-BE49-F238E27FC236}">
                <a16:creationId xmlns:a16="http://schemas.microsoft.com/office/drawing/2014/main" id="{6522B304-F9AB-E34F-BE56-638005DF246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299889" y="4193575"/>
            <a:ext cx="4149124" cy="276999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800" baseline="0">
                <a:solidFill>
                  <a:schemeClr val="tx2"/>
                </a:solidFill>
              </a:defRPr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de-DE" err="1"/>
              <a:t>Corpo</a:t>
            </a:r>
            <a:r>
              <a:rPr lang="de-DE"/>
              <a:t> del </a:t>
            </a:r>
            <a:r>
              <a:rPr lang="de-DE" err="1"/>
              <a:t>testo</a:t>
            </a:r>
            <a:r>
              <a:rPr lang="de-DE"/>
              <a:t>, 14pt</a:t>
            </a:r>
          </a:p>
        </p:txBody>
      </p:sp>
      <p:sp>
        <p:nvSpPr>
          <p:cNvPr id="14" name="Textplatzhalter 11">
            <a:extLst>
              <a:ext uri="{FF2B5EF4-FFF2-40B4-BE49-F238E27FC236}">
                <a16:creationId xmlns:a16="http://schemas.microsoft.com/office/drawing/2014/main" id="{7F9C5BB6-2386-914B-9890-D9D90DD740D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299889" y="3841284"/>
            <a:ext cx="4149124" cy="276999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800" b="1" i="0" baseline="0">
                <a:solidFill>
                  <a:schemeClr val="accent1"/>
                </a:solidFill>
              </a:defRPr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de-DE" err="1"/>
              <a:t>Titolo</a:t>
            </a:r>
            <a:r>
              <a:rPr lang="de-DE"/>
              <a:t> </a:t>
            </a:r>
            <a:r>
              <a:rPr lang="de-DE" err="1"/>
              <a:t>paragrafo</a:t>
            </a:r>
            <a:r>
              <a:rPr lang="de-DE"/>
              <a:t>, 14pt</a:t>
            </a:r>
          </a:p>
        </p:txBody>
      </p:sp>
      <p:sp>
        <p:nvSpPr>
          <p:cNvPr id="15" name="Textplatzhalter 11">
            <a:extLst>
              <a:ext uri="{FF2B5EF4-FFF2-40B4-BE49-F238E27FC236}">
                <a16:creationId xmlns:a16="http://schemas.microsoft.com/office/drawing/2014/main" id="{30625A17-7FA6-CF47-A798-81E3D04207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299889" y="5289902"/>
            <a:ext cx="4149124" cy="276999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800" baseline="0">
                <a:solidFill>
                  <a:schemeClr val="tx2"/>
                </a:solidFill>
              </a:defRPr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de-DE" err="1"/>
              <a:t>Corpo</a:t>
            </a:r>
            <a:r>
              <a:rPr lang="de-DE"/>
              <a:t> del </a:t>
            </a:r>
            <a:r>
              <a:rPr lang="de-DE" err="1"/>
              <a:t>testo</a:t>
            </a:r>
            <a:r>
              <a:rPr lang="de-DE"/>
              <a:t>, 14pt</a:t>
            </a:r>
          </a:p>
        </p:txBody>
      </p:sp>
      <p:sp>
        <p:nvSpPr>
          <p:cNvPr id="17" name="Textplatzhalter 11">
            <a:extLst>
              <a:ext uri="{FF2B5EF4-FFF2-40B4-BE49-F238E27FC236}">
                <a16:creationId xmlns:a16="http://schemas.microsoft.com/office/drawing/2014/main" id="{7C8C6420-07E4-ED4F-8662-3A4C18FA2E4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299889" y="4937611"/>
            <a:ext cx="4149124" cy="276999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800" b="1" i="0" baseline="0">
                <a:solidFill>
                  <a:schemeClr val="accent1"/>
                </a:solidFill>
              </a:defRPr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de-DE" err="1"/>
              <a:t>Titolo</a:t>
            </a:r>
            <a:r>
              <a:rPr lang="de-DE"/>
              <a:t> </a:t>
            </a:r>
            <a:r>
              <a:rPr lang="de-DE" err="1"/>
              <a:t>paragrafo</a:t>
            </a:r>
            <a:r>
              <a:rPr lang="de-DE"/>
              <a:t>, 14pt</a:t>
            </a:r>
          </a:p>
        </p:txBody>
      </p:sp>
      <p:sp>
        <p:nvSpPr>
          <p:cNvPr id="18" name="Textplatzhalter 11">
            <a:extLst>
              <a:ext uri="{FF2B5EF4-FFF2-40B4-BE49-F238E27FC236}">
                <a16:creationId xmlns:a16="http://schemas.microsoft.com/office/drawing/2014/main" id="{EFC04EC3-23D2-104D-893B-2318167007A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262395" y="1685659"/>
            <a:ext cx="828676" cy="492443"/>
          </a:xfrm>
          <a:prstGeom prst="rect">
            <a:avLst/>
          </a:prstGeom>
        </p:spPr>
        <p:txBody>
          <a:bodyPr anchor="ctr" anchorCtr="1">
            <a:sp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3200" baseline="0">
                <a:solidFill>
                  <a:schemeClr val="bg1"/>
                </a:solidFill>
              </a:defRPr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de-DE"/>
              <a:t>N</a:t>
            </a:r>
          </a:p>
        </p:txBody>
      </p:sp>
      <p:sp>
        <p:nvSpPr>
          <p:cNvPr id="19" name="Textplatzhalter 11">
            <a:extLst>
              <a:ext uri="{FF2B5EF4-FFF2-40B4-BE49-F238E27FC236}">
                <a16:creationId xmlns:a16="http://schemas.microsoft.com/office/drawing/2014/main" id="{D68D71F3-A450-E940-8D76-219B632826A6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262394" y="2816018"/>
            <a:ext cx="828676" cy="492443"/>
          </a:xfrm>
          <a:prstGeom prst="rect">
            <a:avLst/>
          </a:prstGeom>
        </p:spPr>
        <p:txBody>
          <a:bodyPr anchor="ctr" anchorCtr="1">
            <a:sp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3200" baseline="0">
                <a:solidFill>
                  <a:schemeClr val="bg1"/>
                </a:solidFill>
              </a:defRPr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de-DE"/>
              <a:t>N</a:t>
            </a:r>
          </a:p>
        </p:txBody>
      </p:sp>
      <p:sp>
        <p:nvSpPr>
          <p:cNvPr id="20" name="Textplatzhalter 11">
            <a:extLst>
              <a:ext uri="{FF2B5EF4-FFF2-40B4-BE49-F238E27FC236}">
                <a16:creationId xmlns:a16="http://schemas.microsoft.com/office/drawing/2014/main" id="{0D7B2CFF-04DE-D04B-8747-4EA1C09642F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262393" y="3946377"/>
            <a:ext cx="828676" cy="492443"/>
          </a:xfrm>
          <a:prstGeom prst="rect">
            <a:avLst/>
          </a:prstGeom>
        </p:spPr>
        <p:txBody>
          <a:bodyPr anchor="ctr" anchorCtr="1">
            <a:sp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3200" baseline="0">
                <a:solidFill>
                  <a:schemeClr val="bg1"/>
                </a:solidFill>
              </a:defRPr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de-DE"/>
              <a:t>N</a:t>
            </a:r>
          </a:p>
        </p:txBody>
      </p:sp>
      <p:sp>
        <p:nvSpPr>
          <p:cNvPr id="21" name="Textplatzhalter 11">
            <a:extLst>
              <a:ext uri="{FF2B5EF4-FFF2-40B4-BE49-F238E27FC236}">
                <a16:creationId xmlns:a16="http://schemas.microsoft.com/office/drawing/2014/main" id="{725B82B9-7E2C-3E42-990F-7B83EE8CD67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262392" y="5076736"/>
            <a:ext cx="828676" cy="492443"/>
          </a:xfrm>
          <a:prstGeom prst="rect">
            <a:avLst/>
          </a:prstGeom>
        </p:spPr>
        <p:txBody>
          <a:bodyPr anchor="ctr" anchorCtr="1">
            <a:sp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3200" baseline="0">
                <a:solidFill>
                  <a:schemeClr val="bg1"/>
                </a:solidFill>
              </a:defRPr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de-DE"/>
              <a:t>N</a:t>
            </a:r>
          </a:p>
        </p:txBody>
      </p:sp>
      <p:sp>
        <p:nvSpPr>
          <p:cNvPr id="22" name="Rectangle 2">
            <a:extLst>
              <a:ext uri="{FF2B5EF4-FFF2-40B4-BE49-F238E27FC236}">
                <a16:creationId xmlns:a16="http://schemas.microsoft.com/office/drawing/2014/main" id="{002C1EB2-25F7-584B-8429-B262B30C33E6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18523" y="409465"/>
            <a:ext cx="11089875" cy="454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6800" rIns="90000" bIns="46800" numCol="1" anchor="b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it-IT"/>
              <a:t>Titolo SEGOE </a:t>
            </a:r>
            <a:r>
              <a:rPr lang="it-IT" err="1"/>
              <a:t>Ui</a:t>
            </a:r>
            <a:r>
              <a:rPr lang="it-IT"/>
              <a:t> 26pt </a:t>
            </a:r>
          </a:p>
        </p:txBody>
      </p:sp>
      <p:sp>
        <p:nvSpPr>
          <p:cNvPr id="23" name="Segnaposto contenuto 3">
            <a:extLst>
              <a:ext uri="{FF2B5EF4-FFF2-40B4-BE49-F238E27FC236}">
                <a16:creationId xmlns:a16="http://schemas.microsoft.com/office/drawing/2014/main" id="{BAAC87B5-90C3-AD4A-8372-F52644EEDECD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421548" y="912709"/>
            <a:ext cx="11089875" cy="301557"/>
          </a:xfrm>
        </p:spPr>
        <p:txBody>
          <a:bodyPr>
            <a:spAutoFit/>
          </a:bodyPr>
          <a:lstStyle>
            <a:lvl1pPr>
              <a:defRPr b="1"/>
            </a:lvl1pPr>
          </a:lstStyle>
          <a:p>
            <a:r>
              <a:rPr lang="x-none" sz="1800"/>
              <a:t>Sottotitolo Segoe UI 18pt</a:t>
            </a:r>
          </a:p>
        </p:txBody>
      </p:sp>
    </p:spTree>
    <p:extLst>
      <p:ext uri="{BB962C8B-B14F-4D97-AF65-F5344CB8AC3E}">
        <p14:creationId xmlns:p14="http://schemas.microsoft.com/office/powerpoint/2010/main" val="362718586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cap foto 1 boll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>
            <a:extLst>
              <a:ext uri="{FF2B5EF4-FFF2-40B4-BE49-F238E27FC236}">
                <a16:creationId xmlns:a16="http://schemas.microsoft.com/office/drawing/2014/main" id="{4D7DC163-16A3-6B4D-BD86-55DF641F30D3}"/>
              </a:ext>
            </a:extLst>
          </p:cNvPr>
          <p:cNvSpPr txBox="1"/>
          <p:nvPr userDrawn="1"/>
        </p:nvSpPr>
        <p:spPr>
          <a:xfrm>
            <a:off x="11492089" y="282222"/>
            <a:ext cx="0" cy="0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/>
            <a:endParaRPr lang="x-none" sz="2000" err="1">
              <a:solidFill>
                <a:schemeClr val="bg2"/>
              </a:solidFill>
            </a:endParaRPr>
          </a:p>
        </p:txBody>
      </p:sp>
      <p:pic>
        <p:nvPicPr>
          <p:cNvPr id="8" name="Segnaposto immagine 7" descr="Immagine che contiene cielo, esterni, montagna, natura&#10;&#10;Descrizione generata automaticamente">
            <a:extLst>
              <a:ext uri="{FF2B5EF4-FFF2-40B4-BE49-F238E27FC236}">
                <a16:creationId xmlns:a16="http://schemas.microsoft.com/office/drawing/2014/main" id="{D1275D96-A362-FA49-A3F1-E4B6FFE767B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-2459" y="0"/>
            <a:ext cx="11717867" cy="6858000"/>
          </a:xfrm>
          <a:prstGeom prst="rect">
            <a:avLst/>
          </a:prstGeom>
        </p:spPr>
      </p:pic>
      <p:sp>
        <p:nvSpPr>
          <p:cNvPr id="9" name="Ovale 8">
            <a:extLst>
              <a:ext uri="{FF2B5EF4-FFF2-40B4-BE49-F238E27FC236}">
                <a16:creationId xmlns:a16="http://schemas.microsoft.com/office/drawing/2014/main" id="{C1AD07F1-B6FE-3745-B7CB-1EEA38B786F9}"/>
              </a:ext>
            </a:extLst>
          </p:cNvPr>
          <p:cNvSpPr/>
          <p:nvPr userDrawn="1"/>
        </p:nvSpPr>
        <p:spPr>
          <a:xfrm>
            <a:off x="3625348" y="1283765"/>
            <a:ext cx="4569829" cy="4645025"/>
          </a:xfrm>
          <a:prstGeom prst="ellipse">
            <a:avLst/>
          </a:prstGeom>
          <a:solidFill>
            <a:srgbClr val="009FD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endParaRPr lang="it-IT" sz="1600">
              <a:solidFill>
                <a:schemeClr val="bg1"/>
              </a:solidFill>
              <a:cs typeface="Calibri" panose="020F0502020204030204" pitchFamily="34" charset="0"/>
            </a:endParaRPr>
          </a:p>
        </p:txBody>
      </p:sp>
      <p:sp>
        <p:nvSpPr>
          <p:cNvPr id="11" name="Textplatzhalter 11">
            <a:extLst>
              <a:ext uri="{FF2B5EF4-FFF2-40B4-BE49-F238E27FC236}">
                <a16:creationId xmlns:a16="http://schemas.microsoft.com/office/drawing/2014/main" id="{ADBE9827-3D75-A748-91B8-91F90100ADF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641272" y="3439581"/>
            <a:ext cx="4555672" cy="276999"/>
          </a:xfrm>
          <a:prstGeom prst="rect">
            <a:avLst/>
          </a:prstGeom>
        </p:spPr>
        <p:txBody>
          <a:bodyPr wrap="square" anchor="ctr" anchorCtr="1">
            <a:sp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800">
                <a:solidFill>
                  <a:schemeClr val="bg1"/>
                </a:solidFill>
              </a:defRPr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de-DE" err="1"/>
              <a:t>Corpo</a:t>
            </a:r>
            <a:r>
              <a:rPr lang="de-DE"/>
              <a:t> del </a:t>
            </a:r>
            <a:r>
              <a:rPr lang="de-DE" err="1"/>
              <a:t>testo</a:t>
            </a:r>
            <a:r>
              <a:rPr lang="de-DE"/>
              <a:t>, 18pt</a:t>
            </a:r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C62C2E1F-BEC8-6D42-8480-D70938E809D0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18523" y="409465"/>
            <a:ext cx="11089875" cy="454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6800" rIns="90000" bIns="46800" numCol="1" anchor="b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it-IT"/>
              <a:t>Titolo SEGOE </a:t>
            </a:r>
            <a:r>
              <a:rPr lang="it-IT" err="1"/>
              <a:t>Ui</a:t>
            </a:r>
            <a:r>
              <a:rPr lang="it-IT"/>
              <a:t> 26pt </a:t>
            </a:r>
          </a:p>
        </p:txBody>
      </p:sp>
      <p:sp>
        <p:nvSpPr>
          <p:cNvPr id="13" name="Segnaposto contenuto 3">
            <a:extLst>
              <a:ext uri="{FF2B5EF4-FFF2-40B4-BE49-F238E27FC236}">
                <a16:creationId xmlns:a16="http://schemas.microsoft.com/office/drawing/2014/main" id="{B28E514E-6F27-BD4B-857C-E6FB0EDBF869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421548" y="912709"/>
            <a:ext cx="11089875" cy="301557"/>
          </a:xfrm>
        </p:spPr>
        <p:txBody>
          <a:bodyPr>
            <a:spAutoFit/>
          </a:bodyPr>
          <a:lstStyle>
            <a:lvl1pPr>
              <a:defRPr b="1"/>
            </a:lvl1pPr>
          </a:lstStyle>
          <a:p>
            <a:r>
              <a:rPr lang="x-none" sz="1800"/>
              <a:t>Sottotitolo Segoe UI 18pt</a:t>
            </a:r>
          </a:p>
        </p:txBody>
      </p:sp>
    </p:spTree>
    <p:extLst>
      <p:ext uri="{BB962C8B-B14F-4D97-AF65-F5344CB8AC3E}">
        <p14:creationId xmlns:p14="http://schemas.microsoft.com/office/powerpoint/2010/main" val="3188693313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cap foto 3 bolli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>
            <a:extLst>
              <a:ext uri="{FF2B5EF4-FFF2-40B4-BE49-F238E27FC236}">
                <a16:creationId xmlns:a16="http://schemas.microsoft.com/office/drawing/2014/main" id="{4D7DC163-16A3-6B4D-BD86-55DF641F30D3}"/>
              </a:ext>
            </a:extLst>
          </p:cNvPr>
          <p:cNvSpPr txBox="1"/>
          <p:nvPr userDrawn="1"/>
        </p:nvSpPr>
        <p:spPr>
          <a:xfrm>
            <a:off x="11492089" y="282222"/>
            <a:ext cx="0" cy="0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/>
            <a:endParaRPr lang="x-none" sz="2000" err="1">
              <a:solidFill>
                <a:schemeClr val="bg2"/>
              </a:solidFill>
            </a:endParaRPr>
          </a:p>
        </p:txBody>
      </p:sp>
      <p:sp>
        <p:nvSpPr>
          <p:cNvPr id="9" name="Ovale 3">
            <a:extLst>
              <a:ext uri="{FF2B5EF4-FFF2-40B4-BE49-F238E27FC236}">
                <a16:creationId xmlns:a16="http://schemas.microsoft.com/office/drawing/2014/main" id="{455AD537-D1D6-EB43-BE15-582A872713F5}"/>
              </a:ext>
            </a:extLst>
          </p:cNvPr>
          <p:cNvSpPr/>
          <p:nvPr userDrawn="1"/>
        </p:nvSpPr>
        <p:spPr>
          <a:xfrm>
            <a:off x="1004491" y="1957613"/>
            <a:ext cx="2929293" cy="2929293"/>
          </a:xfrm>
          <a:prstGeom prst="ellipse">
            <a:avLst/>
          </a:prstGeom>
          <a:solidFill>
            <a:srgbClr val="009FD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400">
              <a:solidFill>
                <a:schemeClr val="bg1"/>
              </a:solidFill>
              <a:cs typeface="Calibri" panose="020F0502020204030204" pitchFamily="34" charset="0"/>
            </a:endParaRPr>
          </a:p>
        </p:txBody>
      </p:sp>
      <p:sp>
        <p:nvSpPr>
          <p:cNvPr id="10" name="Ovale 3">
            <a:extLst>
              <a:ext uri="{FF2B5EF4-FFF2-40B4-BE49-F238E27FC236}">
                <a16:creationId xmlns:a16="http://schemas.microsoft.com/office/drawing/2014/main" id="{A903F4E0-DEAD-3340-A669-2775B6FE2883}"/>
              </a:ext>
            </a:extLst>
          </p:cNvPr>
          <p:cNvSpPr/>
          <p:nvPr userDrawn="1"/>
        </p:nvSpPr>
        <p:spPr>
          <a:xfrm>
            <a:off x="4439593" y="1957613"/>
            <a:ext cx="2929293" cy="2929293"/>
          </a:xfrm>
          <a:prstGeom prst="ellipse">
            <a:avLst/>
          </a:prstGeom>
          <a:solidFill>
            <a:srgbClr val="009FD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400">
              <a:solidFill>
                <a:schemeClr val="bg1"/>
              </a:solidFill>
              <a:cs typeface="Calibri" panose="020F0502020204030204" pitchFamily="34" charset="0"/>
            </a:endParaRPr>
          </a:p>
        </p:txBody>
      </p:sp>
      <p:sp>
        <p:nvSpPr>
          <p:cNvPr id="12" name="Ovale 3">
            <a:extLst>
              <a:ext uri="{FF2B5EF4-FFF2-40B4-BE49-F238E27FC236}">
                <a16:creationId xmlns:a16="http://schemas.microsoft.com/office/drawing/2014/main" id="{7B6B4F1D-CC7A-3343-A8E9-94ACA3D4ADCA}"/>
              </a:ext>
            </a:extLst>
          </p:cNvPr>
          <p:cNvSpPr/>
          <p:nvPr userDrawn="1"/>
        </p:nvSpPr>
        <p:spPr>
          <a:xfrm>
            <a:off x="7874695" y="1957613"/>
            <a:ext cx="2929293" cy="2929293"/>
          </a:xfrm>
          <a:prstGeom prst="ellipse">
            <a:avLst/>
          </a:prstGeom>
          <a:solidFill>
            <a:srgbClr val="009FD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400">
              <a:solidFill>
                <a:schemeClr val="bg1"/>
              </a:solidFill>
              <a:cs typeface="Calibri" panose="020F0502020204030204" pitchFamily="34" charset="0"/>
            </a:endParaRPr>
          </a:p>
          <a:p>
            <a:pPr algn="ctr"/>
            <a:endParaRPr lang="it-IT" sz="1400" b="1">
              <a:solidFill>
                <a:schemeClr val="bg1"/>
              </a:solidFill>
              <a:cs typeface="Calibri" panose="020F0502020204030204" pitchFamily="34" charset="0"/>
            </a:endParaRPr>
          </a:p>
        </p:txBody>
      </p:sp>
      <p:sp>
        <p:nvSpPr>
          <p:cNvPr id="13" name="Textplatzhalter 11">
            <a:extLst>
              <a:ext uri="{FF2B5EF4-FFF2-40B4-BE49-F238E27FC236}">
                <a16:creationId xmlns:a16="http://schemas.microsoft.com/office/drawing/2014/main" id="{104F3B48-5016-C242-9BF1-1CE860189E6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04491" y="3299149"/>
            <a:ext cx="2929293" cy="246221"/>
          </a:xfrm>
          <a:prstGeom prst="rect">
            <a:avLst/>
          </a:prstGeom>
        </p:spPr>
        <p:txBody>
          <a:bodyPr anchor="ctr" anchorCtr="1">
            <a:sp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600">
                <a:solidFill>
                  <a:schemeClr val="bg1"/>
                </a:solidFill>
              </a:defRPr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de-DE" err="1"/>
              <a:t>Corpo</a:t>
            </a:r>
            <a:r>
              <a:rPr lang="de-DE"/>
              <a:t> del </a:t>
            </a:r>
            <a:r>
              <a:rPr lang="de-DE" err="1"/>
              <a:t>testo</a:t>
            </a:r>
            <a:r>
              <a:rPr lang="de-DE"/>
              <a:t>, 16pt</a:t>
            </a:r>
          </a:p>
        </p:txBody>
      </p:sp>
      <p:sp>
        <p:nvSpPr>
          <p:cNvPr id="14" name="Textplatzhalter 11">
            <a:extLst>
              <a:ext uri="{FF2B5EF4-FFF2-40B4-BE49-F238E27FC236}">
                <a16:creationId xmlns:a16="http://schemas.microsoft.com/office/drawing/2014/main" id="{0A8A2363-2703-6A45-B989-A3B0117A026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437150" y="3305892"/>
            <a:ext cx="2929293" cy="246221"/>
          </a:xfrm>
          <a:prstGeom prst="rect">
            <a:avLst/>
          </a:prstGeom>
        </p:spPr>
        <p:txBody>
          <a:bodyPr anchor="ctr" anchorCtr="1">
            <a:sp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600">
                <a:solidFill>
                  <a:schemeClr val="bg1"/>
                </a:solidFill>
              </a:defRPr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de-DE" err="1"/>
              <a:t>Corpo</a:t>
            </a:r>
            <a:r>
              <a:rPr lang="de-DE"/>
              <a:t> del </a:t>
            </a:r>
            <a:r>
              <a:rPr lang="de-DE" err="1"/>
              <a:t>testo</a:t>
            </a:r>
            <a:r>
              <a:rPr lang="de-DE"/>
              <a:t>, 16pt</a:t>
            </a:r>
          </a:p>
        </p:txBody>
      </p:sp>
      <p:sp>
        <p:nvSpPr>
          <p:cNvPr id="15" name="Textplatzhalter 11">
            <a:extLst>
              <a:ext uri="{FF2B5EF4-FFF2-40B4-BE49-F238E27FC236}">
                <a16:creationId xmlns:a16="http://schemas.microsoft.com/office/drawing/2014/main" id="{607B227B-DBD9-5442-9C23-800903A4B60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872572" y="3312635"/>
            <a:ext cx="2929293" cy="246221"/>
          </a:xfrm>
          <a:prstGeom prst="rect">
            <a:avLst/>
          </a:prstGeom>
        </p:spPr>
        <p:txBody>
          <a:bodyPr anchor="ctr" anchorCtr="1">
            <a:sp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600">
                <a:solidFill>
                  <a:schemeClr val="bg1"/>
                </a:solidFill>
              </a:defRPr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de-DE" err="1"/>
              <a:t>Corpo</a:t>
            </a:r>
            <a:r>
              <a:rPr lang="de-DE"/>
              <a:t> del </a:t>
            </a:r>
            <a:r>
              <a:rPr lang="de-DE" err="1"/>
              <a:t>testo</a:t>
            </a:r>
            <a:r>
              <a:rPr lang="de-DE"/>
              <a:t>, 16pt</a:t>
            </a:r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474650FF-F2CE-894D-91B3-217BE546902D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18523" y="409465"/>
            <a:ext cx="11089875" cy="454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6800" rIns="90000" bIns="46800" numCol="1" anchor="b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it-IT"/>
              <a:t>Titolo SEGOE </a:t>
            </a:r>
            <a:r>
              <a:rPr lang="it-IT" err="1"/>
              <a:t>Ui</a:t>
            </a:r>
            <a:r>
              <a:rPr lang="it-IT"/>
              <a:t> 26pt </a:t>
            </a:r>
          </a:p>
        </p:txBody>
      </p:sp>
      <p:sp>
        <p:nvSpPr>
          <p:cNvPr id="19" name="Segnaposto contenuto 3">
            <a:extLst>
              <a:ext uri="{FF2B5EF4-FFF2-40B4-BE49-F238E27FC236}">
                <a16:creationId xmlns:a16="http://schemas.microsoft.com/office/drawing/2014/main" id="{EB0B26FC-103A-A84D-9ABD-DE7F72F68DBF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421548" y="912709"/>
            <a:ext cx="11089875" cy="301557"/>
          </a:xfrm>
        </p:spPr>
        <p:txBody>
          <a:bodyPr>
            <a:spAutoFit/>
          </a:bodyPr>
          <a:lstStyle>
            <a:lvl1pPr>
              <a:defRPr b="1"/>
            </a:lvl1pPr>
          </a:lstStyle>
          <a:p>
            <a:r>
              <a:rPr lang="x-none" sz="1800"/>
              <a:t>Sottotitolo Segoe UI 18pt</a:t>
            </a:r>
          </a:p>
        </p:txBody>
      </p:sp>
    </p:spTree>
    <p:extLst>
      <p:ext uri="{BB962C8B-B14F-4D97-AF65-F5344CB8AC3E}">
        <p14:creationId xmlns:p14="http://schemas.microsoft.com/office/powerpoint/2010/main" val="24406554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ibliografi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3">
            <a:extLst>
              <a:ext uri="{FF2B5EF4-FFF2-40B4-BE49-F238E27FC236}">
                <a16:creationId xmlns:a16="http://schemas.microsoft.com/office/drawing/2014/main" id="{7576439E-E391-4AE6-A2D0-589B441A86B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03950" y="3360242"/>
            <a:ext cx="5384254" cy="463846"/>
          </a:xfrm>
          <a:prstGeom prst="rect">
            <a:avLst/>
          </a:prstGeom>
        </p:spPr>
        <p:txBody>
          <a:bodyPr wrap="square">
            <a:spAutoFit/>
          </a:bodyPr>
          <a:lstStyle>
            <a:lvl1pPr algn="r">
              <a:lnSpc>
                <a:spcPct val="80000"/>
              </a:lnSpc>
              <a:defRPr sz="3000" b="0" cap="none" baseline="0">
                <a:solidFill>
                  <a:srgbClr val="009FDA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de-DE"/>
              <a:t>BIBLIOGRAFIA</a:t>
            </a:r>
            <a:endParaRPr lang="it-IT"/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62A75090-4B50-7F40-9990-80E003C21FD8}"/>
              </a:ext>
            </a:extLst>
          </p:cNvPr>
          <p:cNvSpPr/>
          <p:nvPr userDrawn="1"/>
        </p:nvSpPr>
        <p:spPr>
          <a:xfrm>
            <a:off x="11719112" y="0"/>
            <a:ext cx="472888" cy="6858000"/>
          </a:xfrm>
          <a:prstGeom prst="rect">
            <a:avLst/>
          </a:prstGeom>
          <a:solidFill>
            <a:srgbClr val="009FD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" name="Elemento grafico 10">
            <a:extLst>
              <a:ext uri="{FF2B5EF4-FFF2-40B4-BE49-F238E27FC236}">
                <a16:creationId xmlns:a16="http://schemas.microsoft.com/office/drawing/2014/main" id="{405F0AF0-AC96-5241-81D9-04B5207F80E8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62770" y="6226421"/>
            <a:ext cx="1243014" cy="426383"/>
          </a:xfrm>
          <a:prstGeom prst="rect">
            <a:avLst/>
          </a:prstGeom>
        </p:spPr>
      </p:pic>
      <p:sp>
        <p:nvSpPr>
          <p:cNvPr id="7" name="Segnaposto testo 2">
            <a:extLst>
              <a:ext uri="{FF2B5EF4-FFF2-40B4-BE49-F238E27FC236}">
                <a16:creationId xmlns:a16="http://schemas.microsoft.com/office/drawing/2014/main" id="{307A9D87-33AE-4A48-9094-9AE4DF8039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03949" y="3896751"/>
            <a:ext cx="5300341" cy="301557"/>
          </a:xfrm>
        </p:spPr>
        <p:txBody>
          <a:bodyPr wrap="square" anchor="t">
            <a:spAutoFit/>
          </a:bodyPr>
          <a:lstStyle>
            <a:lvl1pPr algn="r">
              <a:defRPr/>
            </a:lvl1pPr>
          </a:lstStyle>
          <a:p>
            <a:pPr lvl="0">
              <a:buClr>
                <a:srgbClr val="009FDA"/>
              </a:buClr>
            </a:pPr>
            <a:r>
              <a:rPr lang="it-IT" sz="1800"/>
              <a:t>Titolo del Libro - </a:t>
            </a:r>
            <a:r>
              <a:rPr lang="it-IT" sz="1800" i="1"/>
              <a:t>Autore</a:t>
            </a:r>
          </a:p>
        </p:txBody>
      </p:sp>
    </p:spTree>
    <p:extLst>
      <p:ext uri="{BB962C8B-B14F-4D97-AF65-F5344CB8AC3E}">
        <p14:creationId xmlns:p14="http://schemas.microsoft.com/office/powerpoint/2010/main" val="3718450285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azi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>
            <a:extLst>
              <a:ext uri="{FF2B5EF4-FFF2-40B4-BE49-F238E27FC236}">
                <a16:creationId xmlns:a16="http://schemas.microsoft.com/office/drawing/2014/main" id="{CE42A533-B852-3D4A-B5F9-CEE6E2914D53}"/>
              </a:ext>
            </a:extLst>
          </p:cNvPr>
          <p:cNvSpPr/>
          <p:nvPr userDrawn="1"/>
        </p:nvSpPr>
        <p:spPr>
          <a:xfrm>
            <a:off x="11719112" y="0"/>
            <a:ext cx="472888" cy="6858000"/>
          </a:xfrm>
          <a:prstGeom prst="rect">
            <a:avLst/>
          </a:prstGeom>
          <a:solidFill>
            <a:srgbClr val="009FD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" name="Elemento grafico 7">
            <a:extLst>
              <a:ext uri="{FF2B5EF4-FFF2-40B4-BE49-F238E27FC236}">
                <a16:creationId xmlns:a16="http://schemas.microsoft.com/office/drawing/2014/main" id="{29F84E21-4B27-4A4F-B83C-99235F46A8C6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62770" y="6226421"/>
            <a:ext cx="1243014" cy="426383"/>
          </a:xfrm>
          <a:prstGeom prst="rect">
            <a:avLst/>
          </a:prstGeom>
        </p:spPr>
      </p:pic>
      <p:sp>
        <p:nvSpPr>
          <p:cNvPr id="5" name="Titel 3">
            <a:extLst>
              <a:ext uri="{FF2B5EF4-FFF2-40B4-BE49-F238E27FC236}">
                <a16:creationId xmlns:a16="http://schemas.microsoft.com/office/drawing/2014/main" id="{F5DB2D84-CE2D-8A4F-A7C4-646C8626190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03949" y="3199738"/>
            <a:ext cx="5395829" cy="612775"/>
          </a:xfrm>
          <a:prstGeom prst="rect">
            <a:avLst/>
          </a:prstGeom>
        </p:spPr>
        <p:txBody>
          <a:bodyPr/>
          <a:lstStyle>
            <a:lvl1pPr algn="r">
              <a:lnSpc>
                <a:spcPct val="80000"/>
              </a:lnSpc>
              <a:defRPr sz="3000" b="0" cap="none" baseline="0">
                <a:solidFill>
                  <a:srgbClr val="009FDA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de-DE"/>
              <a:t>GRAZIE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6254346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pertina azzurra visual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think-cell data - do not delete" hidden="1">
            <a:extLst>
              <a:ext uri="{FF2B5EF4-FFF2-40B4-BE49-F238E27FC236}">
                <a16:creationId xmlns:a16="http://schemas.microsoft.com/office/drawing/2014/main" id="{B953AFF9-0B43-DE8E-985E-EF5809676C0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8967708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9" imgH="360" progId="TCLayout.ActiveDocument.1">
                  <p:embed/>
                </p:oleObj>
              </mc:Choice>
              <mc:Fallback>
                <p:oleObj name="think-cell Slide" r:id="rId3" imgW="359" imgH="360" progId="TCLayout.ActiveDocument.1">
                  <p:embed/>
                  <p:pic>
                    <p:nvPicPr>
                      <p:cNvPr id="1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953AFF9-0B43-DE8E-985E-EF5809676C0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ttangolo 4">
            <a:extLst>
              <a:ext uri="{FF2B5EF4-FFF2-40B4-BE49-F238E27FC236}">
                <a16:creationId xmlns:a16="http://schemas.microsoft.com/office/drawing/2014/main" id="{2FFACC8B-9242-7E4F-8988-7FB1E1FD35BE}"/>
              </a:ext>
            </a:extLst>
          </p:cNvPr>
          <p:cNvSpPr/>
          <p:nvPr/>
        </p:nvSpPr>
        <p:spPr>
          <a:xfrm>
            <a:off x="11719112" y="0"/>
            <a:ext cx="472888" cy="6858000"/>
          </a:xfrm>
          <a:prstGeom prst="rect">
            <a:avLst/>
          </a:prstGeom>
          <a:solidFill>
            <a:srgbClr val="009FDA"/>
          </a:solidFill>
          <a:ln>
            <a:solidFill>
              <a:srgbClr val="009F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87DF3F80-6978-8A47-9044-E7705B5DE754}"/>
              </a:ext>
            </a:extLst>
          </p:cNvPr>
          <p:cNvSpPr txBox="1"/>
          <p:nvPr/>
        </p:nvSpPr>
        <p:spPr>
          <a:xfrm>
            <a:off x="13923818" y="4779818"/>
            <a:ext cx="0" cy="0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vert="horz" wrap="none" lIns="0" tIns="0" rIns="0" bIns="0" rtlCol="0">
            <a:noAutofit/>
          </a:bodyPr>
          <a:lstStyle/>
          <a:p>
            <a:pPr algn="l"/>
            <a:endParaRPr lang="x-none" sz="2000" err="1">
              <a:solidFill>
                <a:schemeClr val="bg1"/>
              </a:solidFill>
            </a:endParaRPr>
          </a:p>
        </p:txBody>
      </p:sp>
      <p:sp>
        <p:nvSpPr>
          <p:cNvPr id="15" name="Segnaposto numero diapositiva 5">
            <a:extLst>
              <a:ext uri="{FF2B5EF4-FFF2-40B4-BE49-F238E27FC236}">
                <a16:creationId xmlns:a16="http://schemas.microsoft.com/office/drawing/2014/main" id="{35E9E0F6-2753-4545-9D52-D333F0EFA148}"/>
              </a:ext>
            </a:extLst>
          </p:cNvPr>
          <p:cNvSpPr txBox="1">
            <a:spLocks/>
          </p:cNvSpPr>
          <p:nvPr/>
        </p:nvSpPr>
        <p:spPr>
          <a:xfrm>
            <a:off x="11718170" y="6495906"/>
            <a:ext cx="472888" cy="231173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 marL="0" algn="ctr" defTabSz="914400" rtl="0" eaLnBrk="1" latinLnBrk="0" hangingPunct="1">
              <a:defRPr lang="en-GB" sz="1000" b="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9170"/>
            <a:fld id="{B9D7DBFB-DCE9-42BC-A361-A0671D12ADFC}" type="slidenum">
              <a:rPr lang="it-IT" baseline="0" smtClean="0">
                <a:solidFill>
                  <a:srgbClr val="009FDA"/>
                </a:solidFill>
              </a:rPr>
              <a:pPr defTabSz="1219170"/>
              <a:t>‹N›</a:t>
            </a:fld>
            <a:endParaRPr lang="it-IT" baseline="0">
              <a:solidFill>
                <a:srgbClr val="009FDA"/>
              </a:solidFill>
            </a:endParaRPr>
          </a:p>
        </p:txBody>
      </p:sp>
      <p:sp>
        <p:nvSpPr>
          <p:cNvPr id="21" name="Titel 3">
            <a:extLst>
              <a:ext uri="{FF2B5EF4-FFF2-40B4-BE49-F238E27FC236}">
                <a16:creationId xmlns:a16="http://schemas.microsoft.com/office/drawing/2014/main" id="{FB9EDC09-F145-DE4C-A171-5D88764699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95063" y="3209210"/>
            <a:ext cx="5198325" cy="612775"/>
          </a:xfrm>
          <a:prstGeom prst="rect">
            <a:avLst/>
          </a:prstGeom>
        </p:spPr>
        <p:txBody>
          <a:bodyPr vert="horz"/>
          <a:lstStyle>
            <a:lvl1pPr algn="r">
              <a:lnSpc>
                <a:spcPct val="80000"/>
              </a:lnSpc>
              <a:defRPr sz="3000" b="0" cap="none" baseline="0">
                <a:solidFill>
                  <a:schemeClr val="bg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de-DE"/>
              <a:t>TITOLO, 30PT</a:t>
            </a:r>
            <a:endParaRPr lang="it-IT"/>
          </a:p>
        </p:txBody>
      </p:sp>
      <p:sp>
        <p:nvSpPr>
          <p:cNvPr id="22" name="Textplatzhalter 11">
            <a:extLst>
              <a:ext uri="{FF2B5EF4-FFF2-40B4-BE49-F238E27FC236}">
                <a16:creationId xmlns:a16="http://schemas.microsoft.com/office/drawing/2014/main" id="{2E763346-954F-174F-B931-2AB4206476F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395063" y="3916521"/>
            <a:ext cx="5112131" cy="576262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ct val="100000"/>
              </a:lnSpc>
              <a:spcAft>
                <a:spcPts val="600"/>
              </a:spcAft>
              <a:buNone/>
              <a:defRPr sz="2000">
                <a:solidFill>
                  <a:schemeClr val="bg1"/>
                </a:solidFill>
                <a:latin typeface="+mn-lt"/>
                <a:cs typeface="Segoe UI" panose="020B0502040204020203" pitchFamily="34" charset="0"/>
              </a:defRPr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de-DE" err="1"/>
              <a:t>Informazioni</a:t>
            </a:r>
            <a:r>
              <a:rPr lang="de-DE"/>
              <a:t> </a:t>
            </a:r>
            <a:r>
              <a:rPr lang="de-DE" err="1"/>
              <a:t>aggiuntive</a:t>
            </a:r>
            <a:r>
              <a:rPr lang="de-DE"/>
              <a:t>, 20pt</a:t>
            </a:r>
          </a:p>
        </p:txBody>
      </p:sp>
      <p:sp>
        <p:nvSpPr>
          <p:cNvPr id="23" name="Textplatzhalter 11">
            <a:extLst>
              <a:ext uri="{FF2B5EF4-FFF2-40B4-BE49-F238E27FC236}">
                <a16:creationId xmlns:a16="http://schemas.microsoft.com/office/drawing/2014/main" id="{B2FE66A1-A718-1349-AB23-C8615C037F2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95063" y="4913084"/>
            <a:ext cx="5112131" cy="321116"/>
          </a:xfrm>
          <a:prstGeom prst="rect">
            <a:avLst/>
          </a:prstGeom>
        </p:spPr>
        <p:txBody>
          <a:bodyPr anchor="b"/>
          <a:lstStyle>
            <a:lvl1pPr marL="0" indent="0" algn="r">
              <a:lnSpc>
                <a:spcPct val="100000"/>
              </a:lnSpc>
              <a:spcAft>
                <a:spcPts val="600"/>
              </a:spcAft>
              <a:buNone/>
              <a:defRPr sz="1600">
                <a:solidFill>
                  <a:schemeClr val="bg1"/>
                </a:solidFill>
                <a:latin typeface="+mn-lt"/>
                <a:cs typeface="Segoe UI" panose="020B0502040204020203" pitchFamily="34" charset="0"/>
              </a:defRPr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it-IT"/>
              <a:t>00 mese 0000</a:t>
            </a:r>
          </a:p>
        </p:txBody>
      </p:sp>
      <p:pic>
        <p:nvPicPr>
          <p:cNvPr id="10" name="Image" descr="Image">
            <a:extLst>
              <a:ext uri="{FF2B5EF4-FFF2-40B4-BE49-F238E27FC236}">
                <a16:creationId xmlns:a16="http://schemas.microsoft.com/office/drawing/2014/main" id="{E03C53A8-4DFA-0C4A-9178-9D2BF448A194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76137" y="6034267"/>
            <a:ext cx="1851248" cy="635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1" name="Immagine 10">
            <a:extLst>
              <a:ext uri="{FF2B5EF4-FFF2-40B4-BE49-F238E27FC236}">
                <a16:creationId xmlns:a16="http://schemas.microsoft.com/office/drawing/2014/main" id="{2985DB60-A64A-DD4E-9F28-7188FD23AB97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873" t="3715" r="2527" b="4953"/>
          <a:stretch/>
        </p:blipFill>
        <p:spPr>
          <a:xfrm>
            <a:off x="0" y="0"/>
            <a:ext cx="6183146" cy="6858000"/>
          </a:xfrm>
          <a:prstGeom prst="rect">
            <a:avLst/>
          </a:prstGeom>
        </p:spPr>
      </p:pic>
      <p:sp>
        <p:nvSpPr>
          <p:cNvPr id="3" name="Rettangolo 2">
            <a:extLst>
              <a:ext uri="{FF2B5EF4-FFF2-40B4-BE49-F238E27FC236}">
                <a16:creationId xmlns:a16="http://schemas.microsoft.com/office/drawing/2014/main" id="{B219FB42-239C-65AC-86B0-AF93F01C05C4}"/>
              </a:ext>
            </a:extLst>
          </p:cNvPr>
          <p:cNvSpPr/>
          <p:nvPr userDrawn="1"/>
        </p:nvSpPr>
        <p:spPr>
          <a:xfrm>
            <a:off x="11719112" y="0"/>
            <a:ext cx="472888" cy="6858000"/>
          </a:xfrm>
          <a:prstGeom prst="rect">
            <a:avLst/>
          </a:prstGeom>
          <a:solidFill>
            <a:srgbClr val="009FDA"/>
          </a:solidFill>
          <a:ln>
            <a:solidFill>
              <a:srgbClr val="009F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D9259AEE-B7A8-9C80-418B-1BCA85FDFDCD}"/>
              </a:ext>
            </a:extLst>
          </p:cNvPr>
          <p:cNvSpPr txBox="1"/>
          <p:nvPr userDrawn="1"/>
        </p:nvSpPr>
        <p:spPr>
          <a:xfrm>
            <a:off x="13923818" y="4779818"/>
            <a:ext cx="0" cy="0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vert="horz" wrap="none" lIns="0" tIns="0" rIns="0" bIns="0" rtlCol="0">
            <a:noAutofit/>
          </a:bodyPr>
          <a:lstStyle/>
          <a:p>
            <a:pPr algn="l"/>
            <a:endParaRPr lang="x-none" sz="2000" err="1">
              <a:solidFill>
                <a:schemeClr val="bg1"/>
              </a:solidFill>
            </a:endParaRP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DAC97451-D5F9-7050-60A9-A1A5EC56DFC2}"/>
              </a:ext>
            </a:extLst>
          </p:cNvPr>
          <p:cNvSpPr txBox="1">
            <a:spLocks/>
          </p:cNvSpPr>
          <p:nvPr userDrawn="1"/>
        </p:nvSpPr>
        <p:spPr>
          <a:xfrm>
            <a:off x="11718170" y="6495906"/>
            <a:ext cx="472888" cy="231173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 marL="0" algn="ctr" defTabSz="914400" rtl="0" eaLnBrk="1" latinLnBrk="0" hangingPunct="1">
              <a:defRPr lang="en-GB" sz="1000" b="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9170"/>
            <a:fld id="{B9D7DBFB-DCE9-42BC-A361-A0671D12ADFC}" type="slidenum">
              <a:rPr lang="it-IT" baseline="0" smtClean="0">
                <a:solidFill>
                  <a:srgbClr val="009FDA"/>
                </a:solidFill>
              </a:rPr>
              <a:pPr defTabSz="1219170"/>
              <a:t>‹N›</a:t>
            </a:fld>
            <a:endParaRPr lang="it-IT" baseline="0">
              <a:solidFill>
                <a:srgbClr val="009FDA"/>
              </a:solidFill>
            </a:endParaRPr>
          </a:p>
        </p:txBody>
      </p:sp>
      <p:pic>
        <p:nvPicPr>
          <p:cNvPr id="7" name="Image" descr="Image">
            <a:extLst>
              <a:ext uri="{FF2B5EF4-FFF2-40B4-BE49-F238E27FC236}">
                <a16:creationId xmlns:a16="http://schemas.microsoft.com/office/drawing/2014/main" id="{32939A50-2E07-4288-F48E-8BCACB878A4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76137" y="6034267"/>
            <a:ext cx="1851248" cy="635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8" name="Immagine 7">
            <a:extLst>
              <a:ext uri="{FF2B5EF4-FFF2-40B4-BE49-F238E27FC236}">
                <a16:creationId xmlns:a16="http://schemas.microsoft.com/office/drawing/2014/main" id="{C6C86650-8944-BBA9-C639-71E6A8E49A2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873" t="3715" r="2527" b="4953"/>
          <a:stretch/>
        </p:blipFill>
        <p:spPr>
          <a:xfrm>
            <a:off x="0" y="0"/>
            <a:ext cx="618314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7609756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unto elenco 18p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platzhalter 2">
            <a:extLst>
              <a:ext uri="{FF2B5EF4-FFF2-40B4-BE49-F238E27FC236}">
                <a16:creationId xmlns:a16="http://schemas.microsoft.com/office/drawing/2014/main" id="{4727AA1E-AC7F-7644-AC0D-6A705643601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8524" y="1561562"/>
            <a:ext cx="11089874" cy="1301510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>
            <a:lvl1pPr marL="342900" indent="-342900">
              <a:buFont typeface="Arial" panose="020B0604020202020204" pitchFamily="34" charset="0"/>
              <a:buChar char="•"/>
              <a:defRPr lang="de-DE" sz="1800" baseline="0" dirty="0"/>
            </a:lvl1pPr>
            <a:lvl2pPr marL="538296" indent="-285750">
              <a:buFont typeface="Arial" panose="020B0604020202020204" pitchFamily="34" charset="0"/>
              <a:buChar char="•"/>
              <a:defRPr lang="de-DE" sz="1600" baseline="0" dirty="0"/>
            </a:lvl2pPr>
            <a:lvl3pPr marL="799915" indent="-285750">
              <a:buFont typeface="Arial" panose="020B0604020202020204" pitchFamily="34" charset="0"/>
              <a:buChar char="•"/>
              <a:defRPr lang="de-DE" sz="1400" baseline="0" dirty="0"/>
            </a:lvl3pPr>
            <a:lvl4pPr marL="1052462" indent="-285750">
              <a:buFont typeface="Arial" panose="020B0604020202020204" pitchFamily="34" charset="0"/>
              <a:buChar char="•"/>
              <a:defRPr lang="de-DE" sz="1200" baseline="0" dirty="0"/>
            </a:lvl4pPr>
            <a:lvl5pPr marL="1199781" indent="-171450">
              <a:buFont typeface="Arial" panose="020B0604020202020204" pitchFamily="34" charset="0"/>
              <a:buChar char="•"/>
              <a:defRPr lang="de-DE" sz="1100" baseline="0" dirty="0"/>
            </a:lvl5pPr>
          </a:lstStyle>
          <a:p>
            <a:pPr marL="254058" lvl="0" indent="-254058"/>
            <a:r>
              <a:rPr lang="de-DE" err="1"/>
              <a:t>Testo</a:t>
            </a:r>
            <a:r>
              <a:rPr lang="de-DE"/>
              <a:t> 18pt</a:t>
            </a:r>
          </a:p>
          <a:p>
            <a:pPr lvl="1"/>
            <a:r>
              <a:rPr lang="de-DE" err="1"/>
              <a:t>Secondo</a:t>
            </a:r>
            <a:r>
              <a:rPr lang="de-DE"/>
              <a:t> livello16pt</a:t>
            </a:r>
          </a:p>
          <a:p>
            <a:pPr lvl="2"/>
            <a:r>
              <a:rPr lang="de-DE" err="1"/>
              <a:t>Terzo</a:t>
            </a:r>
            <a:r>
              <a:rPr lang="de-DE"/>
              <a:t> </a:t>
            </a:r>
            <a:r>
              <a:rPr lang="de-DE" err="1"/>
              <a:t>livello</a:t>
            </a:r>
            <a:r>
              <a:rPr lang="de-DE"/>
              <a:t> 14pt</a:t>
            </a:r>
          </a:p>
          <a:p>
            <a:pPr lvl="4"/>
            <a:r>
              <a:rPr lang="de-DE"/>
              <a:t>Quarto </a:t>
            </a:r>
            <a:r>
              <a:rPr lang="de-DE" err="1"/>
              <a:t>livello</a:t>
            </a:r>
            <a:r>
              <a:rPr lang="de-DE"/>
              <a:t> 11pt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0C5BE165-738A-3E4A-87E9-00C20A5E5A36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18523" y="409465"/>
            <a:ext cx="11089875" cy="454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6800" rIns="90000" bIns="46800" numCol="1" anchor="b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it-IT"/>
              <a:t>Titolo SEGOE </a:t>
            </a:r>
            <a:r>
              <a:rPr lang="it-IT" err="1"/>
              <a:t>Ui</a:t>
            </a:r>
            <a:r>
              <a:rPr lang="it-IT"/>
              <a:t> 26pt </a:t>
            </a:r>
          </a:p>
        </p:txBody>
      </p:sp>
      <p:sp>
        <p:nvSpPr>
          <p:cNvPr id="7" name="Segnaposto contenuto 3">
            <a:extLst>
              <a:ext uri="{FF2B5EF4-FFF2-40B4-BE49-F238E27FC236}">
                <a16:creationId xmlns:a16="http://schemas.microsoft.com/office/drawing/2014/main" id="{2142C1E3-2EF9-8942-9566-1BE8788B1F44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421548" y="912709"/>
            <a:ext cx="11089875" cy="301557"/>
          </a:xfrm>
        </p:spPr>
        <p:txBody>
          <a:bodyPr>
            <a:spAutoFit/>
          </a:bodyPr>
          <a:lstStyle>
            <a:lvl1pPr>
              <a:defRPr b="1"/>
            </a:lvl1pPr>
          </a:lstStyle>
          <a:p>
            <a:r>
              <a:rPr lang="x-none" sz="1800"/>
              <a:t>Sottotitolo Segoe UI 18pt</a:t>
            </a:r>
          </a:p>
        </p:txBody>
      </p:sp>
    </p:spTree>
    <p:extLst>
      <p:ext uri="{BB962C8B-B14F-4D97-AF65-F5344CB8AC3E}">
        <p14:creationId xmlns:p14="http://schemas.microsoft.com/office/powerpoint/2010/main" val="2562431876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sto+foto grande d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5">
            <a:extLst>
              <a:ext uri="{FF2B5EF4-FFF2-40B4-BE49-F238E27FC236}">
                <a16:creationId xmlns:a16="http://schemas.microsoft.com/office/drawing/2014/main" id="{E63174D1-57FE-6142-9774-C91D5C1B58E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9091" y="1539582"/>
            <a:ext cx="3529201" cy="301557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>
            <a:lvl1pPr marL="0" indent="0">
              <a:lnSpc>
                <a:spcPct val="120000"/>
              </a:lnSpc>
              <a:spcAft>
                <a:spcPts val="600"/>
              </a:spcAft>
              <a:buNone/>
              <a:defRPr lang="de-DE" sz="1800" dirty="0"/>
            </a:lvl1pPr>
            <a:lvl2pPr>
              <a:defRPr lang="de-DE" dirty="0"/>
            </a:lvl2pPr>
            <a:lvl3pPr>
              <a:defRPr lang="de-DE" dirty="0"/>
            </a:lvl3pPr>
            <a:lvl4pPr>
              <a:defRPr lang="de-DE" dirty="0"/>
            </a:lvl4pPr>
            <a:lvl5pPr>
              <a:defRPr lang="de-DE" dirty="0"/>
            </a:lvl5pPr>
          </a:lstStyle>
          <a:p>
            <a:pPr lvl="0"/>
            <a:r>
              <a:rPr lang="de-DE" err="1"/>
              <a:t>Testo</a:t>
            </a:r>
            <a:r>
              <a:rPr lang="de-DE"/>
              <a:t>, 18pt</a:t>
            </a:r>
          </a:p>
        </p:txBody>
      </p:sp>
      <p:sp>
        <p:nvSpPr>
          <p:cNvPr id="42" name="Bildplatzhalter 2">
            <a:extLst>
              <a:ext uri="{FF2B5EF4-FFF2-40B4-BE49-F238E27FC236}">
                <a16:creationId xmlns:a16="http://schemas.microsoft.com/office/drawing/2014/main" id="{112C6C66-181E-4683-BA8C-F8A435B49282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370244" y="1527162"/>
            <a:ext cx="7126431" cy="449422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6350"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buNone/>
              <a:defRPr lang="de-DE" cap="all"/>
            </a:lvl1pPr>
          </a:lstStyle>
          <a:p>
            <a:pPr marL="254058" lvl="0" indent="-254058" algn="ctr"/>
            <a:r>
              <a:rPr lang="de-DE"/>
              <a:t>Foto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8E8FD4EC-F8EA-B84C-8654-4EBC25F0560A}"/>
              </a:ext>
            </a:extLst>
          </p:cNvPr>
          <p:cNvSpPr txBox="1"/>
          <p:nvPr userDrawn="1"/>
        </p:nvSpPr>
        <p:spPr>
          <a:xfrm>
            <a:off x="166255" y="-748146"/>
            <a:ext cx="0" cy="0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/>
            <a:endParaRPr lang="x-none" sz="2000" err="1">
              <a:solidFill>
                <a:schemeClr val="bg2"/>
              </a:solidFill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DDEDBFC6-107C-1345-BD50-A6AAB5E4E94A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18523" y="409465"/>
            <a:ext cx="11089875" cy="454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6800" rIns="90000" bIns="46800" numCol="1" anchor="b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it-IT"/>
              <a:t>Titolo SEGOE </a:t>
            </a:r>
            <a:r>
              <a:rPr lang="it-IT" err="1"/>
              <a:t>Ui</a:t>
            </a:r>
            <a:r>
              <a:rPr lang="it-IT"/>
              <a:t> 26pt </a:t>
            </a:r>
          </a:p>
        </p:txBody>
      </p:sp>
      <p:sp>
        <p:nvSpPr>
          <p:cNvPr id="9" name="Segnaposto contenuto 3">
            <a:extLst>
              <a:ext uri="{FF2B5EF4-FFF2-40B4-BE49-F238E27FC236}">
                <a16:creationId xmlns:a16="http://schemas.microsoft.com/office/drawing/2014/main" id="{22A07DA2-A14A-F843-95D4-15446F2FE4BF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421548" y="912709"/>
            <a:ext cx="11089875" cy="301557"/>
          </a:xfrm>
        </p:spPr>
        <p:txBody>
          <a:bodyPr>
            <a:spAutoFit/>
          </a:bodyPr>
          <a:lstStyle>
            <a:lvl1pPr>
              <a:defRPr b="1"/>
            </a:lvl1pPr>
          </a:lstStyle>
          <a:p>
            <a:r>
              <a:rPr lang="x-none" sz="1800"/>
              <a:t>Sottotitolo Segoe UI 18pt</a:t>
            </a:r>
          </a:p>
        </p:txBody>
      </p:sp>
    </p:spTree>
    <p:extLst>
      <p:ext uri="{BB962C8B-B14F-4D97-AF65-F5344CB8AC3E}">
        <p14:creationId xmlns:p14="http://schemas.microsoft.com/office/powerpoint/2010/main" val="1610956660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 punto elenco 20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2">
            <a:extLst>
              <a:ext uri="{FF2B5EF4-FFF2-40B4-BE49-F238E27FC236}">
                <a16:creationId xmlns:a16="http://schemas.microsoft.com/office/drawing/2014/main" id="{18B84D3A-7043-C94D-8ACC-552EBBECD7D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06800" y="0"/>
            <a:ext cx="11178000" cy="86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6800" rIns="90000" bIns="4680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it-IT" dirty="0"/>
              <a:t>Titolo SEGOE </a:t>
            </a:r>
            <a:r>
              <a:rPr lang="it-IT" dirty="0" err="1"/>
              <a:t>Ui</a:t>
            </a:r>
            <a:r>
              <a:rPr lang="it-IT" dirty="0"/>
              <a:t> 28pt </a:t>
            </a:r>
          </a:p>
        </p:txBody>
      </p:sp>
      <p:sp>
        <p:nvSpPr>
          <p:cNvPr id="12" name="Segnaposto contenuto 2">
            <a:extLst>
              <a:ext uri="{FF2B5EF4-FFF2-40B4-BE49-F238E27FC236}">
                <a16:creationId xmlns:a16="http://schemas.microsoft.com/office/drawing/2014/main" id="{9DB941D6-5F86-0F46-A2F8-13CDA446159A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406800" y="881683"/>
            <a:ext cx="11176620" cy="390933"/>
          </a:xfrm>
          <a:prstGeom prst="rect">
            <a:avLst/>
          </a:prstGeom>
        </p:spPr>
        <p:txBody>
          <a:bodyPr vert="horz" lIns="0" tIns="45720" rIns="91440" bIns="45720" rtlCol="0">
            <a:normAutofit/>
          </a:bodyPr>
          <a:lstStyle>
            <a:lvl1pPr>
              <a:spcBef>
                <a:spcPts val="1200"/>
              </a:spcBef>
              <a:defRPr lang="it-IT" sz="2000" b="1" smtClean="0">
                <a:solidFill>
                  <a:schemeClr val="tx2"/>
                </a:solidFill>
              </a:defRPr>
            </a:lvl1pPr>
            <a:lvl2pPr>
              <a:defRPr lang="it-IT" smtClean="0"/>
            </a:lvl2pPr>
            <a:lvl3pPr>
              <a:defRPr lang="it-IT" smtClean="0"/>
            </a:lvl3pPr>
            <a:lvl4pPr>
              <a:defRPr lang="it-IT" smtClean="0"/>
            </a:lvl4pPr>
            <a:lvl5pPr>
              <a:defRPr lang="it-IT"/>
            </a:lvl5pPr>
          </a:lstStyle>
          <a:p>
            <a:pPr lvl="0"/>
            <a:r>
              <a:rPr lang="it-IT" dirty="0"/>
              <a:t>Sottotitolo Segoe UI 20pt</a:t>
            </a:r>
          </a:p>
        </p:txBody>
      </p:sp>
      <p:sp>
        <p:nvSpPr>
          <p:cNvPr id="13" name="Textplatzhalter 2">
            <a:extLst>
              <a:ext uri="{FF2B5EF4-FFF2-40B4-BE49-F238E27FC236}">
                <a16:creationId xmlns:a16="http://schemas.microsoft.com/office/drawing/2014/main" id="{69FFA206-89F2-EA43-A980-BEB25E5B76E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8217" y="1577975"/>
            <a:ext cx="10379075" cy="3730625"/>
          </a:xfrm>
        </p:spPr>
        <p:txBody>
          <a:bodyPr vert="horz" lIns="0" tIns="0" rIns="0" bIns="0" rtlCol="0">
            <a:noAutofit/>
          </a:bodyPr>
          <a:lstStyle>
            <a:lvl1pPr marL="342900" indent="-342900">
              <a:buFont typeface="Arial" panose="020B0604020202020204" pitchFamily="34" charset="0"/>
              <a:buChar char="•"/>
              <a:defRPr lang="de-DE" dirty="0">
                <a:latin typeface="Segoe UI" panose="020B0502040204020203" pitchFamily="34" charset="0"/>
              </a:defRPr>
            </a:lvl1pPr>
            <a:lvl2pPr marL="538296" indent="-285750">
              <a:buFont typeface="Arial" panose="020B0604020202020204" pitchFamily="34" charset="0"/>
              <a:buChar char="•"/>
              <a:defRPr lang="de-DE" sz="1800" dirty="0">
                <a:latin typeface="Segoe UI" panose="020B0502040204020203" pitchFamily="34" charset="0"/>
              </a:defRPr>
            </a:lvl2pPr>
            <a:lvl3pPr marL="799915" indent="-285750">
              <a:buFont typeface="Arial" panose="020B0604020202020204" pitchFamily="34" charset="0"/>
              <a:buChar char="•"/>
              <a:defRPr lang="de-DE" sz="1600" dirty="0">
                <a:latin typeface="Segoe UI" panose="020B0502040204020203" pitchFamily="34" charset="0"/>
              </a:defRPr>
            </a:lvl3pPr>
            <a:lvl4pPr marL="1052462" indent="-285750">
              <a:buFont typeface="Arial" panose="020B0604020202020204" pitchFamily="34" charset="0"/>
              <a:buChar char="•"/>
              <a:defRPr lang="de-DE" sz="1400" dirty="0">
                <a:latin typeface="Segoe UI" panose="020B0502040204020203" pitchFamily="34" charset="0"/>
              </a:defRPr>
            </a:lvl4pPr>
            <a:lvl5pPr marL="1199781" indent="-171450">
              <a:buFont typeface="Arial" panose="020B0604020202020204" pitchFamily="34" charset="0"/>
              <a:buChar char="•"/>
              <a:defRPr lang="de-DE" sz="1200" dirty="0">
                <a:latin typeface="Segoe UI" panose="020B0502040204020203" pitchFamily="34" charset="0"/>
              </a:defRPr>
            </a:lvl5pPr>
          </a:lstStyle>
          <a:p>
            <a:pPr marL="254058" lvl="0" indent="-254058"/>
            <a:r>
              <a:rPr lang="de-DE" dirty="0" err="1"/>
              <a:t>Testo</a:t>
            </a:r>
            <a:r>
              <a:rPr lang="de-DE" dirty="0"/>
              <a:t> 20pt</a:t>
            </a:r>
          </a:p>
          <a:p>
            <a:pPr lvl="1"/>
            <a:r>
              <a:rPr lang="de-DE" dirty="0" err="1"/>
              <a:t>Secondo</a:t>
            </a:r>
            <a:r>
              <a:rPr lang="de-DE" dirty="0"/>
              <a:t> </a:t>
            </a:r>
            <a:r>
              <a:rPr lang="de-DE" dirty="0" err="1"/>
              <a:t>livello</a:t>
            </a:r>
            <a:r>
              <a:rPr lang="de-DE" dirty="0"/>
              <a:t> 18pt</a:t>
            </a:r>
          </a:p>
          <a:p>
            <a:pPr lvl="2"/>
            <a:r>
              <a:rPr lang="de-DE" dirty="0" err="1"/>
              <a:t>Terzo</a:t>
            </a:r>
            <a:r>
              <a:rPr lang="de-DE" dirty="0"/>
              <a:t> </a:t>
            </a:r>
            <a:r>
              <a:rPr lang="de-DE" dirty="0" err="1"/>
              <a:t>livello</a:t>
            </a:r>
            <a:r>
              <a:rPr lang="de-DE" dirty="0"/>
              <a:t> 16pt</a:t>
            </a:r>
          </a:p>
          <a:p>
            <a:pPr lvl="3"/>
            <a:r>
              <a:rPr lang="de-DE" dirty="0"/>
              <a:t>Quarto </a:t>
            </a:r>
            <a:r>
              <a:rPr lang="de-DE" dirty="0" err="1"/>
              <a:t>livello</a:t>
            </a:r>
            <a:r>
              <a:rPr lang="de-DE" dirty="0"/>
              <a:t> 14pt</a:t>
            </a:r>
          </a:p>
          <a:p>
            <a:pPr lvl="4"/>
            <a:r>
              <a:rPr lang="de-DE" dirty="0" err="1"/>
              <a:t>Quinto</a:t>
            </a:r>
            <a:r>
              <a:rPr lang="de-DE" dirty="0"/>
              <a:t> </a:t>
            </a:r>
            <a:r>
              <a:rPr lang="de-DE" dirty="0" err="1"/>
              <a:t>livello</a:t>
            </a:r>
            <a:r>
              <a:rPr lang="de-DE" dirty="0"/>
              <a:t> 12pt</a:t>
            </a:r>
          </a:p>
        </p:txBody>
      </p:sp>
      <p:sp>
        <p:nvSpPr>
          <p:cNvPr id="7" name="Segnaposto data 3">
            <a:extLst>
              <a:ext uri="{FF2B5EF4-FFF2-40B4-BE49-F238E27FC236}">
                <a16:creationId xmlns:a16="http://schemas.microsoft.com/office/drawing/2014/main" id="{050D80B1-89CC-9344-A02B-4D528F40DD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06800" y="6414801"/>
            <a:ext cx="1399422" cy="123111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none" lIns="0" tIns="0" rIns="0" bIns="0" rtlCol="0" anchor="ctr">
            <a:spAutoFit/>
          </a:bodyPr>
          <a:lstStyle>
            <a:lvl1pPr algn="r">
              <a:defRPr lang="it-IT" sz="800" b="1" i="0" baseline="0" smtClean="0">
                <a:solidFill>
                  <a:srgbClr val="009FDA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algn="l" defTabSz="1219170"/>
            <a:r>
              <a:rPr lang="it-IT" dirty="0"/>
              <a:t>Formato data GG/MM/AAAA</a:t>
            </a:r>
          </a:p>
        </p:txBody>
      </p:sp>
      <p:sp>
        <p:nvSpPr>
          <p:cNvPr id="8" name="Segnaposto piè di pagina 4">
            <a:extLst>
              <a:ext uri="{FF2B5EF4-FFF2-40B4-BE49-F238E27FC236}">
                <a16:creationId xmlns:a16="http://schemas.microsoft.com/office/drawing/2014/main" id="{48DA7CDE-806D-514E-843E-382136FB81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6800" y="6551995"/>
            <a:ext cx="8465702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algn="r" rtl="1">
              <a:defRPr lang="it-IT" sz="800" i="0" baseline="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algn="l" defTabSz="1219170"/>
            <a:r>
              <a:rPr lang="en-GB" dirty="0" err="1"/>
              <a:t>Titolo</a:t>
            </a:r>
            <a:r>
              <a:rPr lang="en-GB" dirty="0"/>
              <a:t> </a:t>
            </a:r>
            <a:r>
              <a:rPr lang="en-GB" dirty="0" err="1"/>
              <a:t>presentazione</a:t>
            </a:r>
            <a:r>
              <a:rPr lang="en-GB" dirty="0"/>
              <a:t>   </a:t>
            </a:r>
            <a:r>
              <a:rPr lang="en-GB" dirty="0">
                <a:solidFill>
                  <a:schemeClr val="accent1"/>
                </a:solidFill>
              </a:rPr>
              <a:t>I </a:t>
            </a:r>
            <a:r>
              <a:rPr lang="en-GB" dirty="0"/>
              <a:t>  Nome </a:t>
            </a:r>
            <a:r>
              <a:rPr lang="en-GB" dirty="0" err="1"/>
              <a:t>relatore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01230531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olo vertical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1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162595" y="6662487"/>
            <a:ext cx="575733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algn="ctr" eaLnBrk="0" hangingPunct="0">
              <a:spcBef>
                <a:spcPct val="0"/>
              </a:spcBef>
              <a:buFontTx/>
              <a:buNone/>
              <a:defRPr sz="1000" b="1">
                <a:solidFill>
                  <a:srgbClr val="FFFFFF"/>
                </a:solidFill>
                <a:latin typeface="Arial"/>
                <a:cs typeface="Arial"/>
              </a:defRPr>
            </a:lvl1pPr>
          </a:lstStyle>
          <a:p>
            <a:fld id="{23B00D5B-2561-2E48-BDCC-C4BB1B12E5A4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0000148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Copertina azzurra visual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think-cell data - do not delete" hidden="1">
            <a:extLst>
              <a:ext uri="{FF2B5EF4-FFF2-40B4-BE49-F238E27FC236}">
                <a16:creationId xmlns:a16="http://schemas.microsoft.com/office/drawing/2014/main" id="{B953AFF9-0B43-DE8E-985E-EF5809676C0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8967708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9" imgH="360" progId="TCLayout.ActiveDocument.1">
                  <p:embed/>
                </p:oleObj>
              </mc:Choice>
              <mc:Fallback>
                <p:oleObj name="think-cell Slide" r:id="rId3" imgW="359" imgH="360" progId="TCLayout.ActiveDocument.1">
                  <p:embed/>
                  <p:pic>
                    <p:nvPicPr>
                      <p:cNvPr id="1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953AFF9-0B43-DE8E-985E-EF5809676C0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ttangolo 4">
            <a:extLst>
              <a:ext uri="{FF2B5EF4-FFF2-40B4-BE49-F238E27FC236}">
                <a16:creationId xmlns:a16="http://schemas.microsoft.com/office/drawing/2014/main" id="{2FFACC8B-9242-7E4F-8988-7FB1E1FD35BE}"/>
              </a:ext>
            </a:extLst>
          </p:cNvPr>
          <p:cNvSpPr/>
          <p:nvPr/>
        </p:nvSpPr>
        <p:spPr>
          <a:xfrm>
            <a:off x="11719112" y="0"/>
            <a:ext cx="472888" cy="6858000"/>
          </a:xfrm>
          <a:prstGeom prst="rect">
            <a:avLst/>
          </a:prstGeom>
          <a:solidFill>
            <a:srgbClr val="009FDA"/>
          </a:solidFill>
          <a:ln>
            <a:solidFill>
              <a:srgbClr val="009F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87DF3F80-6978-8A47-9044-E7705B5DE754}"/>
              </a:ext>
            </a:extLst>
          </p:cNvPr>
          <p:cNvSpPr txBox="1"/>
          <p:nvPr/>
        </p:nvSpPr>
        <p:spPr>
          <a:xfrm>
            <a:off x="13923818" y="4779818"/>
            <a:ext cx="0" cy="0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vert="horz" wrap="none" lIns="0" tIns="0" rIns="0" bIns="0" rtlCol="0">
            <a:noAutofit/>
          </a:bodyPr>
          <a:lstStyle/>
          <a:p>
            <a:pPr algn="l"/>
            <a:endParaRPr lang="x-none" sz="2000" err="1">
              <a:solidFill>
                <a:schemeClr val="bg1"/>
              </a:solidFill>
            </a:endParaRPr>
          </a:p>
        </p:txBody>
      </p:sp>
      <p:sp>
        <p:nvSpPr>
          <p:cNvPr id="15" name="Segnaposto numero diapositiva 5">
            <a:extLst>
              <a:ext uri="{FF2B5EF4-FFF2-40B4-BE49-F238E27FC236}">
                <a16:creationId xmlns:a16="http://schemas.microsoft.com/office/drawing/2014/main" id="{35E9E0F6-2753-4545-9D52-D333F0EFA148}"/>
              </a:ext>
            </a:extLst>
          </p:cNvPr>
          <p:cNvSpPr txBox="1">
            <a:spLocks/>
          </p:cNvSpPr>
          <p:nvPr/>
        </p:nvSpPr>
        <p:spPr>
          <a:xfrm>
            <a:off x="11718170" y="6495906"/>
            <a:ext cx="472888" cy="231173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 marL="0" algn="ctr" defTabSz="914400" rtl="0" eaLnBrk="1" latinLnBrk="0" hangingPunct="1">
              <a:defRPr lang="en-GB" sz="1000" b="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9170"/>
            <a:fld id="{B9D7DBFB-DCE9-42BC-A361-A0671D12ADFC}" type="slidenum">
              <a:rPr lang="it-IT" baseline="0" smtClean="0">
                <a:solidFill>
                  <a:srgbClr val="009FDA"/>
                </a:solidFill>
              </a:rPr>
              <a:pPr defTabSz="1219170"/>
              <a:t>‹N›</a:t>
            </a:fld>
            <a:endParaRPr lang="it-IT" baseline="0">
              <a:solidFill>
                <a:srgbClr val="009FDA"/>
              </a:solidFill>
            </a:endParaRPr>
          </a:p>
        </p:txBody>
      </p:sp>
      <p:sp>
        <p:nvSpPr>
          <p:cNvPr id="21" name="Titel 3">
            <a:extLst>
              <a:ext uri="{FF2B5EF4-FFF2-40B4-BE49-F238E27FC236}">
                <a16:creationId xmlns:a16="http://schemas.microsoft.com/office/drawing/2014/main" id="{FB9EDC09-F145-DE4C-A171-5D88764699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95063" y="3209210"/>
            <a:ext cx="5198325" cy="612775"/>
          </a:xfrm>
          <a:prstGeom prst="rect">
            <a:avLst/>
          </a:prstGeom>
        </p:spPr>
        <p:txBody>
          <a:bodyPr vert="horz"/>
          <a:lstStyle>
            <a:lvl1pPr algn="r">
              <a:lnSpc>
                <a:spcPct val="80000"/>
              </a:lnSpc>
              <a:defRPr sz="3000" b="0" cap="none" baseline="0">
                <a:solidFill>
                  <a:schemeClr val="bg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de-DE"/>
              <a:t>TITOLO, 30PT</a:t>
            </a:r>
            <a:endParaRPr lang="it-IT"/>
          </a:p>
        </p:txBody>
      </p:sp>
      <p:sp>
        <p:nvSpPr>
          <p:cNvPr id="22" name="Textplatzhalter 11">
            <a:extLst>
              <a:ext uri="{FF2B5EF4-FFF2-40B4-BE49-F238E27FC236}">
                <a16:creationId xmlns:a16="http://schemas.microsoft.com/office/drawing/2014/main" id="{2E763346-954F-174F-B931-2AB4206476F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395063" y="3916521"/>
            <a:ext cx="5112131" cy="576262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ct val="100000"/>
              </a:lnSpc>
              <a:spcAft>
                <a:spcPts val="600"/>
              </a:spcAft>
              <a:buNone/>
              <a:defRPr sz="2000">
                <a:solidFill>
                  <a:schemeClr val="bg1"/>
                </a:solidFill>
                <a:latin typeface="+mn-lt"/>
                <a:cs typeface="Segoe UI" panose="020B0502040204020203" pitchFamily="34" charset="0"/>
              </a:defRPr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de-DE" err="1"/>
              <a:t>Informazioni</a:t>
            </a:r>
            <a:r>
              <a:rPr lang="de-DE"/>
              <a:t> </a:t>
            </a:r>
            <a:r>
              <a:rPr lang="de-DE" err="1"/>
              <a:t>aggiuntive</a:t>
            </a:r>
            <a:r>
              <a:rPr lang="de-DE"/>
              <a:t>, 20pt</a:t>
            </a:r>
          </a:p>
        </p:txBody>
      </p:sp>
      <p:sp>
        <p:nvSpPr>
          <p:cNvPr id="23" name="Textplatzhalter 11">
            <a:extLst>
              <a:ext uri="{FF2B5EF4-FFF2-40B4-BE49-F238E27FC236}">
                <a16:creationId xmlns:a16="http://schemas.microsoft.com/office/drawing/2014/main" id="{B2FE66A1-A718-1349-AB23-C8615C037F2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95063" y="4913084"/>
            <a:ext cx="5112131" cy="321116"/>
          </a:xfrm>
          <a:prstGeom prst="rect">
            <a:avLst/>
          </a:prstGeom>
        </p:spPr>
        <p:txBody>
          <a:bodyPr anchor="b"/>
          <a:lstStyle>
            <a:lvl1pPr marL="0" indent="0" algn="r">
              <a:lnSpc>
                <a:spcPct val="100000"/>
              </a:lnSpc>
              <a:spcAft>
                <a:spcPts val="600"/>
              </a:spcAft>
              <a:buNone/>
              <a:defRPr sz="1600">
                <a:solidFill>
                  <a:schemeClr val="bg1"/>
                </a:solidFill>
                <a:latin typeface="+mn-lt"/>
                <a:cs typeface="Segoe UI" panose="020B0502040204020203" pitchFamily="34" charset="0"/>
              </a:defRPr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it-IT"/>
              <a:t>00 mese 0000</a:t>
            </a:r>
          </a:p>
        </p:txBody>
      </p:sp>
      <p:pic>
        <p:nvPicPr>
          <p:cNvPr id="10" name="Image" descr="Image">
            <a:extLst>
              <a:ext uri="{FF2B5EF4-FFF2-40B4-BE49-F238E27FC236}">
                <a16:creationId xmlns:a16="http://schemas.microsoft.com/office/drawing/2014/main" id="{E03C53A8-4DFA-0C4A-9178-9D2BF448A194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76137" y="6034267"/>
            <a:ext cx="1851248" cy="635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1" name="Immagine 10">
            <a:extLst>
              <a:ext uri="{FF2B5EF4-FFF2-40B4-BE49-F238E27FC236}">
                <a16:creationId xmlns:a16="http://schemas.microsoft.com/office/drawing/2014/main" id="{2985DB60-A64A-DD4E-9F28-7188FD23AB97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873" t="3715" r="2527" b="4953"/>
          <a:stretch/>
        </p:blipFill>
        <p:spPr>
          <a:xfrm>
            <a:off x="0" y="0"/>
            <a:ext cx="6183146" cy="6858000"/>
          </a:xfrm>
          <a:prstGeom prst="rect">
            <a:avLst/>
          </a:prstGeom>
        </p:spPr>
      </p:pic>
      <p:sp>
        <p:nvSpPr>
          <p:cNvPr id="3" name="Rettangolo 2">
            <a:extLst>
              <a:ext uri="{FF2B5EF4-FFF2-40B4-BE49-F238E27FC236}">
                <a16:creationId xmlns:a16="http://schemas.microsoft.com/office/drawing/2014/main" id="{B219FB42-239C-65AC-86B0-AF93F01C05C4}"/>
              </a:ext>
            </a:extLst>
          </p:cNvPr>
          <p:cNvSpPr/>
          <p:nvPr userDrawn="1"/>
        </p:nvSpPr>
        <p:spPr>
          <a:xfrm>
            <a:off x="11719112" y="0"/>
            <a:ext cx="472888" cy="6858000"/>
          </a:xfrm>
          <a:prstGeom prst="rect">
            <a:avLst/>
          </a:prstGeom>
          <a:solidFill>
            <a:srgbClr val="009FDA"/>
          </a:solidFill>
          <a:ln>
            <a:solidFill>
              <a:srgbClr val="009F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D9259AEE-B7A8-9C80-418B-1BCA85FDFDCD}"/>
              </a:ext>
            </a:extLst>
          </p:cNvPr>
          <p:cNvSpPr txBox="1"/>
          <p:nvPr userDrawn="1"/>
        </p:nvSpPr>
        <p:spPr>
          <a:xfrm>
            <a:off x="13923818" y="4779818"/>
            <a:ext cx="0" cy="0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vert="horz" wrap="none" lIns="0" tIns="0" rIns="0" bIns="0" rtlCol="0">
            <a:noAutofit/>
          </a:bodyPr>
          <a:lstStyle/>
          <a:p>
            <a:pPr algn="l"/>
            <a:endParaRPr lang="x-none" sz="2000" err="1">
              <a:solidFill>
                <a:schemeClr val="bg1"/>
              </a:solidFill>
            </a:endParaRP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DAC97451-D5F9-7050-60A9-A1A5EC56DFC2}"/>
              </a:ext>
            </a:extLst>
          </p:cNvPr>
          <p:cNvSpPr txBox="1">
            <a:spLocks/>
          </p:cNvSpPr>
          <p:nvPr userDrawn="1"/>
        </p:nvSpPr>
        <p:spPr>
          <a:xfrm>
            <a:off x="11718170" y="6495906"/>
            <a:ext cx="472888" cy="231173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 marL="0" algn="ctr" defTabSz="914400" rtl="0" eaLnBrk="1" latinLnBrk="0" hangingPunct="1">
              <a:defRPr lang="en-GB" sz="1000" b="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9170"/>
            <a:fld id="{B9D7DBFB-DCE9-42BC-A361-A0671D12ADFC}" type="slidenum">
              <a:rPr lang="it-IT" baseline="0" smtClean="0">
                <a:solidFill>
                  <a:srgbClr val="009FDA"/>
                </a:solidFill>
              </a:rPr>
              <a:pPr defTabSz="1219170"/>
              <a:t>‹N›</a:t>
            </a:fld>
            <a:endParaRPr lang="it-IT" baseline="0">
              <a:solidFill>
                <a:srgbClr val="009FDA"/>
              </a:solidFill>
            </a:endParaRPr>
          </a:p>
        </p:txBody>
      </p:sp>
      <p:pic>
        <p:nvPicPr>
          <p:cNvPr id="7" name="Image" descr="Image">
            <a:extLst>
              <a:ext uri="{FF2B5EF4-FFF2-40B4-BE49-F238E27FC236}">
                <a16:creationId xmlns:a16="http://schemas.microsoft.com/office/drawing/2014/main" id="{32939A50-2E07-4288-F48E-8BCACB878A4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76137" y="6034267"/>
            <a:ext cx="1851248" cy="635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8" name="Immagine 7">
            <a:extLst>
              <a:ext uri="{FF2B5EF4-FFF2-40B4-BE49-F238E27FC236}">
                <a16:creationId xmlns:a16="http://schemas.microsoft.com/office/drawing/2014/main" id="{C6C86650-8944-BBA9-C639-71E6A8E49A2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873" t="3715" r="2527" b="4953"/>
          <a:stretch/>
        </p:blipFill>
        <p:spPr>
          <a:xfrm>
            <a:off x="0" y="0"/>
            <a:ext cx="618314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05599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34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image" Target="../media/image2.sv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image" Target="../media/image1.emf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oleObject" Target="../embeddings/oleObject1.bin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tags" Target="../tags/tag2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46.xml"/><Relationship Id="rId18" Type="http://schemas.openxmlformats.org/officeDocument/2006/relationships/slideLayout" Target="../slideLayouts/slideLayout51.xml"/><Relationship Id="rId26" Type="http://schemas.openxmlformats.org/officeDocument/2006/relationships/slideLayout" Target="../slideLayouts/slideLayout59.xml"/><Relationship Id="rId39" Type="http://schemas.openxmlformats.org/officeDocument/2006/relationships/tags" Target="../tags/tag3.xml"/><Relationship Id="rId21" Type="http://schemas.openxmlformats.org/officeDocument/2006/relationships/slideLayout" Target="../slideLayouts/slideLayout54.xml"/><Relationship Id="rId34" Type="http://schemas.openxmlformats.org/officeDocument/2006/relationships/slideLayout" Target="../slideLayouts/slideLayout67.xml"/><Relationship Id="rId42" Type="http://schemas.openxmlformats.org/officeDocument/2006/relationships/image" Target="../media/image2.svg"/><Relationship Id="rId7" Type="http://schemas.openxmlformats.org/officeDocument/2006/relationships/slideLayout" Target="../slideLayouts/slideLayout40.xml"/><Relationship Id="rId2" Type="http://schemas.openxmlformats.org/officeDocument/2006/relationships/slideLayout" Target="../slideLayouts/slideLayout35.xml"/><Relationship Id="rId16" Type="http://schemas.openxmlformats.org/officeDocument/2006/relationships/slideLayout" Target="../slideLayouts/slideLayout49.xml"/><Relationship Id="rId20" Type="http://schemas.openxmlformats.org/officeDocument/2006/relationships/slideLayout" Target="../slideLayouts/slideLayout53.xml"/><Relationship Id="rId29" Type="http://schemas.openxmlformats.org/officeDocument/2006/relationships/slideLayout" Target="../slideLayouts/slideLayout62.xml"/><Relationship Id="rId41" Type="http://schemas.openxmlformats.org/officeDocument/2006/relationships/image" Target="../media/image1.emf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24" Type="http://schemas.openxmlformats.org/officeDocument/2006/relationships/slideLayout" Target="../slideLayouts/slideLayout57.xml"/><Relationship Id="rId32" Type="http://schemas.openxmlformats.org/officeDocument/2006/relationships/slideLayout" Target="../slideLayouts/slideLayout65.xml"/><Relationship Id="rId37" Type="http://schemas.openxmlformats.org/officeDocument/2006/relationships/slideLayout" Target="../slideLayouts/slideLayout70.xml"/><Relationship Id="rId40" Type="http://schemas.openxmlformats.org/officeDocument/2006/relationships/oleObject" Target="../embeddings/oleObject2.bin"/><Relationship Id="rId5" Type="http://schemas.openxmlformats.org/officeDocument/2006/relationships/slideLayout" Target="../slideLayouts/slideLayout38.xml"/><Relationship Id="rId15" Type="http://schemas.openxmlformats.org/officeDocument/2006/relationships/slideLayout" Target="../slideLayouts/slideLayout48.xml"/><Relationship Id="rId23" Type="http://schemas.openxmlformats.org/officeDocument/2006/relationships/slideLayout" Target="../slideLayouts/slideLayout56.xml"/><Relationship Id="rId28" Type="http://schemas.openxmlformats.org/officeDocument/2006/relationships/slideLayout" Target="../slideLayouts/slideLayout61.xml"/><Relationship Id="rId36" Type="http://schemas.openxmlformats.org/officeDocument/2006/relationships/slideLayout" Target="../slideLayouts/slideLayout69.xml"/><Relationship Id="rId10" Type="http://schemas.openxmlformats.org/officeDocument/2006/relationships/slideLayout" Target="../slideLayouts/slideLayout43.xml"/><Relationship Id="rId19" Type="http://schemas.openxmlformats.org/officeDocument/2006/relationships/slideLayout" Target="../slideLayouts/slideLayout52.xml"/><Relationship Id="rId31" Type="http://schemas.openxmlformats.org/officeDocument/2006/relationships/slideLayout" Target="../slideLayouts/slideLayout64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Relationship Id="rId14" Type="http://schemas.openxmlformats.org/officeDocument/2006/relationships/slideLayout" Target="../slideLayouts/slideLayout47.xml"/><Relationship Id="rId22" Type="http://schemas.openxmlformats.org/officeDocument/2006/relationships/slideLayout" Target="../slideLayouts/slideLayout55.xml"/><Relationship Id="rId27" Type="http://schemas.openxmlformats.org/officeDocument/2006/relationships/slideLayout" Target="../slideLayouts/slideLayout60.xml"/><Relationship Id="rId30" Type="http://schemas.openxmlformats.org/officeDocument/2006/relationships/slideLayout" Target="../slideLayouts/slideLayout63.xml"/><Relationship Id="rId35" Type="http://schemas.openxmlformats.org/officeDocument/2006/relationships/slideLayout" Target="../slideLayouts/slideLayout68.xml"/><Relationship Id="rId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6.xml"/><Relationship Id="rId12" Type="http://schemas.openxmlformats.org/officeDocument/2006/relationships/slideLayout" Target="../slideLayouts/slideLayout45.xml"/><Relationship Id="rId17" Type="http://schemas.openxmlformats.org/officeDocument/2006/relationships/slideLayout" Target="../slideLayouts/slideLayout50.xml"/><Relationship Id="rId25" Type="http://schemas.openxmlformats.org/officeDocument/2006/relationships/slideLayout" Target="../slideLayouts/slideLayout58.xml"/><Relationship Id="rId33" Type="http://schemas.openxmlformats.org/officeDocument/2006/relationships/slideLayout" Target="../slideLayouts/slideLayout66.xml"/><Relationship Id="rId38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83.xml"/><Relationship Id="rId18" Type="http://schemas.openxmlformats.org/officeDocument/2006/relationships/slideLayout" Target="../slideLayouts/slideLayout88.xml"/><Relationship Id="rId26" Type="http://schemas.openxmlformats.org/officeDocument/2006/relationships/slideLayout" Target="../slideLayouts/slideLayout96.xml"/><Relationship Id="rId21" Type="http://schemas.openxmlformats.org/officeDocument/2006/relationships/slideLayout" Target="../slideLayouts/slideLayout91.xml"/><Relationship Id="rId34" Type="http://schemas.openxmlformats.org/officeDocument/2006/relationships/theme" Target="../theme/theme3.xml"/><Relationship Id="rId7" Type="http://schemas.openxmlformats.org/officeDocument/2006/relationships/slideLayout" Target="../slideLayouts/slideLayout77.xml"/><Relationship Id="rId12" Type="http://schemas.openxmlformats.org/officeDocument/2006/relationships/slideLayout" Target="../slideLayouts/slideLayout82.xml"/><Relationship Id="rId17" Type="http://schemas.openxmlformats.org/officeDocument/2006/relationships/slideLayout" Target="../slideLayouts/slideLayout87.xml"/><Relationship Id="rId25" Type="http://schemas.openxmlformats.org/officeDocument/2006/relationships/slideLayout" Target="../slideLayouts/slideLayout95.xml"/><Relationship Id="rId33" Type="http://schemas.openxmlformats.org/officeDocument/2006/relationships/slideLayout" Target="../slideLayouts/slideLayout103.xml"/><Relationship Id="rId38" Type="http://schemas.openxmlformats.org/officeDocument/2006/relationships/image" Target="../media/image2.svg"/><Relationship Id="rId2" Type="http://schemas.openxmlformats.org/officeDocument/2006/relationships/slideLayout" Target="../slideLayouts/slideLayout72.xml"/><Relationship Id="rId16" Type="http://schemas.openxmlformats.org/officeDocument/2006/relationships/slideLayout" Target="../slideLayouts/slideLayout86.xml"/><Relationship Id="rId20" Type="http://schemas.openxmlformats.org/officeDocument/2006/relationships/slideLayout" Target="../slideLayouts/slideLayout90.xml"/><Relationship Id="rId29" Type="http://schemas.openxmlformats.org/officeDocument/2006/relationships/slideLayout" Target="../slideLayouts/slideLayout99.xml"/><Relationship Id="rId1" Type="http://schemas.openxmlformats.org/officeDocument/2006/relationships/slideLayout" Target="../slideLayouts/slideLayout71.xml"/><Relationship Id="rId6" Type="http://schemas.openxmlformats.org/officeDocument/2006/relationships/slideLayout" Target="../slideLayouts/slideLayout76.xml"/><Relationship Id="rId11" Type="http://schemas.openxmlformats.org/officeDocument/2006/relationships/slideLayout" Target="../slideLayouts/slideLayout81.xml"/><Relationship Id="rId24" Type="http://schemas.openxmlformats.org/officeDocument/2006/relationships/slideLayout" Target="../slideLayouts/slideLayout94.xml"/><Relationship Id="rId32" Type="http://schemas.openxmlformats.org/officeDocument/2006/relationships/slideLayout" Target="../slideLayouts/slideLayout102.xml"/><Relationship Id="rId37" Type="http://schemas.openxmlformats.org/officeDocument/2006/relationships/image" Target="../media/image1.emf"/><Relationship Id="rId5" Type="http://schemas.openxmlformats.org/officeDocument/2006/relationships/slideLayout" Target="../slideLayouts/slideLayout75.xml"/><Relationship Id="rId15" Type="http://schemas.openxmlformats.org/officeDocument/2006/relationships/slideLayout" Target="../slideLayouts/slideLayout85.xml"/><Relationship Id="rId23" Type="http://schemas.openxmlformats.org/officeDocument/2006/relationships/slideLayout" Target="../slideLayouts/slideLayout93.xml"/><Relationship Id="rId28" Type="http://schemas.openxmlformats.org/officeDocument/2006/relationships/slideLayout" Target="../slideLayouts/slideLayout98.xml"/><Relationship Id="rId36" Type="http://schemas.openxmlformats.org/officeDocument/2006/relationships/oleObject" Target="../embeddings/oleObject3.bin"/><Relationship Id="rId10" Type="http://schemas.openxmlformats.org/officeDocument/2006/relationships/slideLayout" Target="../slideLayouts/slideLayout80.xml"/><Relationship Id="rId19" Type="http://schemas.openxmlformats.org/officeDocument/2006/relationships/slideLayout" Target="../slideLayouts/slideLayout89.xml"/><Relationship Id="rId31" Type="http://schemas.openxmlformats.org/officeDocument/2006/relationships/slideLayout" Target="../slideLayouts/slideLayout101.xml"/><Relationship Id="rId4" Type="http://schemas.openxmlformats.org/officeDocument/2006/relationships/slideLayout" Target="../slideLayouts/slideLayout74.xml"/><Relationship Id="rId9" Type="http://schemas.openxmlformats.org/officeDocument/2006/relationships/slideLayout" Target="../slideLayouts/slideLayout79.xml"/><Relationship Id="rId14" Type="http://schemas.openxmlformats.org/officeDocument/2006/relationships/slideLayout" Target="../slideLayouts/slideLayout84.xml"/><Relationship Id="rId22" Type="http://schemas.openxmlformats.org/officeDocument/2006/relationships/slideLayout" Target="../slideLayouts/slideLayout92.xml"/><Relationship Id="rId27" Type="http://schemas.openxmlformats.org/officeDocument/2006/relationships/slideLayout" Target="../slideLayouts/slideLayout97.xml"/><Relationship Id="rId30" Type="http://schemas.openxmlformats.org/officeDocument/2006/relationships/slideLayout" Target="../slideLayouts/slideLayout100.xml"/><Relationship Id="rId35" Type="http://schemas.openxmlformats.org/officeDocument/2006/relationships/tags" Target="../tags/tag4.xml"/><Relationship Id="rId8" Type="http://schemas.openxmlformats.org/officeDocument/2006/relationships/slideLayout" Target="../slideLayouts/slideLayout78.xml"/><Relationship Id="rId3" Type="http://schemas.openxmlformats.org/officeDocument/2006/relationships/slideLayout" Target="../slideLayouts/slideLayout7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tags" Target="../tags/tag5.xml"/><Relationship Id="rId3" Type="http://schemas.openxmlformats.org/officeDocument/2006/relationships/slideLayout" Target="../slideLayouts/slideLayout106.xml"/><Relationship Id="rId7" Type="http://schemas.openxmlformats.org/officeDocument/2006/relationships/theme" Target="../theme/theme4.xml"/><Relationship Id="rId2" Type="http://schemas.openxmlformats.org/officeDocument/2006/relationships/slideLayout" Target="../slideLayouts/slideLayout105.xml"/><Relationship Id="rId1" Type="http://schemas.openxmlformats.org/officeDocument/2006/relationships/slideLayout" Target="../slideLayouts/slideLayout104.xml"/><Relationship Id="rId6" Type="http://schemas.openxmlformats.org/officeDocument/2006/relationships/slideLayout" Target="../slideLayouts/slideLayout109.xml"/><Relationship Id="rId11" Type="http://schemas.openxmlformats.org/officeDocument/2006/relationships/image" Target="../media/image2.svg"/><Relationship Id="rId5" Type="http://schemas.openxmlformats.org/officeDocument/2006/relationships/slideLayout" Target="../slideLayouts/slideLayout108.xml"/><Relationship Id="rId10" Type="http://schemas.openxmlformats.org/officeDocument/2006/relationships/image" Target="../media/image13.emf"/><Relationship Id="rId4" Type="http://schemas.openxmlformats.org/officeDocument/2006/relationships/slideLayout" Target="../slideLayouts/slideLayout107.xml"/><Relationship Id="rId9" Type="http://schemas.openxmlformats.org/officeDocument/2006/relationships/oleObject" Target="../embeddings/oleObject4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ggetto 2" hidden="1">
            <a:extLst>
              <a:ext uri="{FF2B5EF4-FFF2-40B4-BE49-F238E27FC236}">
                <a16:creationId xmlns:a16="http://schemas.microsoft.com/office/drawing/2014/main" id="{850A6A9C-2A2F-2BD0-EDF1-5AE8F875662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5"/>
            </p:custDataLst>
            <p:extLst>
              <p:ext uri="{D42A27DB-BD31-4B8C-83A1-F6EECF244321}">
                <p14:modId xmlns:p14="http://schemas.microsoft.com/office/powerpoint/2010/main" val="138172437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think-cell" r:id="rId36" imgW="395" imgH="394" progId="TCLayout.ActiveDocument.1">
                  <p:embed/>
                </p:oleObj>
              </mc:Choice>
              <mc:Fallback>
                <p:oleObj name="Diapositiva think-cell" r:id="rId36" imgW="395" imgH="394" progId="TCLayout.ActiveDocument.1">
                  <p:embed/>
                  <p:pic>
                    <p:nvPicPr>
                      <p:cNvPr id="3" name="Oggetto 2" hidden="1">
                        <a:extLst>
                          <a:ext uri="{FF2B5EF4-FFF2-40B4-BE49-F238E27FC236}">
                            <a16:creationId xmlns:a16="http://schemas.microsoft.com/office/drawing/2014/main" id="{850A6A9C-2A2F-2BD0-EDF1-5AE8F875662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0" name="Elemento grafico 39">
            <a:extLst>
              <a:ext uri="{FF2B5EF4-FFF2-40B4-BE49-F238E27FC236}">
                <a16:creationId xmlns:a16="http://schemas.microsoft.com/office/drawing/2014/main" id="{FF188034-895D-2744-9E9F-D69DDF7103B1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10262770" y="6226421"/>
            <a:ext cx="1243014" cy="426383"/>
          </a:xfrm>
          <a:prstGeom prst="rect">
            <a:avLst/>
          </a:prstGeom>
        </p:spPr>
      </p:pic>
      <p:sp>
        <p:nvSpPr>
          <p:cNvPr id="41" name="Rettangolo 40">
            <a:extLst>
              <a:ext uri="{FF2B5EF4-FFF2-40B4-BE49-F238E27FC236}">
                <a16:creationId xmlns:a16="http://schemas.microsoft.com/office/drawing/2014/main" id="{D91441EF-4EC8-8042-B69C-99841678C27F}"/>
              </a:ext>
            </a:extLst>
          </p:cNvPr>
          <p:cNvSpPr/>
          <p:nvPr userDrawn="1"/>
        </p:nvSpPr>
        <p:spPr>
          <a:xfrm>
            <a:off x="11719112" y="0"/>
            <a:ext cx="472888" cy="6858000"/>
          </a:xfrm>
          <a:prstGeom prst="rect">
            <a:avLst/>
          </a:prstGeom>
          <a:solidFill>
            <a:srgbClr val="009FD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2" name="Segnaposto numero diapositiva 5">
            <a:extLst>
              <a:ext uri="{FF2B5EF4-FFF2-40B4-BE49-F238E27FC236}">
                <a16:creationId xmlns:a16="http://schemas.microsoft.com/office/drawing/2014/main" id="{989C1696-CD19-A14C-9E03-20F21E720AD0}"/>
              </a:ext>
            </a:extLst>
          </p:cNvPr>
          <p:cNvSpPr txBox="1">
            <a:spLocks/>
          </p:cNvSpPr>
          <p:nvPr userDrawn="1"/>
        </p:nvSpPr>
        <p:spPr>
          <a:xfrm>
            <a:off x="11718170" y="3313413"/>
            <a:ext cx="472888" cy="231173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 marL="0" algn="ctr" defTabSz="914400" rtl="0" eaLnBrk="1" latinLnBrk="0" hangingPunct="1">
              <a:defRPr lang="en-GB" sz="1000" b="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9170"/>
            <a:fld id="{B9D7DBFB-DCE9-42BC-A361-A0671D12ADFC}" type="slidenum">
              <a:rPr lang="it-IT" sz="1400" b="1" i="0" baseline="0" smtClean="0">
                <a:latin typeface="Segoe UI "/>
              </a:rPr>
              <a:pPr defTabSz="1219170"/>
              <a:t>‹N›</a:t>
            </a:fld>
            <a:endParaRPr lang="it-IT" sz="1400" b="1" i="0" baseline="0">
              <a:latin typeface="Segoe UI "/>
            </a:endParaRPr>
          </a:p>
        </p:txBody>
      </p:sp>
      <p:sp>
        <p:nvSpPr>
          <p:cNvPr id="16" name="Textplatzhalter 3">
            <a:extLst>
              <a:ext uri="{FF2B5EF4-FFF2-40B4-BE49-F238E27FC236}">
                <a16:creationId xmlns:a16="http://schemas.microsoft.com/office/drawing/2014/main" id="{6261B05E-6FF9-ED4C-9214-8B3109FB23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9762" y="1526833"/>
            <a:ext cx="11076913" cy="1764522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/>
          <a:p>
            <a:pPr marL="252547" lvl="0" indent="-252547"/>
            <a:r>
              <a:rPr lang="de-DE" err="1"/>
              <a:t>Testo</a:t>
            </a:r>
            <a:r>
              <a:rPr lang="de-DE"/>
              <a:t>, 20pt</a:t>
            </a:r>
          </a:p>
          <a:p>
            <a:pPr lvl="1"/>
            <a:r>
              <a:rPr lang="it-IT"/>
              <a:t>Secondo livello 18pt</a:t>
            </a:r>
          </a:p>
          <a:p>
            <a:pPr lvl="2"/>
            <a:r>
              <a:rPr lang="it-IT"/>
              <a:t>Terzo livello 16pt</a:t>
            </a:r>
          </a:p>
          <a:p>
            <a:pPr lvl="3"/>
            <a:r>
              <a:rPr lang="it-IT"/>
              <a:t>Quarto livello 14pt</a:t>
            </a:r>
          </a:p>
          <a:p>
            <a:pPr lvl="4"/>
            <a:r>
              <a:rPr lang="it-IT"/>
              <a:t>Quinto livello 12pt</a:t>
            </a:r>
            <a:endParaRPr lang="de-DE"/>
          </a:p>
        </p:txBody>
      </p:sp>
      <p:sp>
        <p:nvSpPr>
          <p:cNvPr id="15" name="Rectangle 2">
            <a:extLst>
              <a:ext uri="{FF2B5EF4-FFF2-40B4-BE49-F238E27FC236}">
                <a16:creationId xmlns:a16="http://schemas.microsoft.com/office/drawing/2014/main" id="{7068C2A9-161F-8F46-9589-8F12516F04D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18523" y="409465"/>
            <a:ext cx="11089875" cy="454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6800" rIns="90000" bIns="46800" numCol="1" anchor="b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it-IT"/>
              <a:t>Titolo SEGOE </a:t>
            </a:r>
            <a:r>
              <a:rPr lang="it-IT" err="1"/>
              <a:t>Ui</a:t>
            </a:r>
            <a:r>
              <a:rPr lang="it-IT"/>
              <a:t> 26pt </a:t>
            </a:r>
          </a:p>
        </p:txBody>
      </p:sp>
    </p:spTree>
    <p:extLst>
      <p:ext uri="{BB962C8B-B14F-4D97-AF65-F5344CB8AC3E}">
        <p14:creationId xmlns:p14="http://schemas.microsoft.com/office/powerpoint/2010/main" val="7372306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737" r:id="rId1"/>
    <p:sldLayoutId id="2147485382" r:id="rId2"/>
    <p:sldLayoutId id="2147485406" r:id="rId3"/>
    <p:sldLayoutId id="2147485728" r:id="rId4"/>
    <p:sldLayoutId id="2147485147" r:id="rId5"/>
    <p:sldLayoutId id="2147485485" r:id="rId6"/>
    <p:sldLayoutId id="2147485395" r:id="rId7"/>
    <p:sldLayoutId id="2147485366" r:id="rId8"/>
    <p:sldLayoutId id="2147485155" r:id="rId9"/>
    <p:sldLayoutId id="2147485486" r:id="rId10"/>
    <p:sldLayoutId id="2147485414" r:id="rId11"/>
    <p:sldLayoutId id="2147485403" r:id="rId12"/>
    <p:sldLayoutId id="2147485502" r:id="rId13"/>
    <p:sldLayoutId id="2147485404" r:id="rId14"/>
    <p:sldLayoutId id="2147485383" r:id="rId15"/>
    <p:sldLayoutId id="2147485397" r:id="rId16"/>
    <p:sldLayoutId id="2147485398" r:id="rId17"/>
    <p:sldLayoutId id="2147485399" r:id="rId18"/>
    <p:sldLayoutId id="2147485400" r:id="rId19"/>
    <p:sldLayoutId id="2147485478" r:id="rId20"/>
    <p:sldLayoutId id="2147485738" r:id="rId21"/>
    <p:sldLayoutId id="2147485364" r:id="rId22"/>
    <p:sldLayoutId id="2147485374" r:id="rId23"/>
    <p:sldLayoutId id="2147485354" r:id="rId24"/>
    <p:sldLayoutId id="2147485373" r:id="rId25"/>
    <p:sldLayoutId id="2147485160" r:id="rId26"/>
    <p:sldLayoutId id="2147485408" r:id="rId27"/>
    <p:sldLayoutId id="2147485736" r:id="rId28"/>
    <p:sldLayoutId id="2147485731" r:id="rId29"/>
    <p:sldLayoutId id="2147485733" r:id="rId30"/>
    <p:sldLayoutId id="2147485726" r:id="rId31"/>
    <p:sldLayoutId id="2147485407" r:id="rId32"/>
    <p:sldLayoutId id="2147485786" r:id="rId33"/>
  </p:sldLayoutIdLst>
  <p:hf hdr="0"/>
  <p:txStyles>
    <p:titleStyle>
      <a:lvl1pPr algn="l" defTabSz="1219194" rtl="0" eaLnBrk="1" latinLnBrk="0" hangingPunct="1">
        <a:lnSpc>
          <a:spcPct val="90000"/>
        </a:lnSpc>
        <a:spcBef>
          <a:spcPct val="0"/>
        </a:spcBef>
        <a:buNone/>
        <a:defRPr lang="de-DE" sz="2600" b="1" kern="0" cap="all" spc="-52" baseline="0" noProof="0" dirty="0">
          <a:solidFill>
            <a:schemeClr val="accent1"/>
          </a:solidFill>
          <a:latin typeface="Segoe UI" panose="020B0502040204020203" pitchFamily="34" charset="0"/>
          <a:ea typeface="+mj-ea"/>
          <a:cs typeface="Segoe UI" panose="020B0502040204020203" pitchFamily="34" charset="0"/>
        </a:defRPr>
      </a:lvl1pPr>
    </p:titleStyle>
    <p:bodyStyle>
      <a:lvl1pPr marL="0" indent="0" algn="l" defTabSz="1219194" rtl="0" eaLnBrk="1" latinLnBrk="0" hangingPunct="1">
        <a:lnSpc>
          <a:spcPct val="120000"/>
        </a:lnSpc>
        <a:spcBef>
          <a:spcPts val="0"/>
        </a:spcBef>
        <a:spcAft>
          <a:spcPts val="600"/>
        </a:spcAft>
        <a:buClr>
          <a:schemeClr val="accent1"/>
        </a:buClr>
        <a:buSzPct val="110000"/>
        <a:buFont typeface="Wingdings" panose="05000000000000000000" pitchFamily="2" charset="2"/>
        <a:buNone/>
        <a:defRPr lang="de-DE" sz="2000" kern="1200" baseline="0" dirty="0" smtClean="0">
          <a:solidFill>
            <a:schemeClr val="tx2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1pPr>
      <a:lvl2pPr marL="252546" indent="0" algn="l" defTabSz="1219194" rtl="0" eaLnBrk="1" latinLnBrk="0" hangingPunct="1">
        <a:lnSpc>
          <a:spcPct val="120000"/>
        </a:lnSpc>
        <a:spcBef>
          <a:spcPts val="0"/>
        </a:spcBef>
        <a:spcAft>
          <a:spcPts val="600"/>
        </a:spcAft>
        <a:buClr>
          <a:schemeClr val="accent1"/>
        </a:buClr>
        <a:buSzPct val="110000"/>
        <a:buFont typeface="Wingdings" panose="05000000000000000000" pitchFamily="2" charset="2"/>
        <a:buNone/>
        <a:defRPr lang="de-DE" sz="1800" kern="1200" dirty="0" smtClean="0">
          <a:solidFill>
            <a:schemeClr val="tx2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2pPr>
      <a:lvl3pPr marL="514165" indent="0" algn="l" defTabSz="1219194" rtl="0" eaLnBrk="1" latinLnBrk="0" hangingPunct="1">
        <a:lnSpc>
          <a:spcPct val="120000"/>
        </a:lnSpc>
        <a:spcBef>
          <a:spcPts val="0"/>
        </a:spcBef>
        <a:spcAft>
          <a:spcPts val="600"/>
        </a:spcAft>
        <a:buClr>
          <a:schemeClr val="accent1"/>
        </a:buClr>
        <a:buSzPct val="110000"/>
        <a:buFont typeface="Wingdings" panose="05000000000000000000" pitchFamily="2" charset="2"/>
        <a:buNone/>
        <a:defRPr lang="de-DE" sz="1600" kern="1200" dirty="0" smtClean="0">
          <a:solidFill>
            <a:schemeClr val="tx2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3pPr>
      <a:lvl4pPr marL="766712" indent="0" algn="l" defTabSz="1219194" rtl="0" eaLnBrk="1" latinLnBrk="0" hangingPunct="1">
        <a:lnSpc>
          <a:spcPct val="120000"/>
        </a:lnSpc>
        <a:spcBef>
          <a:spcPts val="0"/>
        </a:spcBef>
        <a:spcAft>
          <a:spcPts val="600"/>
        </a:spcAft>
        <a:buClr>
          <a:schemeClr val="accent1"/>
        </a:buClr>
        <a:buSzPct val="110000"/>
        <a:buFont typeface="Wingdings" panose="05000000000000000000" pitchFamily="2" charset="2"/>
        <a:buNone/>
        <a:defRPr lang="de-DE" sz="1400" kern="1200" dirty="0" smtClean="0">
          <a:solidFill>
            <a:schemeClr val="tx2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4pPr>
      <a:lvl5pPr marL="1028331" indent="0" algn="l" defTabSz="1219194" rtl="0" eaLnBrk="1" latinLnBrk="0" hangingPunct="1">
        <a:lnSpc>
          <a:spcPct val="120000"/>
        </a:lnSpc>
        <a:spcBef>
          <a:spcPts val="0"/>
        </a:spcBef>
        <a:spcAft>
          <a:spcPts val="600"/>
        </a:spcAft>
        <a:buClr>
          <a:schemeClr val="accent1"/>
        </a:buClr>
        <a:buSzPct val="110000"/>
        <a:buFont typeface="Wingdings" panose="05000000000000000000" pitchFamily="2" charset="2"/>
        <a:buNone/>
        <a:defRPr lang="de-DE" sz="1200" kern="1200" dirty="0">
          <a:solidFill>
            <a:schemeClr val="tx2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5pPr>
      <a:lvl6pPr marL="3352782" indent="-304799" algn="l" defTabSz="1219194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79" indent="-304799" algn="l" defTabSz="1219194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975" indent="-304799" algn="l" defTabSz="1219194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572" indent="-304799" algn="l" defTabSz="1219194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94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97" algn="l" defTabSz="1219194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94" algn="l" defTabSz="1219194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91" algn="l" defTabSz="1219194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87" algn="l" defTabSz="1219194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85" algn="l" defTabSz="1219194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81" algn="l" defTabSz="1219194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176" algn="l" defTabSz="1219194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774" algn="l" defTabSz="1219194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731" userDrawn="1">
          <p15:clr>
            <a:srgbClr val="F26B43"/>
          </p15:clr>
        </p15:guide>
        <p15:guide id="6" pos="3545">
          <p15:clr>
            <a:srgbClr val="F26B43"/>
          </p15:clr>
        </p15:guide>
        <p15:guide id="8" pos="7242">
          <p15:clr>
            <a:srgbClr val="F26B43"/>
          </p15:clr>
        </p15:guide>
        <p15:guide id="9" orient="horz" pos="278">
          <p15:clr>
            <a:srgbClr val="F26B43"/>
          </p15:clr>
        </p15:guide>
        <p15:guide id="10" pos="257">
          <p15:clr>
            <a:srgbClr val="F26B43"/>
          </p15:clr>
        </p15:guide>
        <p15:guide id="13" orient="horz" pos="3793">
          <p15:clr>
            <a:srgbClr val="F26B43"/>
          </p15:clr>
        </p15:guide>
        <p15:guide id="24" orient="horz" pos="3930">
          <p15:clr>
            <a:srgbClr val="F26B43"/>
          </p15:clr>
        </p15:guide>
        <p15:guide id="28" orient="horz" pos="3271">
          <p15:clr>
            <a:srgbClr val="F26B43"/>
          </p15:clr>
        </p15:guide>
        <p15:guide id="29" orient="horz" pos="1457">
          <p15:clr>
            <a:srgbClr val="F26B43"/>
          </p15:clr>
        </p15:guide>
        <p15:guide id="30" pos="3908">
          <p15:clr>
            <a:srgbClr val="F26B43"/>
          </p15:clr>
        </p15:guide>
        <p15:guide id="31" pos="3723">
          <p15:clr>
            <a:srgbClr val="F26B43"/>
          </p15:clr>
        </p15:guide>
        <p15:guide id="32" orient="horz" pos="958" userDrawn="1">
          <p15:clr>
            <a:srgbClr val="F26B43"/>
          </p15:clr>
        </p15:guide>
        <p15:guide id="33" orient="horz" pos="2614">
          <p15:clr>
            <a:srgbClr val="F26B43"/>
          </p15:clr>
        </p15:guide>
        <p15:guide id="34" orient="horz" pos="1139">
          <p15:clr>
            <a:srgbClr val="F26B43"/>
          </p15:clr>
        </p15:guide>
        <p15:guide id="35" orient="horz" pos="459" userDrawn="1">
          <p15:clr>
            <a:srgbClr val="F26B43"/>
          </p15:clr>
        </p15:guide>
        <p15:guide id="37" orient="horz" pos="216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ggetto 2" hidden="1">
            <a:extLst>
              <a:ext uri="{FF2B5EF4-FFF2-40B4-BE49-F238E27FC236}">
                <a16:creationId xmlns:a16="http://schemas.microsoft.com/office/drawing/2014/main" id="{606752A1-79C8-0D6B-BC5F-905E4B8F632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9"/>
            </p:custDataLst>
            <p:extLst>
              <p:ext uri="{D42A27DB-BD31-4B8C-83A1-F6EECF244321}">
                <p14:modId xmlns:p14="http://schemas.microsoft.com/office/powerpoint/2010/main" val="49591996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think-cell" r:id="rId40" imgW="395" imgH="394" progId="TCLayout.ActiveDocument.1">
                  <p:embed/>
                </p:oleObj>
              </mc:Choice>
              <mc:Fallback>
                <p:oleObj name="Diapositiva think-cell" r:id="rId40" imgW="395" imgH="394" progId="TCLayout.ActiveDocument.1">
                  <p:embed/>
                  <p:pic>
                    <p:nvPicPr>
                      <p:cNvPr id="3" name="Oggetto 2" hidden="1">
                        <a:extLst>
                          <a:ext uri="{FF2B5EF4-FFF2-40B4-BE49-F238E27FC236}">
                            <a16:creationId xmlns:a16="http://schemas.microsoft.com/office/drawing/2014/main" id="{606752A1-79C8-0D6B-BC5F-905E4B8F632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0" name="Elemento grafico 39">
            <a:extLst>
              <a:ext uri="{FF2B5EF4-FFF2-40B4-BE49-F238E27FC236}">
                <a16:creationId xmlns:a16="http://schemas.microsoft.com/office/drawing/2014/main" id="{FF188034-895D-2744-9E9F-D69DDF7103B1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2"/>
              </a:ext>
            </a:extLst>
          </a:blip>
          <a:stretch>
            <a:fillRect/>
          </a:stretch>
        </p:blipFill>
        <p:spPr>
          <a:xfrm>
            <a:off x="10262770" y="6226421"/>
            <a:ext cx="1243014" cy="426383"/>
          </a:xfrm>
          <a:prstGeom prst="rect">
            <a:avLst/>
          </a:prstGeom>
        </p:spPr>
      </p:pic>
      <p:sp>
        <p:nvSpPr>
          <p:cNvPr id="41" name="Rettangolo 40">
            <a:extLst>
              <a:ext uri="{FF2B5EF4-FFF2-40B4-BE49-F238E27FC236}">
                <a16:creationId xmlns:a16="http://schemas.microsoft.com/office/drawing/2014/main" id="{D91441EF-4EC8-8042-B69C-99841678C27F}"/>
              </a:ext>
            </a:extLst>
          </p:cNvPr>
          <p:cNvSpPr/>
          <p:nvPr userDrawn="1"/>
        </p:nvSpPr>
        <p:spPr>
          <a:xfrm>
            <a:off x="11719112" y="0"/>
            <a:ext cx="472888" cy="6858000"/>
          </a:xfrm>
          <a:prstGeom prst="rect">
            <a:avLst/>
          </a:prstGeom>
          <a:solidFill>
            <a:srgbClr val="009FD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2" name="Segnaposto numero diapositiva 5">
            <a:extLst>
              <a:ext uri="{FF2B5EF4-FFF2-40B4-BE49-F238E27FC236}">
                <a16:creationId xmlns:a16="http://schemas.microsoft.com/office/drawing/2014/main" id="{989C1696-CD19-A14C-9E03-20F21E720AD0}"/>
              </a:ext>
            </a:extLst>
          </p:cNvPr>
          <p:cNvSpPr txBox="1">
            <a:spLocks/>
          </p:cNvSpPr>
          <p:nvPr userDrawn="1"/>
        </p:nvSpPr>
        <p:spPr>
          <a:xfrm>
            <a:off x="11718170" y="3313413"/>
            <a:ext cx="472888" cy="231173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 marL="0" algn="ctr" defTabSz="914400" rtl="0" eaLnBrk="1" latinLnBrk="0" hangingPunct="1">
              <a:defRPr lang="en-GB" sz="1000" b="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9170"/>
            <a:fld id="{B9D7DBFB-DCE9-42BC-A361-A0671D12ADFC}" type="slidenum">
              <a:rPr lang="it-IT" sz="1400" b="1" i="0" baseline="0" smtClean="0">
                <a:latin typeface="Segoe UI "/>
              </a:rPr>
              <a:pPr defTabSz="1219170"/>
              <a:t>‹N›</a:t>
            </a:fld>
            <a:endParaRPr lang="it-IT" sz="1400" b="1" i="0" baseline="0">
              <a:latin typeface="Segoe UI "/>
            </a:endParaRPr>
          </a:p>
        </p:txBody>
      </p:sp>
      <p:sp>
        <p:nvSpPr>
          <p:cNvPr id="16" name="Textplatzhalter 3">
            <a:extLst>
              <a:ext uri="{FF2B5EF4-FFF2-40B4-BE49-F238E27FC236}">
                <a16:creationId xmlns:a16="http://schemas.microsoft.com/office/drawing/2014/main" id="{6261B05E-6FF9-ED4C-9214-8B3109FB23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9762" y="1526833"/>
            <a:ext cx="11076913" cy="1764522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/>
          <a:p>
            <a:pPr marL="252547" lvl="0" indent="-252547"/>
            <a:r>
              <a:rPr lang="de-DE" err="1"/>
              <a:t>Testo</a:t>
            </a:r>
            <a:r>
              <a:rPr lang="de-DE"/>
              <a:t>, 20pt</a:t>
            </a:r>
          </a:p>
          <a:p>
            <a:pPr lvl="1"/>
            <a:r>
              <a:rPr lang="it-IT"/>
              <a:t>Secondo livello 18pt</a:t>
            </a:r>
          </a:p>
          <a:p>
            <a:pPr lvl="2"/>
            <a:r>
              <a:rPr lang="it-IT"/>
              <a:t>Terzo livello 16pt</a:t>
            </a:r>
          </a:p>
          <a:p>
            <a:pPr lvl="3"/>
            <a:r>
              <a:rPr lang="it-IT"/>
              <a:t>Quarto livello 14pt</a:t>
            </a:r>
          </a:p>
          <a:p>
            <a:pPr lvl="4"/>
            <a:r>
              <a:rPr lang="it-IT"/>
              <a:t>Quinto livello 12pt</a:t>
            </a:r>
            <a:endParaRPr lang="de-DE"/>
          </a:p>
        </p:txBody>
      </p:sp>
      <p:sp>
        <p:nvSpPr>
          <p:cNvPr id="15" name="Rectangle 2">
            <a:extLst>
              <a:ext uri="{FF2B5EF4-FFF2-40B4-BE49-F238E27FC236}">
                <a16:creationId xmlns:a16="http://schemas.microsoft.com/office/drawing/2014/main" id="{7068C2A9-161F-8F46-9589-8F12516F04D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18523" y="409465"/>
            <a:ext cx="11089875" cy="454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6800" rIns="90000" bIns="46800" numCol="1" anchor="b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it-IT"/>
              <a:t>Titolo SEGOE </a:t>
            </a:r>
            <a:r>
              <a:rPr lang="it-IT" err="1"/>
              <a:t>Ui</a:t>
            </a:r>
            <a:r>
              <a:rPr lang="it-IT"/>
              <a:t> 26pt </a:t>
            </a:r>
          </a:p>
        </p:txBody>
      </p:sp>
    </p:spTree>
    <p:extLst>
      <p:ext uri="{BB962C8B-B14F-4D97-AF65-F5344CB8AC3E}">
        <p14:creationId xmlns:p14="http://schemas.microsoft.com/office/powerpoint/2010/main" val="2031890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740" r:id="rId1"/>
    <p:sldLayoutId id="2147485741" r:id="rId2"/>
    <p:sldLayoutId id="2147485742" r:id="rId3"/>
    <p:sldLayoutId id="2147485743" r:id="rId4"/>
    <p:sldLayoutId id="2147485744" r:id="rId5"/>
    <p:sldLayoutId id="2147485745" r:id="rId6"/>
    <p:sldLayoutId id="2147485746" r:id="rId7"/>
    <p:sldLayoutId id="2147485747" r:id="rId8"/>
    <p:sldLayoutId id="2147485748" r:id="rId9"/>
    <p:sldLayoutId id="2147485749" r:id="rId10"/>
    <p:sldLayoutId id="2147485750" r:id="rId11"/>
    <p:sldLayoutId id="2147485751" r:id="rId12"/>
    <p:sldLayoutId id="2147485752" r:id="rId13"/>
    <p:sldLayoutId id="2147485753" r:id="rId14"/>
    <p:sldLayoutId id="2147485754" r:id="rId15"/>
    <p:sldLayoutId id="2147485755" r:id="rId16"/>
    <p:sldLayoutId id="2147485756" r:id="rId17"/>
    <p:sldLayoutId id="2147485757" r:id="rId18"/>
    <p:sldLayoutId id="2147485758" r:id="rId19"/>
    <p:sldLayoutId id="2147485759" r:id="rId20"/>
    <p:sldLayoutId id="2147485760" r:id="rId21"/>
    <p:sldLayoutId id="2147485761" r:id="rId22"/>
    <p:sldLayoutId id="2147485762" r:id="rId23"/>
    <p:sldLayoutId id="2147485763" r:id="rId24"/>
    <p:sldLayoutId id="2147485764" r:id="rId25"/>
    <p:sldLayoutId id="2147485765" r:id="rId26"/>
    <p:sldLayoutId id="2147485766" r:id="rId27"/>
    <p:sldLayoutId id="2147485767" r:id="rId28"/>
    <p:sldLayoutId id="2147485768" r:id="rId29"/>
    <p:sldLayoutId id="2147485769" r:id="rId30"/>
    <p:sldLayoutId id="2147485770" r:id="rId31"/>
    <p:sldLayoutId id="2147485771" r:id="rId32"/>
    <p:sldLayoutId id="2147485772" r:id="rId33"/>
    <p:sldLayoutId id="2147485773" r:id="rId34"/>
    <p:sldLayoutId id="2147485774" r:id="rId35"/>
    <p:sldLayoutId id="2147485775" r:id="rId36"/>
    <p:sldLayoutId id="2147485776" r:id="rId37"/>
  </p:sldLayoutIdLst>
  <p:hf hdr="0"/>
  <p:txStyles>
    <p:titleStyle>
      <a:lvl1pPr algn="l" defTabSz="1219194" rtl="0" eaLnBrk="1" latinLnBrk="0" hangingPunct="1">
        <a:lnSpc>
          <a:spcPct val="90000"/>
        </a:lnSpc>
        <a:spcBef>
          <a:spcPct val="0"/>
        </a:spcBef>
        <a:buNone/>
        <a:defRPr lang="de-DE" sz="2600" b="1" kern="0" cap="all" spc="-52" baseline="0" noProof="0" dirty="0">
          <a:solidFill>
            <a:schemeClr val="accent1"/>
          </a:solidFill>
          <a:latin typeface="Segoe UI" panose="020B0502040204020203" pitchFamily="34" charset="0"/>
          <a:ea typeface="+mj-ea"/>
          <a:cs typeface="Segoe UI" panose="020B0502040204020203" pitchFamily="34" charset="0"/>
        </a:defRPr>
      </a:lvl1pPr>
    </p:titleStyle>
    <p:bodyStyle>
      <a:lvl1pPr marL="0" indent="0" algn="l" defTabSz="1219194" rtl="0" eaLnBrk="1" latinLnBrk="0" hangingPunct="1">
        <a:lnSpc>
          <a:spcPct val="120000"/>
        </a:lnSpc>
        <a:spcBef>
          <a:spcPts val="0"/>
        </a:spcBef>
        <a:spcAft>
          <a:spcPts val="600"/>
        </a:spcAft>
        <a:buClr>
          <a:schemeClr val="accent1"/>
        </a:buClr>
        <a:buSzPct val="110000"/>
        <a:buFont typeface="Wingdings" panose="05000000000000000000" pitchFamily="2" charset="2"/>
        <a:buNone/>
        <a:defRPr lang="de-DE" sz="2000" kern="1200" baseline="0" dirty="0" smtClean="0">
          <a:solidFill>
            <a:schemeClr val="tx2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1pPr>
      <a:lvl2pPr marL="252546" indent="0" algn="l" defTabSz="1219194" rtl="0" eaLnBrk="1" latinLnBrk="0" hangingPunct="1">
        <a:lnSpc>
          <a:spcPct val="120000"/>
        </a:lnSpc>
        <a:spcBef>
          <a:spcPts val="0"/>
        </a:spcBef>
        <a:spcAft>
          <a:spcPts val="600"/>
        </a:spcAft>
        <a:buClr>
          <a:schemeClr val="accent1"/>
        </a:buClr>
        <a:buSzPct val="110000"/>
        <a:buFont typeface="Wingdings" panose="05000000000000000000" pitchFamily="2" charset="2"/>
        <a:buNone/>
        <a:defRPr lang="de-DE" sz="1800" kern="1200" dirty="0" smtClean="0">
          <a:solidFill>
            <a:schemeClr val="tx2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2pPr>
      <a:lvl3pPr marL="514165" indent="0" algn="l" defTabSz="1219194" rtl="0" eaLnBrk="1" latinLnBrk="0" hangingPunct="1">
        <a:lnSpc>
          <a:spcPct val="120000"/>
        </a:lnSpc>
        <a:spcBef>
          <a:spcPts val="0"/>
        </a:spcBef>
        <a:spcAft>
          <a:spcPts val="600"/>
        </a:spcAft>
        <a:buClr>
          <a:schemeClr val="accent1"/>
        </a:buClr>
        <a:buSzPct val="110000"/>
        <a:buFont typeface="Wingdings" panose="05000000000000000000" pitchFamily="2" charset="2"/>
        <a:buNone/>
        <a:defRPr lang="de-DE" sz="1600" kern="1200" dirty="0" smtClean="0">
          <a:solidFill>
            <a:schemeClr val="tx2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3pPr>
      <a:lvl4pPr marL="766712" indent="0" algn="l" defTabSz="1219194" rtl="0" eaLnBrk="1" latinLnBrk="0" hangingPunct="1">
        <a:lnSpc>
          <a:spcPct val="120000"/>
        </a:lnSpc>
        <a:spcBef>
          <a:spcPts val="0"/>
        </a:spcBef>
        <a:spcAft>
          <a:spcPts val="600"/>
        </a:spcAft>
        <a:buClr>
          <a:schemeClr val="accent1"/>
        </a:buClr>
        <a:buSzPct val="110000"/>
        <a:buFont typeface="Wingdings" panose="05000000000000000000" pitchFamily="2" charset="2"/>
        <a:buNone/>
        <a:defRPr lang="de-DE" sz="1400" kern="1200" dirty="0" smtClean="0">
          <a:solidFill>
            <a:schemeClr val="tx2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4pPr>
      <a:lvl5pPr marL="1028331" indent="0" algn="l" defTabSz="1219194" rtl="0" eaLnBrk="1" latinLnBrk="0" hangingPunct="1">
        <a:lnSpc>
          <a:spcPct val="120000"/>
        </a:lnSpc>
        <a:spcBef>
          <a:spcPts val="0"/>
        </a:spcBef>
        <a:spcAft>
          <a:spcPts val="600"/>
        </a:spcAft>
        <a:buClr>
          <a:schemeClr val="accent1"/>
        </a:buClr>
        <a:buSzPct val="110000"/>
        <a:buFont typeface="Wingdings" panose="05000000000000000000" pitchFamily="2" charset="2"/>
        <a:buNone/>
        <a:defRPr lang="de-DE" sz="1200" kern="1200" dirty="0">
          <a:solidFill>
            <a:schemeClr val="tx2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5pPr>
      <a:lvl6pPr marL="3352782" indent="-304799" algn="l" defTabSz="1219194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79" indent="-304799" algn="l" defTabSz="1219194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975" indent="-304799" algn="l" defTabSz="1219194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572" indent="-304799" algn="l" defTabSz="1219194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94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97" algn="l" defTabSz="1219194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94" algn="l" defTabSz="1219194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91" algn="l" defTabSz="1219194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87" algn="l" defTabSz="1219194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85" algn="l" defTabSz="1219194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81" algn="l" defTabSz="1219194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176" algn="l" defTabSz="1219194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774" algn="l" defTabSz="1219194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731">
          <p15:clr>
            <a:srgbClr val="F26B43"/>
          </p15:clr>
        </p15:guide>
        <p15:guide id="6" pos="3545">
          <p15:clr>
            <a:srgbClr val="F26B43"/>
          </p15:clr>
        </p15:guide>
        <p15:guide id="8" pos="7242">
          <p15:clr>
            <a:srgbClr val="F26B43"/>
          </p15:clr>
        </p15:guide>
        <p15:guide id="9" orient="horz" pos="278">
          <p15:clr>
            <a:srgbClr val="F26B43"/>
          </p15:clr>
        </p15:guide>
        <p15:guide id="10" pos="257">
          <p15:clr>
            <a:srgbClr val="F26B43"/>
          </p15:clr>
        </p15:guide>
        <p15:guide id="13" orient="horz" pos="3793">
          <p15:clr>
            <a:srgbClr val="F26B43"/>
          </p15:clr>
        </p15:guide>
        <p15:guide id="24" orient="horz" pos="3930">
          <p15:clr>
            <a:srgbClr val="F26B43"/>
          </p15:clr>
        </p15:guide>
        <p15:guide id="28" orient="horz" pos="3271">
          <p15:clr>
            <a:srgbClr val="F26B43"/>
          </p15:clr>
        </p15:guide>
        <p15:guide id="29" orient="horz" pos="1457">
          <p15:clr>
            <a:srgbClr val="F26B43"/>
          </p15:clr>
        </p15:guide>
        <p15:guide id="30" pos="3908">
          <p15:clr>
            <a:srgbClr val="F26B43"/>
          </p15:clr>
        </p15:guide>
        <p15:guide id="31" pos="3723">
          <p15:clr>
            <a:srgbClr val="F26B43"/>
          </p15:clr>
        </p15:guide>
        <p15:guide id="32" orient="horz" pos="958">
          <p15:clr>
            <a:srgbClr val="F26B43"/>
          </p15:clr>
        </p15:guide>
        <p15:guide id="33" orient="horz" pos="2614">
          <p15:clr>
            <a:srgbClr val="F26B43"/>
          </p15:clr>
        </p15:guide>
        <p15:guide id="34" orient="horz" pos="1139">
          <p15:clr>
            <a:srgbClr val="F26B43"/>
          </p15:clr>
        </p15:guide>
        <p15:guide id="35" orient="horz" pos="459">
          <p15:clr>
            <a:srgbClr val="F26B43"/>
          </p15:clr>
        </p15:guide>
        <p15:guide id="37" orient="horz" pos="2160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ggetto 2" hidden="1">
            <a:extLst>
              <a:ext uri="{FF2B5EF4-FFF2-40B4-BE49-F238E27FC236}">
                <a16:creationId xmlns:a16="http://schemas.microsoft.com/office/drawing/2014/main" id="{850A6A9C-2A2F-2BD0-EDF1-5AE8F875662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5"/>
            </p:custDataLst>
            <p:extLst>
              <p:ext uri="{D42A27DB-BD31-4B8C-83A1-F6EECF244321}">
                <p14:modId xmlns:p14="http://schemas.microsoft.com/office/powerpoint/2010/main" val="138172437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think-cell" r:id="rId36" imgW="395" imgH="394" progId="TCLayout.ActiveDocument.1">
                  <p:embed/>
                </p:oleObj>
              </mc:Choice>
              <mc:Fallback>
                <p:oleObj name="Diapositiva think-cell" r:id="rId36" imgW="395" imgH="394" progId="TCLayout.ActiveDocument.1">
                  <p:embed/>
                  <p:pic>
                    <p:nvPicPr>
                      <p:cNvPr id="3" name="Oggetto 2" hidden="1">
                        <a:extLst>
                          <a:ext uri="{FF2B5EF4-FFF2-40B4-BE49-F238E27FC236}">
                            <a16:creationId xmlns:a16="http://schemas.microsoft.com/office/drawing/2014/main" id="{850A6A9C-2A2F-2BD0-EDF1-5AE8F875662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0" name="Elemento grafico 39">
            <a:extLst>
              <a:ext uri="{FF2B5EF4-FFF2-40B4-BE49-F238E27FC236}">
                <a16:creationId xmlns:a16="http://schemas.microsoft.com/office/drawing/2014/main" id="{FF188034-895D-2744-9E9F-D69DDF7103B1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10262770" y="6226421"/>
            <a:ext cx="1243014" cy="426383"/>
          </a:xfrm>
          <a:prstGeom prst="rect">
            <a:avLst/>
          </a:prstGeom>
        </p:spPr>
      </p:pic>
      <p:sp>
        <p:nvSpPr>
          <p:cNvPr id="41" name="Rettangolo 40">
            <a:extLst>
              <a:ext uri="{FF2B5EF4-FFF2-40B4-BE49-F238E27FC236}">
                <a16:creationId xmlns:a16="http://schemas.microsoft.com/office/drawing/2014/main" id="{D91441EF-4EC8-8042-B69C-99841678C27F}"/>
              </a:ext>
            </a:extLst>
          </p:cNvPr>
          <p:cNvSpPr/>
          <p:nvPr userDrawn="1"/>
        </p:nvSpPr>
        <p:spPr>
          <a:xfrm>
            <a:off x="11719112" y="0"/>
            <a:ext cx="472888" cy="6858000"/>
          </a:xfrm>
          <a:prstGeom prst="rect">
            <a:avLst/>
          </a:prstGeom>
          <a:solidFill>
            <a:srgbClr val="009FD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2" name="Segnaposto numero diapositiva 5">
            <a:extLst>
              <a:ext uri="{FF2B5EF4-FFF2-40B4-BE49-F238E27FC236}">
                <a16:creationId xmlns:a16="http://schemas.microsoft.com/office/drawing/2014/main" id="{989C1696-CD19-A14C-9E03-20F21E720AD0}"/>
              </a:ext>
            </a:extLst>
          </p:cNvPr>
          <p:cNvSpPr txBox="1">
            <a:spLocks/>
          </p:cNvSpPr>
          <p:nvPr userDrawn="1"/>
        </p:nvSpPr>
        <p:spPr>
          <a:xfrm>
            <a:off x="11718170" y="3313413"/>
            <a:ext cx="472888" cy="231173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 marL="0" algn="ctr" defTabSz="914400" rtl="0" eaLnBrk="1" latinLnBrk="0" hangingPunct="1">
              <a:defRPr lang="en-GB" sz="1000" b="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9170"/>
            <a:fld id="{B9D7DBFB-DCE9-42BC-A361-A0671D12ADFC}" type="slidenum">
              <a:rPr lang="it-IT" sz="1400" b="1" i="0" baseline="0" smtClean="0">
                <a:latin typeface="Segoe UI "/>
              </a:rPr>
              <a:pPr defTabSz="1219170"/>
              <a:t>‹N›</a:t>
            </a:fld>
            <a:endParaRPr lang="it-IT" sz="1400" b="1" i="0" baseline="0">
              <a:latin typeface="Segoe UI "/>
            </a:endParaRPr>
          </a:p>
        </p:txBody>
      </p:sp>
      <p:sp>
        <p:nvSpPr>
          <p:cNvPr id="16" name="Textplatzhalter 3">
            <a:extLst>
              <a:ext uri="{FF2B5EF4-FFF2-40B4-BE49-F238E27FC236}">
                <a16:creationId xmlns:a16="http://schemas.microsoft.com/office/drawing/2014/main" id="{6261B05E-6FF9-ED4C-9214-8B3109FB23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9762" y="1526833"/>
            <a:ext cx="11076913" cy="1764522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/>
          <a:p>
            <a:pPr marL="252547" lvl="0" indent="-252547"/>
            <a:r>
              <a:rPr lang="de-DE" err="1"/>
              <a:t>Testo</a:t>
            </a:r>
            <a:r>
              <a:rPr lang="de-DE"/>
              <a:t>, 20pt</a:t>
            </a:r>
          </a:p>
          <a:p>
            <a:pPr lvl="1"/>
            <a:r>
              <a:rPr lang="it-IT"/>
              <a:t>Secondo livello 18pt</a:t>
            </a:r>
          </a:p>
          <a:p>
            <a:pPr lvl="2"/>
            <a:r>
              <a:rPr lang="it-IT"/>
              <a:t>Terzo livello 16pt</a:t>
            </a:r>
          </a:p>
          <a:p>
            <a:pPr lvl="3"/>
            <a:r>
              <a:rPr lang="it-IT"/>
              <a:t>Quarto livello 14pt</a:t>
            </a:r>
          </a:p>
          <a:p>
            <a:pPr lvl="4"/>
            <a:r>
              <a:rPr lang="it-IT"/>
              <a:t>Quinto livello 12pt</a:t>
            </a:r>
            <a:endParaRPr lang="de-DE"/>
          </a:p>
        </p:txBody>
      </p:sp>
      <p:sp>
        <p:nvSpPr>
          <p:cNvPr id="15" name="Rectangle 2">
            <a:extLst>
              <a:ext uri="{FF2B5EF4-FFF2-40B4-BE49-F238E27FC236}">
                <a16:creationId xmlns:a16="http://schemas.microsoft.com/office/drawing/2014/main" id="{7068C2A9-161F-8F46-9589-8F12516F04D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18523" y="409465"/>
            <a:ext cx="11089875" cy="454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6800" rIns="90000" bIns="46800" numCol="1" anchor="b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it-IT"/>
              <a:t>Titolo SEGOE </a:t>
            </a:r>
            <a:r>
              <a:rPr lang="it-IT" err="1"/>
              <a:t>Ui</a:t>
            </a:r>
            <a:r>
              <a:rPr lang="it-IT"/>
              <a:t> 26pt </a:t>
            </a:r>
          </a:p>
        </p:txBody>
      </p:sp>
    </p:spTree>
    <p:extLst>
      <p:ext uri="{BB962C8B-B14F-4D97-AF65-F5344CB8AC3E}">
        <p14:creationId xmlns:p14="http://schemas.microsoft.com/office/powerpoint/2010/main" val="15585189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788" r:id="rId1"/>
    <p:sldLayoutId id="2147485789" r:id="rId2"/>
    <p:sldLayoutId id="2147485790" r:id="rId3"/>
    <p:sldLayoutId id="2147485791" r:id="rId4"/>
    <p:sldLayoutId id="2147485792" r:id="rId5"/>
    <p:sldLayoutId id="2147485793" r:id="rId6"/>
    <p:sldLayoutId id="2147485794" r:id="rId7"/>
    <p:sldLayoutId id="2147485795" r:id="rId8"/>
    <p:sldLayoutId id="2147485796" r:id="rId9"/>
    <p:sldLayoutId id="2147485797" r:id="rId10"/>
    <p:sldLayoutId id="2147485798" r:id="rId11"/>
    <p:sldLayoutId id="2147485799" r:id="rId12"/>
    <p:sldLayoutId id="2147485800" r:id="rId13"/>
    <p:sldLayoutId id="2147485801" r:id="rId14"/>
    <p:sldLayoutId id="2147485802" r:id="rId15"/>
    <p:sldLayoutId id="2147485803" r:id="rId16"/>
    <p:sldLayoutId id="2147485804" r:id="rId17"/>
    <p:sldLayoutId id="2147485805" r:id="rId18"/>
    <p:sldLayoutId id="2147485806" r:id="rId19"/>
    <p:sldLayoutId id="2147485807" r:id="rId20"/>
    <p:sldLayoutId id="2147485808" r:id="rId21"/>
    <p:sldLayoutId id="2147485809" r:id="rId22"/>
    <p:sldLayoutId id="2147485810" r:id="rId23"/>
    <p:sldLayoutId id="2147485811" r:id="rId24"/>
    <p:sldLayoutId id="2147485812" r:id="rId25"/>
    <p:sldLayoutId id="2147485813" r:id="rId26"/>
    <p:sldLayoutId id="2147485814" r:id="rId27"/>
    <p:sldLayoutId id="2147485815" r:id="rId28"/>
    <p:sldLayoutId id="2147485816" r:id="rId29"/>
    <p:sldLayoutId id="2147485817" r:id="rId30"/>
    <p:sldLayoutId id="2147485818" r:id="rId31"/>
    <p:sldLayoutId id="2147485819" r:id="rId32"/>
    <p:sldLayoutId id="2147485820" r:id="rId33"/>
  </p:sldLayoutIdLst>
  <p:hf hdr="0"/>
  <p:txStyles>
    <p:titleStyle>
      <a:lvl1pPr algn="l" defTabSz="1219194" rtl="0" eaLnBrk="1" latinLnBrk="0" hangingPunct="1">
        <a:lnSpc>
          <a:spcPct val="90000"/>
        </a:lnSpc>
        <a:spcBef>
          <a:spcPct val="0"/>
        </a:spcBef>
        <a:buNone/>
        <a:defRPr lang="de-DE" sz="2600" b="1" kern="0" cap="all" spc="-52" baseline="0" noProof="0" dirty="0">
          <a:solidFill>
            <a:schemeClr val="accent1"/>
          </a:solidFill>
          <a:latin typeface="Segoe UI" panose="020B0502040204020203" pitchFamily="34" charset="0"/>
          <a:ea typeface="+mj-ea"/>
          <a:cs typeface="Segoe UI" panose="020B0502040204020203" pitchFamily="34" charset="0"/>
        </a:defRPr>
      </a:lvl1pPr>
    </p:titleStyle>
    <p:bodyStyle>
      <a:lvl1pPr marL="0" indent="0" algn="l" defTabSz="1219194" rtl="0" eaLnBrk="1" latinLnBrk="0" hangingPunct="1">
        <a:lnSpc>
          <a:spcPct val="120000"/>
        </a:lnSpc>
        <a:spcBef>
          <a:spcPts val="0"/>
        </a:spcBef>
        <a:spcAft>
          <a:spcPts val="600"/>
        </a:spcAft>
        <a:buClr>
          <a:schemeClr val="accent1"/>
        </a:buClr>
        <a:buSzPct val="110000"/>
        <a:buFont typeface="Wingdings" panose="05000000000000000000" pitchFamily="2" charset="2"/>
        <a:buNone/>
        <a:defRPr lang="de-DE" sz="2000" kern="1200" baseline="0" dirty="0" smtClean="0">
          <a:solidFill>
            <a:schemeClr val="tx2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1pPr>
      <a:lvl2pPr marL="252546" indent="0" algn="l" defTabSz="1219194" rtl="0" eaLnBrk="1" latinLnBrk="0" hangingPunct="1">
        <a:lnSpc>
          <a:spcPct val="120000"/>
        </a:lnSpc>
        <a:spcBef>
          <a:spcPts val="0"/>
        </a:spcBef>
        <a:spcAft>
          <a:spcPts val="600"/>
        </a:spcAft>
        <a:buClr>
          <a:schemeClr val="accent1"/>
        </a:buClr>
        <a:buSzPct val="110000"/>
        <a:buFont typeface="Wingdings" panose="05000000000000000000" pitchFamily="2" charset="2"/>
        <a:buNone/>
        <a:defRPr lang="de-DE" sz="1800" kern="1200" dirty="0" smtClean="0">
          <a:solidFill>
            <a:schemeClr val="tx2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2pPr>
      <a:lvl3pPr marL="514165" indent="0" algn="l" defTabSz="1219194" rtl="0" eaLnBrk="1" latinLnBrk="0" hangingPunct="1">
        <a:lnSpc>
          <a:spcPct val="120000"/>
        </a:lnSpc>
        <a:spcBef>
          <a:spcPts val="0"/>
        </a:spcBef>
        <a:spcAft>
          <a:spcPts val="600"/>
        </a:spcAft>
        <a:buClr>
          <a:schemeClr val="accent1"/>
        </a:buClr>
        <a:buSzPct val="110000"/>
        <a:buFont typeface="Wingdings" panose="05000000000000000000" pitchFamily="2" charset="2"/>
        <a:buNone/>
        <a:defRPr lang="de-DE" sz="1600" kern="1200" dirty="0" smtClean="0">
          <a:solidFill>
            <a:schemeClr val="tx2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3pPr>
      <a:lvl4pPr marL="766712" indent="0" algn="l" defTabSz="1219194" rtl="0" eaLnBrk="1" latinLnBrk="0" hangingPunct="1">
        <a:lnSpc>
          <a:spcPct val="120000"/>
        </a:lnSpc>
        <a:spcBef>
          <a:spcPts val="0"/>
        </a:spcBef>
        <a:spcAft>
          <a:spcPts val="600"/>
        </a:spcAft>
        <a:buClr>
          <a:schemeClr val="accent1"/>
        </a:buClr>
        <a:buSzPct val="110000"/>
        <a:buFont typeface="Wingdings" panose="05000000000000000000" pitchFamily="2" charset="2"/>
        <a:buNone/>
        <a:defRPr lang="de-DE" sz="1400" kern="1200" dirty="0" smtClean="0">
          <a:solidFill>
            <a:schemeClr val="tx2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4pPr>
      <a:lvl5pPr marL="1028331" indent="0" algn="l" defTabSz="1219194" rtl="0" eaLnBrk="1" latinLnBrk="0" hangingPunct="1">
        <a:lnSpc>
          <a:spcPct val="120000"/>
        </a:lnSpc>
        <a:spcBef>
          <a:spcPts val="0"/>
        </a:spcBef>
        <a:spcAft>
          <a:spcPts val="600"/>
        </a:spcAft>
        <a:buClr>
          <a:schemeClr val="accent1"/>
        </a:buClr>
        <a:buSzPct val="110000"/>
        <a:buFont typeface="Wingdings" panose="05000000000000000000" pitchFamily="2" charset="2"/>
        <a:buNone/>
        <a:defRPr lang="de-DE" sz="1200" kern="1200" dirty="0">
          <a:solidFill>
            <a:schemeClr val="tx2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5pPr>
      <a:lvl6pPr marL="3352782" indent="-304799" algn="l" defTabSz="1219194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79" indent="-304799" algn="l" defTabSz="1219194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975" indent="-304799" algn="l" defTabSz="1219194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572" indent="-304799" algn="l" defTabSz="1219194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94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97" algn="l" defTabSz="1219194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94" algn="l" defTabSz="1219194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91" algn="l" defTabSz="1219194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87" algn="l" defTabSz="1219194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85" algn="l" defTabSz="1219194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81" algn="l" defTabSz="1219194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176" algn="l" defTabSz="1219194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774" algn="l" defTabSz="1219194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731">
          <p15:clr>
            <a:srgbClr val="F26B43"/>
          </p15:clr>
        </p15:guide>
        <p15:guide id="6" pos="3545">
          <p15:clr>
            <a:srgbClr val="F26B43"/>
          </p15:clr>
        </p15:guide>
        <p15:guide id="8" pos="7242">
          <p15:clr>
            <a:srgbClr val="F26B43"/>
          </p15:clr>
        </p15:guide>
        <p15:guide id="9" orient="horz" pos="278">
          <p15:clr>
            <a:srgbClr val="F26B43"/>
          </p15:clr>
        </p15:guide>
        <p15:guide id="10" pos="257">
          <p15:clr>
            <a:srgbClr val="F26B43"/>
          </p15:clr>
        </p15:guide>
        <p15:guide id="13" orient="horz" pos="3793">
          <p15:clr>
            <a:srgbClr val="F26B43"/>
          </p15:clr>
        </p15:guide>
        <p15:guide id="24" orient="horz" pos="3930">
          <p15:clr>
            <a:srgbClr val="F26B43"/>
          </p15:clr>
        </p15:guide>
        <p15:guide id="28" orient="horz" pos="3271">
          <p15:clr>
            <a:srgbClr val="F26B43"/>
          </p15:clr>
        </p15:guide>
        <p15:guide id="29" orient="horz" pos="1457">
          <p15:clr>
            <a:srgbClr val="F26B43"/>
          </p15:clr>
        </p15:guide>
        <p15:guide id="30" pos="3908">
          <p15:clr>
            <a:srgbClr val="F26B43"/>
          </p15:clr>
        </p15:guide>
        <p15:guide id="31" pos="3723">
          <p15:clr>
            <a:srgbClr val="F26B43"/>
          </p15:clr>
        </p15:guide>
        <p15:guide id="32" orient="horz" pos="958">
          <p15:clr>
            <a:srgbClr val="F26B43"/>
          </p15:clr>
        </p15:guide>
        <p15:guide id="33" orient="horz" pos="2614">
          <p15:clr>
            <a:srgbClr val="F26B43"/>
          </p15:clr>
        </p15:guide>
        <p15:guide id="34" orient="horz" pos="1139">
          <p15:clr>
            <a:srgbClr val="F26B43"/>
          </p15:clr>
        </p15:guide>
        <p15:guide id="35" orient="horz" pos="459">
          <p15:clr>
            <a:srgbClr val="F26B43"/>
          </p15:clr>
        </p15:guide>
        <p15:guide id="37" orient="horz" pos="2160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ggetto 2" hidden="1">
            <a:extLst>
              <a:ext uri="{FF2B5EF4-FFF2-40B4-BE49-F238E27FC236}">
                <a16:creationId xmlns:a16="http://schemas.microsoft.com/office/drawing/2014/main" id="{8B5CD72A-53E8-AF64-C140-36C8263217FF}"/>
              </a:ext>
            </a:extLst>
          </p:cNvPr>
          <p:cNvGraphicFramePr>
            <a:graphicFrameLocks noChangeAspect="1"/>
          </p:cNvGraphicFramePr>
          <p:nvPr>
            <p:custDataLst>
              <p:tags r:id="rId8"/>
            </p:custDataLst>
            <p:extLst>
              <p:ext uri="{D42A27DB-BD31-4B8C-83A1-F6EECF244321}">
                <p14:modId xmlns:p14="http://schemas.microsoft.com/office/powerpoint/2010/main" val="121549137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395" imgH="396" progId="TCLayout.ActiveDocument.1">
                  <p:embed/>
                </p:oleObj>
              </mc:Choice>
              <mc:Fallback>
                <p:oleObj name="think-cell Slide" r:id="rId9" imgW="395" imgH="396" progId="TCLayout.ActiveDocument.1">
                  <p:embed/>
                  <p:pic>
                    <p:nvPicPr>
                      <p:cNvPr id="3" name="Oggetto 2" hidden="1">
                        <a:extLst>
                          <a:ext uri="{FF2B5EF4-FFF2-40B4-BE49-F238E27FC236}">
                            <a16:creationId xmlns:a16="http://schemas.microsoft.com/office/drawing/2014/main" id="{8B5CD72A-53E8-AF64-C140-36C8263217F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0" name="Elemento grafico 39">
            <a:extLst>
              <a:ext uri="{FF2B5EF4-FFF2-40B4-BE49-F238E27FC236}">
                <a16:creationId xmlns:a16="http://schemas.microsoft.com/office/drawing/2014/main" id="{FF188034-895D-2744-9E9F-D69DDF7103B1}"/>
              </a:ext>
            </a:extLst>
          </p:cNvPr>
          <p:cNvPicPr>
            <a:picLocks noChangeAspect="1"/>
          </p:cNvPicPr>
          <p:nvPr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262770" y="6226421"/>
            <a:ext cx="1243014" cy="426383"/>
          </a:xfrm>
          <a:prstGeom prst="rect">
            <a:avLst/>
          </a:prstGeom>
        </p:spPr>
      </p:pic>
      <p:sp>
        <p:nvSpPr>
          <p:cNvPr id="41" name="Rettangolo 40">
            <a:extLst>
              <a:ext uri="{FF2B5EF4-FFF2-40B4-BE49-F238E27FC236}">
                <a16:creationId xmlns:a16="http://schemas.microsoft.com/office/drawing/2014/main" id="{D91441EF-4EC8-8042-B69C-99841678C27F}"/>
              </a:ext>
            </a:extLst>
          </p:cNvPr>
          <p:cNvSpPr/>
          <p:nvPr/>
        </p:nvSpPr>
        <p:spPr>
          <a:xfrm>
            <a:off x="11719112" y="0"/>
            <a:ext cx="472888" cy="6858000"/>
          </a:xfrm>
          <a:prstGeom prst="rect">
            <a:avLst/>
          </a:prstGeom>
          <a:solidFill>
            <a:srgbClr val="009FD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2" name="Segnaposto numero diapositiva 5">
            <a:extLst>
              <a:ext uri="{FF2B5EF4-FFF2-40B4-BE49-F238E27FC236}">
                <a16:creationId xmlns:a16="http://schemas.microsoft.com/office/drawing/2014/main" id="{989C1696-CD19-A14C-9E03-20F21E720AD0}"/>
              </a:ext>
            </a:extLst>
          </p:cNvPr>
          <p:cNvSpPr txBox="1">
            <a:spLocks/>
          </p:cNvSpPr>
          <p:nvPr/>
        </p:nvSpPr>
        <p:spPr>
          <a:xfrm>
            <a:off x="11718170" y="3313413"/>
            <a:ext cx="472888" cy="231173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 marL="0" algn="ctr" defTabSz="914400" rtl="0" eaLnBrk="1" latinLnBrk="0" hangingPunct="1">
              <a:defRPr lang="en-GB" sz="1000" b="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9170"/>
            <a:fld id="{B9D7DBFB-DCE9-42BC-A361-A0671D12ADFC}" type="slidenum">
              <a:rPr lang="it-IT" sz="1400" b="1" i="0" baseline="0" smtClean="0">
                <a:latin typeface="Segoe UI "/>
              </a:rPr>
              <a:pPr defTabSz="1219170"/>
              <a:t>‹N›</a:t>
            </a:fld>
            <a:endParaRPr lang="it-IT" sz="1400" b="1" i="0" baseline="0">
              <a:latin typeface="Segoe UI "/>
            </a:endParaRPr>
          </a:p>
        </p:txBody>
      </p:sp>
      <p:sp>
        <p:nvSpPr>
          <p:cNvPr id="16" name="Textplatzhalter 3">
            <a:extLst>
              <a:ext uri="{FF2B5EF4-FFF2-40B4-BE49-F238E27FC236}">
                <a16:creationId xmlns:a16="http://schemas.microsoft.com/office/drawing/2014/main" id="{6261B05E-6FF9-ED4C-9214-8B3109FB23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9762" y="1526833"/>
            <a:ext cx="11053763" cy="449455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marL="252547" lvl="0" indent="-252547"/>
            <a:r>
              <a:rPr lang="de-DE" err="1"/>
              <a:t>Testo</a:t>
            </a:r>
            <a:r>
              <a:rPr lang="de-DE"/>
              <a:t>, 20pt</a:t>
            </a:r>
          </a:p>
          <a:p>
            <a:pPr lvl="1"/>
            <a:r>
              <a:rPr lang="it-IT"/>
              <a:t>Secondo livello 18pt</a:t>
            </a:r>
          </a:p>
          <a:p>
            <a:pPr lvl="2"/>
            <a:r>
              <a:rPr lang="it-IT"/>
              <a:t>Terzo livello 16pt</a:t>
            </a:r>
          </a:p>
          <a:p>
            <a:pPr lvl="3"/>
            <a:r>
              <a:rPr lang="it-IT"/>
              <a:t>Quarto livello 14pt</a:t>
            </a:r>
          </a:p>
          <a:p>
            <a:pPr lvl="4"/>
            <a:r>
              <a:rPr lang="it-IT"/>
              <a:t>Quinto livello 12pt</a:t>
            </a:r>
            <a:endParaRPr lang="de-DE"/>
          </a:p>
        </p:txBody>
      </p:sp>
      <p:sp>
        <p:nvSpPr>
          <p:cNvPr id="15" name="Rectangle 2">
            <a:extLst>
              <a:ext uri="{FF2B5EF4-FFF2-40B4-BE49-F238E27FC236}">
                <a16:creationId xmlns:a16="http://schemas.microsoft.com/office/drawing/2014/main" id="{7068C2A9-161F-8F46-9589-8F12516F04D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06800" y="126272"/>
            <a:ext cx="11089875" cy="7378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6800" rIns="90000" bIns="46800" numCol="1" anchor="b" anchorCtr="0" compatLnSpc="1">
            <a:prstTxWarp prst="textNoShape">
              <a:avLst/>
            </a:prstTxWarp>
            <a:noAutofit/>
          </a:bodyPr>
          <a:lstStyle/>
          <a:p>
            <a:pPr lvl="0"/>
            <a:r>
              <a:rPr lang="it-IT"/>
              <a:t>Titolo SEGOE </a:t>
            </a:r>
            <a:r>
              <a:rPr lang="it-IT" err="1"/>
              <a:t>Ui</a:t>
            </a:r>
            <a:r>
              <a:rPr lang="it-IT"/>
              <a:t> 26pt </a:t>
            </a:r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5AD0E461-1054-05EF-5094-6B5997EE04A4}"/>
              </a:ext>
            </a:extLst>
          </p:cNvPr>
          <p:cNvSpPr/>
          <p:nvPr userDrawn="1"/>
        </p:nvSpPr>
        <p:spPr>
          <a:xfrm>
            <a:off x="11719112" y="0"/>
            <a:ext cx="472888" cy="6858000"/>
          </a:xfrm>
          <a:prstGeom prst="rect">
            <a:avLst/>
          </a:prstGeom>
          <a:solidFill>
            <a:srgbClr val="009FD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5" name="Elemento grafico 4">
            <a:extLst>
              <a:ext uri="{FF2B5EF4-FFF2-40B4-BE49-F238E27FC236}">
                <a16:creationId xmlns:a16="http://schemas.microsoft.com/office/drawing/2014/main" id="{B2518EFE-53DB-B485-D1E0-8F38EED67795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262770" y="6226421"/>
            <a:ext cx="1243014" cy="426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0252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822" r:id="rId1"/>
    <p:sldLayoutId id="2147485823" r:id="rId2"/>
    <p:sldLayoutId id="2147485824" r:id="rId3"/>
    <p:sldLayoutId id="2147485825" r:id="rId4"/>
    <p:sldLayoutId id="2147485826" r:id="rId5"/>
    <p:sldLayoutId id="2147485827" r:id="rId6"/>
  </p:sldLayoutIdLst>
  <p:hf hdr="0" ftr="0" dt="0"/>
  <p:txStyles>
    <p:titleStyle>
      <a:lvl1pPr algn="l" defTabSz="1219194" rtl="0" eaLnBrk="1" latinLnBrk="0" hangingPunct="1">
        <a:lnSpc>
          <a:spcPct val="90000"/>
        </a:lnSpc>
        <a:spcBef>
          <a:spcPct val="0"/>
        </a:spcBef>
        <a:buNone/>
        <a:defRPr lang="de-DE" sz="2600" b="1" kern="0" cap="all" spc="-52" baseline="0" noProof="0" dirty="0">
          <a:solidFill>
            <a:schemeClr val="accent1"/>
          </a:solidFill>
          <a:latin typeface="+mn-lt"/>
          <a:ea typeface="+mj-ea"/>
          <a:cs typeface="Segoe UI" panose="020B0502040204020203" pitchFamily="34" charset="0"/>
        </a:defRPr>
      </a:lvl1pPr>
    </p:titleStyle>
    <p:bodyStyle>
      <a:lvl1pPr marL="0" indent="0" algn="l" defTabSz="1219194" rtl="0" eaLnBrk="1" latinLnBrk="0" hangingPunct="1">
        <a:lnSpc>
          <a:spcPct val="120000"/>
        </a:lnSpc>
        <a:spcBef>
          <a:spcPts val="0"/>
        </a:spcBef>
        <a:spcAft>
          <a:spcPts val="600"/>
        </a:spcAft>
        <a:buClr>
          <a:schemeClr val="accent1"/>
        </a:buClr>
        <a:buSzPct val="110000"/>
        <a:buFont typeface="Wingdings" panose="05000000000000000000" pitchFamily="2" charset="2"/>
        <a:buNone/>
        <a:defRPr lang="de-DE" sz="2000" kern="1200" baseline="0" dirty="0" smtClean="0">
          <a:solidFill>
            <a:schemeClr val="tx2"/>
          </a:solidFill>
          <a:latin typeface="+mn-lt"/>
          <a:ea typeface="+mn-ea"/>
          <a:cs typeface="Segoe UI" panose="020B0502040204020203" pitchFamily="34" charset="0"/>
        </a:defRPr>
      </a:lvl1pPr>
      <a:lvl2pPr marL="252546" indent="0" algn="l" defTabSz="1219194" rtl="0" eaLnBrk="1" latinLnBrk="0" hangingPunct="1">
        <a:lnSpc>
          <a:spcPct val="120000"/>
        </a:lnSpc>
        <a:spcBef>
          <a:spcPts val="0"/>
        </a:spcBef>
        <a:spcAft>
          <a:spcPts val="600"/>
        </a:spcAft>
        <a:buClr>
          <a:schemeClr val="accent1"/>
        </a:buClr>
        <a:buSzPct val="110000"/>
        <a:buFont typeface="Wingdings" panose="05000000000000000000" pitchFamily="2" charset="2"/>
        <a:buNone/>
        <a:defRPr lang="de-DE" sz="1800" kern="1200" dirty="0" smtClean="0">
          <a:solidFill>
            <a:schemeClr val="tx2"/>
          </a:solidFill>
          <a:latin typeface="+mn-lt"/>
          <a:ea typeface="+mn-ea"/>
          <a:cs typeface="Segoe UI" panose="020B0502040204020203" pitchFamily="34" charset="0"/>
        </a:defRPr>
      </a:lvl2pPr>
      <a:lvl3pPr marL="514165" indent="0" algn="l" defTabSz="1219194" rtl="0" eaLnBrk="1" latinLnBrk="0" hangingPunct="1">
        <a:lnSpc>
          <a:spcPct val="120000"/>
        </a:lnSpc>
        <a:spcBef>
          <a:spcPts val="0"/>
        </a:spcBef>
        <a:spcAft>
          <a:spcPts val="600"/>
        </a:spcAft>
        <a:buClr>
          <a:schemeClr val="accent1"/>
        </a:buClr>
        <a:buSzPct val="110000"/>
        <a:buFont typeface="Wingdings" panose="05000000000000000000" pitchFamily="2" charset="2"/>
        <a:buNone/>
        <a:defRPr lang="de-DE" sz="1600" kern="1200" dirty="0" smtClean="0">
          <a:solidFill>
            <a:schemeClr val="tx2"/>
          </a:solidFill>
          <a:latin typeface="+mn-lt"/>
          <a:ea typeface="+mn-ea"/>
          <a:cs typeface="Segoe UI" panose="020B0502040204020203" pitchFamily="34" charset="0"/>
        </a:defRPr>
      </a:lvl3pPr>
      <a:lvl4pPr marL="766712" indent="0" algn="l" defTabSz="1219194" rtl="0" eaLnBrk="1" latinLnBrk="0" hangingPunct="1">
        <a:lnSpc>
          <a:spcPct val="120000"/>
        </a:lnSpc>
        <a:spcBef>
          <a:spcPts val="0"/>
        </a:spcBef>
        <a:spcAft>
          <a:spcPts val="600"/>
        </a:spcAft>
        <a:buClr>
          <a:schemeClr val="accent1"/>
        </a:buClr>
        <a:buSzPct val="110000"/>
        <a:buFont typeface="Wingdings" panose="05000000000000000000" pitchFamily="2" charset="2"/>
        <a:buNone/>
        <a:defRPr lang="de-DE" sz="1400" kern="1200" dirty="0" smtClean="0">
          <a:solidFill>
            <a:schemeClr val="tx2"/>
          </a:solidFill>
          <a:latin typeface="+mn-lt"/>
          <a:ea typeface="+mn-ea"/>
          <a:cs typeface="Segoe UI" panose="020B0502040204020203" pitchFamily="34" charset="0"/>
        </a:defRPr>
      </a:lvl4pPr>
      <a:lvl5pPr marL="1028331" indent="0" algn="l" defTabSz="1219194" rtl="0" eaLnBrk="1" latinLnBrk="0" hangingPunct="1">
        <a:lnSpc>
          <a:spcPct val="120000"/>
        </a:lnSpc>
        <a:spcBef>
          <a:spcPts val="0"/>
        </a:spcBef>
        <a:spcAft>
          <a:spcPts val="600"/>
        </a:spcAft>
        <a:buClr>
          <a:schemeClr val="accent1"/>
        </a:buClr>
        <a:buSzPct val="110000"/>
        <a:buFont typeface="Wingdings" panose="05000000000000000000" pitchFamily="2" charset="2"/>
        <a:buNone/>
        <a:defRPr lang="de-DE" sz="1200" kern="1200" dirty="0">
          <a:solidFill>
            <a:schemeClr val="tx2"/>
          </a:solidFill>
          <a:latin typeface="+mn-lt"/>
          <a:ea typeface="+mn-ea"/>
          <a:cs typeface="Segoe UI" panose="020B0502040204020203" pitchFamily="34" charset="0"/>
        </a:defRPr>
      </a:lvl5pPr>
      <a:lvl6pPr marL="3352782" indent="-304799" algn="l" defTabSz="1219194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79" indent="-304799" algn="l" defTabSz="1219194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975" indent="-304799" algn="l" defTabSz="1219194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572" indent="-304799" algn="l" defTabSz="1219194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94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97" algn="l" defTabSz="1219194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94" algn="l" defTabSz="1219194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91" algn="l" defTabSz="1219194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87" algn="l" defTabSz="1219194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85" algn="l" defTabSz="1219194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81" algn="l" defTabSz="1219194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176" algn="l" defTabSz="1219194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774" algn="l" defTabSz="1219194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731">
          <p15:clr>
            <a:srgbClr val="F26B43"/>
          </p15:clr>
        </p15:guide>
        <p15:guide id="6" pos="3545">
          <p15:clr>
            <a:srgbClr val="F26B43"/>
          </p15:clr>
        </p15:guide>
        <p15:guide id="8" pos="7242">
          <p15:clr>
            <a:srgbClr val="F26B43"/>
          </p15:clr>
        </p15:guide>
        <p15:guide id="9" orient="horz" pos="278">
          <p15:clr>
            <a:srgbClr val="F26B43"/>
          </p15:clr>
        </p15:guide>
        <p15:guide id="10" pos="257">
          <p15:clr>
            <a:srgbClr val="F26B43"/>
          </p15:clr>
        </p15:guide>
        <p15:guide id="13" orient="horz" pos="3793">
          <p15:clr>
            <a:srgbClr val="F26B43"/>
          </p15:clr>
        </p15:guide>
        <p15:guide id="24" orient="horz" pos="3930">
          <p15:clr>
            <a:srgbClr val="F26B43"/>
          </p15:clr>
        </p15:guide>
        <p15:guide id="28" orient="horz" pos="3271">
          <p15:clr>
            <a:srgbClr val="F26B43"/>
          </p15:clr>
        </p15:guide>
        <p15:guide id="29" orient="horz" pos="1457">
          <p15:clr>
            <a:srgbClr val="F26B43"/>
          </p15:clr>
        </p15:guide>
        <p15:guide id="30" pos="3908">
          <p15:clr>
            <a:srgbClr val="F26B43"/>
          </p15:clr>
        </p15:guide>
        <p15:guide id="31" pos="3723">
          <p15:clr>
            <a:srgbClr val="F26B43"/>
          </p15:clr>
        </p15:guide>
        <p15:guide id="32" orient="horz" pos="958">
          <p15:clr>
            <a:srgbClr val="F26B43"/>
          </p15:clr>
        </p15:guide>
        <p15:guide id="33" orient="horz" pos="2614">
          <p15:clr>
            <a:srgbClr val="F26B43"/>
          </p15:clr>
        </p15:guide>
        <p15:guide id="34" orient="horz" pos="1139">
          <p15:clr>
            <a:srgbClr val="F26B43"/>
          </p15:clr>
        </p15:guide>
        <p15:guide id="35" orient="horz" pos="459">
          <p15:clr>
            <a:srgbClr val="F26B43"/>
          </p15:clr>
        </p15:guide>
        <p15:guide id="36" orient="horz" pos="2319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slide" Target="slide1.xml"/><Relationship Id="rId3" Type="http://schemas.openxmlformats.org/officeDocument/2006/relationships/notesSlide" Target="../notesSlides/notesSlide1.xml"/><Relationship Id="rId7" Type="http://schemas.openxmlformats.org/officeDocument/2006/relationships/chart" Target="../charts/chart2.xml"/><Relationship Id="rId2" Type="http://schemas.openxmlformats.org/officeDocument/2006/relationships/slideLayout" Target="../slideLayouts/slideLayout105.xml"/><Relationship Id="rId1" Type="http://schemas.openxmlformats.org/officeDocument/2006/relationships/tags" Target="../tags/tag8.xml"/><Relationship Id="rId6" Type="http://schemas.openxmlformats.org/officeDocument/2006/relationships/chart" Target="../charts/chart1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6.bin"/><Relationship Id="rId9" Type="http://schemas.openxmlformats.org/officeDocument/2006/relationships/image" Target="../media/image16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chart" Target="../charts/chart3.xml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16.svg"/><Relationship Id="rId2" Type="http://schemas.openxmlformats.org/officeDocument/2006/relationships/slideLayout" Target="../slideLayouts/slideLayout105.xml"/><Relationship Id="rId1" Type="http://schemas.openxmlformats.org/officeDocument/2006/relationships/tags" Target="../tags/tag9.xml"/><Relationship Id="rId6" Type="http://schemas.openxmlformats.org/officeDocument/2006/relationships/slide" Target="slide1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6.bin"/><Relationship Id="rId9" Type="http://schemas.openxmlformats.org/officeDocument/2006/relationships/image" Target="../media/image1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notesSlide" Target="../notesSlides/notesSlide3.xml"/><Relationship Id="rId7" Type="http://schemas.openxmlformats.org/officeDocument/2006/relationships/slide" Target="slide1.xml"/><Relationship Id="rId2" Type="http://schemas.openxmlformats.org/officeDocument/2006/relationships/slideLayout" Target="../slideLayouts/slideLayout105.xml"/><Relationship Id="rId1" Type="http://schemas.openxmlformats.org/officeDocument/2006/relationships/tags" Target="../tags/tag10.x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6.bin"/><Relationship Id="rId4" Type="http://schemas.openxmlformats.org/officeDocument/2006/relationships/image" Target="../media/image18.png"/><Relationship Id="rId9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4E462C-2A47-4E79-41B6-6BA3800D2D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Oggetto 11" hidden="1">
            <a:extLst>
              <a:ext uri="{FF2B5EF4-FFF2-40B4-BE49-F238E27FC236}">
                <a16:creationId xmlns:a16="http://schemas.microsoft.com/office/drawing/2014/main" id="{65BC5B86-8ED5-09BE-F425-A55FEC6F746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12" name="Oggetto 11" hidden="1">
                        <a:extLst>
                          <a:ext uri="{FF2B5EF4-FFF2-40B4-BE49-F238E27FC236}">
                            <a16:creationId xmlns:a16="http://schemas.microsoft.com/office/drawing/2014/main" id="{65BC5B86-8ED5-09BE-F425-A55FEC6F746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8" name="Group 17">
            <a:extLst>
              <a:ext uri="{FF2B5EF4-FFF2-40B4-BE49-F238E27FC236}">
                <a16:creationId xmlns:a16="http://schemas.microsoft.com/office/drawing/2014/main" id="{5F4690F9-75D4-594A-1F6E-B4F75DB0D697}"/>
              </a:ext>
            </a:extLst>
          </p:cNvPr>
          <p:cNvGrpSpPr/>
          <p:nvPr/>
        </p:nvGrpSpPr>
        <p:grpSpPr>
          <a:xfrm>
            <a:off x="406800" y="848829"/>
            <a:ext cx="10980000" cy="1338285"/>
            <a:chOff x="309138" y="878001"/>
            <a:chExt cx="10980000" cy="1338285"/>
          </a:xfrm>
        </p:grpSpPr>
        <p:sp>
          <p:nvSpPr>
            <p:cNvPr id="24" name="Rettangolo 23">
              <a:extLst>
                <a:ext uri="{FF2B5EF4-FFF2-40B4-BE49-F238E27FC236}">
                  <a16:creationId xmlns:a16="http://schemas.microsoft.com/office/drawing/2014/main" id="{A41BDDEA-49D1-E47A-90F0-5416FDB72806}"/>
                </a:ext>
              </a:extLst>
            </p:cNvPr>
            <p:cNvSpPr/>
            <p:nvPr/>
          </p:nvSpPr>
          <p:spPr>
            <a:xfrm>
              <a:off x="309138" y="1136286"/>
              <a:ext cx="10980000" cy="108000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marL="285750" marR="0" lvl="0" indent="-285750" algn="l" defTabSz="871057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it-IT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505050"/>
                  </a:solidFill>
                  <a:effectLst/>
                  <a:uLnTx/>
                  <a:uFillTx/>
                  <a:latin typeface="Life Sans" panose="02000000000000000000" pitchFamily="2" charset="0"/>
                  <a:ea typeface="Roboto"/>
                  <a:cs typeface="Verdana"/>
                </a:rPr>
                <a:t>Numero totale dei guasti MT </a:t>
              </a:r>
              <a:r>
                <a:rPr kumimoji="0" lang="it-IT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505050"/>
                  </a:solidFill>
                  <a:effectLst/>
                  <a:uLnTx/>
                  <a:uFillTx/>
                  <a:latin typeface="Life Sans" panose="02000000000000000000" pitchFamily="2" charset="0"/>
                  <a:ea typeface="Roboto"/>
                  <a:cs typeface="Verdana"/>
                </a:rPr>
                <a:t>del ‘26 è </a:t>
              </a:r>
              <a:r>
                <a:rPr kumimoji="0" lang="it-IT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505050"/>
                  </a:solidFill>
                  <a:effectLst/>
                  <a:uLnTx/>
                  <a:uFillTx/>
                  <a:latin typeface="Life Sans" panose="02000000000000000000" pitchFamily="2" charset="0"/>
                  <a:ea typeface="Roboto"/>
                  <a:cs typeface="Verdana"/>
                </a:rPr>
                <a:t>-35% </a:t>
              </a:r>
              <a:r>
                <a:rPr kumimoji="0" lang="it-IT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505050"/>
                  </a:solidFill>
                  <a:effectLst/>
                  <a:uLnTx/>
                  <a:uFillTx/>
                  <a:latin typeface="Life Sans" panose="02000000000000000000" pitchFamily="2" charset="0"/>
                  <a:ea typeface="Roboto"/>
                  <a:cs typeface="Verdana"/>
                </a:rPr>
                <a:t>rispetto alla media guasti del biennio ‘23-’24:</a:t>
              </a:r>
            </a:p>
            <a:p>
              <a:pPr marL="721279" marR="0" lvl="1" indent="-285750" algn="l" defTabSz="871057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it-IT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505050"/>
                  </a:solidFill>
                  <a:effectLst/>
                  <a:uLnTx/>
                  <a:uFillTx/>
                  <a:latin typeface="Life Sans" panose="02000000000000000000" pitchFamily="2" charset="0"/>
                  <a:ea typeface="Roboto"/>
                  <a:cs typeface="Segoe UI"/>
                </a:rPr>
                <a:t>Rete MT [88%]</a:t>
              </a:r>
              <a:r>
                <a:rPr kumimoji="0" lang="it-IT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505050"/>
                  </a:solidFill>
                  <a:effectLst/>
                  <a:uLnTx/>
                  <a:uFillTx/>
                  <a:latin typeface="Life Sans" panose="02000000000000000000" pitchFamily="2" charset="0"/>
                  <a:ea typeface="Roboto"/>
                  <a:cs typeface="Segoe UI"/>
                </a:rPr>
                <a:t>: il numero di guasti sui vari livelli di tensione della rete MT è </a:t>
              </a:r>
              <a:r>
                <a:rPr kumimoji="0" lang="it-IT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505050"/>
                  </a:solidFill>
                  <a:effectLst/>
                  <a:uLnTx/>
                  <a:uFillTx/>
                  <a:latin typeface="Life Sans" panose="02000000000000000000" pitchFamily="2" charset="0"/>
                  <a:ea typeface="Roboto"/>
                  <a:cs typeface="Segoe UI"/>
                </a:rPr>
                <a:t>-37% </a:t>
              </a:r>
              <a:r>
                <a:rPr kumimoji="0" lang="it-IT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505050"/>
                  </a:solidFill>
                  <a:effectLst/>
                  <a:uLnTx/>
                  <a:uFillTx/>
                  <a:latin typeface="Life Sans" panose="02000000000000000000" pitchFamily="2" charset="0"/>
                  <a:ea typeface="Roboto"/>
                  <a:cs typeface="Segoe UI"/>
                </a:rPr>
                <a:t>rispetto alla media guasti del ‘23-’24;</a:t>
              </a:r>
            </a:p>
            <a:p>
              <a:pPr marL="721279" marR="0" lvl="1" indent="-285750" algn="l" defTabSz="871057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it-IT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505050"/>
                  </a:solidFill>
                  <a:effectLst/>
                  <a:uLnTx/>
                  <a:uFillTx/>
                  <a:latin typeface="Life Sans" panose="02000000000000000000" pitchFamily="2" charset="0"/>
                  <a:ea typeface="Roboto"/>
                  <a:cs typeface="Verdana"/>
                </a:rPr>
                <a:t>Cabine MT/BT [12%]</a:t>
              </a:r>
              <a:r>
                <a:rPr kumimoji="0" lang="it-IT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505050"/>
                  </a:solidFill>
                  <a:effectLst/>
                  <a:uLnTx/>
                  <a:uFillTx/>
                  <a:latin typeface="Life Sans" panose="02000000000000000000" pitchFamily="2" charset="0"/>
                  <a:ea typeface="Roboto"/>
                  <a:cs typeface="Verdana"/>
                </a:rPr>
                <a:t>: il numero di guasti in cabina è in linea</a:t>
              </a:r>
              <a:r>
                <a:rPr kumimoji="0" lang="it-IT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505050"/>
                  </a:solidFill>
                  <a:effectLst/>
                  <a:uLnTx/>
                  <a:uFillTx/>
                  <a:latin typeface="Life Sans" panose="02000000000000000000" pitchFamily="2" charset="0"/>
                  <a:ea typeface="Roboto"/>
                  <a:cs typeface="Verdana"/>
                </a:rPr>
                <a:t> </a:t>
              </a:r>
              <a:r>
                <a:rPr kumimoji="0" lang="it-IT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505050"/>
                  </a:solidFill>
                  <a:effectLst/>
                  <a:uLnTx/>
                  <a:uFillTx/>
                  <a:latin typeface="Life Sans" panose="02000000000000000000" pitchFamily="2" charset="0"/>
                  <a:ea typeface="Roboto"/>
                  <a:cs typeface="Verdana"/>
                </a:rPr>
                <a:t>rispetto </a:t>
              </a:r>
              <a:r>
                <a:rPr kumimoji="0" lang="it-IT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505050"/>
                  </a:solidFill>
                  <a:effectLst/>
                  <a:uLnTx/>
                  <a:uFillTx/>
                  <a:latin typeface="Life Sans" panose="02000000000000000000" pitchFamily="2" charset="0"/>
                  <a:ea typeface="Roboto"/>
                  <a:cs typeface="Segoe UI"/>
                </a:rPr>
                <a:t>alla media guasti del ‘23-’24;</a:t>
              </a:r>
            </a:p>
            <a:p>
              <a:pPr marL="285750" marR="0" lvl="0" indent="-285750" algn="l" defTabSz="871057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it-IT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505050"/>
                  </a:solidFill>
                  <a:effectLst/>
                  <a:uLnTx/>
                  <a:uFillTx/>
                  <a:latin typeface="Life Sans" panose="02000000000000000000" pitchFamily="2" charset="0"/>
                  <a:ea typeface="Roboto"/>
                  <a:cs typeface="Segoe UI"/>
                </a:rPr>
                <a:t>Rete BT</a:t>
              </a:r>
              <a:r>
                <a:rPr kumimoji="0" lang="it-IT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505050"/>
                  </a:solidFill>
                  <a:effectLst/>
                  <a:uLnTx/>
                  <a:uFillTx/>
                  <a:latin typeface="Life Sans" panose="02000000000000000000" pitchFamily="2" charset="0"/>
                  <a:ea typeface="Roboto"/>
                  <a:cs typeface="Segoe UI"/>
                </a:rPr>
                <a:t>: il numero di guasti sulla rete BT è </a:t>
              </a:r>
              <a:r>
                <a:rPr kumimoji="0" lang="it-IT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505050"/>
                  </a:solidFill>
                  <a:effectLst/>
                  <a:uLnTx/>
                  <a:uFillTx/>
                  <a:latin typeface="Life Sans" panose="02000000000000000000" pitchFamily="2" charset="0"/>
                  <a:ea typeface="Roboto"/>
                  <a:cs typeface="Segoe UI"/>
                </a:rPr>
                <a:t>-10% </a:t>
              </a:r>
              <a:r>
                <a:rPr kumimoji="0" lang="it-IT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505050"/>
                  </a:solidFill>
                  <a:effectLst/>
                  <a:uLnTx/>
                  <a:uFillTx/>
                  <a:latin typeface="Life Sans" panose="02000000000000000000" pitchFamily="2" charset="0"/>
                  <a:ea typeface="Roboto"/>
                  <a:cs typeface="Segoe UI"/>
                </a:rPr>
                <a:t>rispetto alla media guasti del biennio ‘23-’24.</a:t>
              </a:r>
              <a:endParaRPr kumimoji="0" lang="it-IT" sz="1400" b="1" i="0" u="none" strike="noStrike" kern="1200" cap="none" spc="0" normalizeH="0" baseline="0" noProof="0" dirty="0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Life Sans" panose="02000000000000000000" pitchFamily="2" charset="0"/>
                <a:ea typeface="Roboto"/>
                <a:cs typeface="Verdana"/>
              </a:endParaRPr>
            </a:p>
          </p:txBody>
        </p:sp>
        <p:sp>
          <p:nvSpPr>
            <p:cNvPr id="17" name="Rettangolo 16">
              <a:extLst>
                <a:ext uri="{FF2B5EF4-FFF2-40B4-BE49-F238E27FC236}">
                  <a16:creationId xmlns:a16="http://schemas.microsoft.com/office/drawing/2014/main" id="{E8C412F2-7C1C-F0E5-E6D1-9EF2F96EB5D3}"/>
                </a:ext>
              </a:extLst>
            </p:cNvPr>
            <p:cNvSpPr/>
            <p:nvPr/>
          </p:nvSpPr>
          <p:spPr>
            <a:xfrm>
              <a:off x="309138" y="878001"/>
              <a:ext cx="7706399" cy="25792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871057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it-IT" sz="11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Life Sans" panose="02000000000000000000" pitchFamily="2" charset="0"/>
                  <a:ea typeface="Roboto" panose="02000000000000000000" pitchFamily="2" charset="0"/>
                  <a:cs typeface="Segoe UI" panose="020B0502040204020203" pitchFamily="34" charset="0"/>
                </a:rPr>
                <a:t>AGGIORNAMENTO DATI AL 31/08/2026</a:t>
              </a:r>
              <a:endParaRPr kumimoji="0" lang="it-IT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ife Sans" panose="02000000000000000000" pitchFamily="2" charset="0"/>
                <a:ea typeface="Roboto" panose="02000000000000000000" pitchFamily="2" charset="0"/>
                <a:cs typeface="Verdana"/>
              </a:endParaRP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FF8AC320-B778-7CB6-71EA-0E64C6C1F3E6}"/>
              </a:ext>
            </a:extLst>
          </p:cNvPr>
          <p:cNvGrpSpPr/>
          <p:nvPr/>
        </p:nvGrpSpPr>
        <p:grpSpPr>
          <a:xfrm>
            <a:off x="4847183" y="2303083"/>
            <a:ext cx="4680000" cy="4348743"/>
            <a:chOff x="5351124" y="2303083"/>
            <a:chExt cx="4680000" cy="4348743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1D2F1142-802F-D4B0-AB8D-0BDF4465B924}"/>
                </a:ext>
              </a:extLst>
            </p:cNvPr>
            <p:cNvGrpSpPr/>
            <p:nvPr/>
          </p:nvGrpSpPr>
          <p:grpSpPr>
            <a:xfrm>
              <a:off x="5351124" y="2303083"/>
              <a:ext cx="4680000" cy="4348743"/>
              <a:chOff x="5351124" y="2303083"/>
              <a:chExt cx="4680000" cy="4348743"/>
            </a:xfrm>
          </p:grpSpPr>
          <p:graphicFrame>
            <p:nvGraphicFramePr>
              <p:cNvPr id="37" name="Line_1">
                <a:extLst>
                  <a:ext uri="{FF2B5EF4-FFF2-40B4-BE49-F238E27FC236}">
                    <a16:creationId xmlns:a16="http://schemas.microsoft.com/office/drawing/2014/main" id="{0B237911-FF59-DDB4-D80C-A945264F8B15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5351124" y="2566711"/>
              <a:ext cx="4680000" cy="3846929"/>
            </p:xfrm>
            <a:graphic>
              <a:graphicData uri="http://schemas.openxmlformats.org/drawingml/2006/chart">
                <c:chart xmlns:c="http://schemas.openxmlformats.org/drawingml/2006/chart" xmlns:r="http://schemas.openxmlformats.org/officeDocument/2006/relationships" r:id="rId6"/>
              </a:graphicData>
            </a:graphic>
          </p:graphicFrame>
          <p:sp>
            <p:nvSpPr>
              <p:cNvPr id="48" name="Rettangolo 47">
                <a:extLst>
                  <a:ext uri="{FF2B5EF4-FFF2-40B4-BE49-F238E27FC236}">
                    <a16:creationId xmlns:a16="http://schemas.microsoft.com/office/drawing/2014/main" id="{153B5643-A4AD-8EBA-5D59-25D8D28BAC39}"/>
                  </a:ext>
                </a:extLst>
              </p:cNvPr>
              <p:cNvSpPr/>
              <p:nvPr/>
            </p:nvSpPr>
            <p:spPr>
              <a:xfrm>
                <a:off x="5351124" y="2303083"/>
                <a:ext cx="4680000" cy="251127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871057" rtl="0" eaLnBrk="1" fontAlgn="auto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it-IT" sz="1200" b="1" i="0" u="sng" strike="noStrike" kern="1200" cap="none" spc="0" normalizeH="0" baseline="0" noProof="0" dirty="0">
                    <a:ln>
                      <a:noFill/>
                    </a:ln>
                    <a:solidFill>
                      <a:srgbClr val="474746"/>
                    </a:solidFill>
                    <a:effectLst/>
                    <a:uLnTx/>
                    <a:uFillTx/>
                    <a:latin typeface="Life Sans" panose="02000000000000000000" pitchFamily="2" charset="0"/>
                    <a:ea typeface="Roboto" panose="02000000000000000000" pitchFamily="2" charset="0"/>
                    <a:cs typeface="Verdana"/>
                  </a:rPr>
                  <a:t>Curva cumulata guasti BT 2026 vs Media 2023-2024</a:t>
                </a:r>
              </a:p>
            </p:txBody>
          </p:sp>
          <p:sp>
            <p:nvSpPr>
              <p:cNvPr id="2" name="CasellaDiTesto 22">
                <a:extLst>
                  <a:ext uri="{FF2B5EF4-FFF2-40B4-BE49-F238E27FC236}">
                    <a16:creationId xmlns:a16="http://schemas.microsoft.com/office/drawing/2014/main" id="{F877D4A9-4253-9A6D-D9A3-227237494723}"/>
                  </a:ext>
                </a:extLst>
              </p:cNvPr>
              <p:cNvSpPr txBox="1"/>
              <p:nvPr/>
            </p:nvSpPr>
            <p:spPr>
              <a:xfrm>
                <a:off x="5880957" y="6395715"/>
                <a:ext cx="3520167" cy="256111"/>
              </a:xfrm>
              <a:prstGeom prst="rect">
                <a:avLst/>
              </a:prstGeom>
              <a:ln>
                <a:solidFill>
                  <a:srgbClr val="009FDA"/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vert="horz" wrap="square" lIns="0" tIns="0" rIns="0" bIns="0" rtlCol="0" anchor="ctr">
                <a:noAutofit/>
              </a:bodyPr>
              <a:lstStyle/>
              <a:p>
                <a:pPr marL="0" marR="0" lvl="0" indent="0" algn="ctr" defTabSz="87105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it-IT" sz="1100" b="1" i="1" u="none" strike="noStrike" kern="1200" cap="none" spc="0" normalizeH="0" baseline="0" noProof="0" dirty="0">
                    <a:ln>
                      <a:noFill/>
                    </a:ln>
                    <a:solidFill>
                      <a:srgbClr val="474746"/>
                    </a:solidFill>
                    <a:effectLst/>
                    <a:uLnTx/>
                    <a:uFillTx/>
                    <a:latin typeface="Life Sans" panose="02000000000000000000" pitchFamily="2" charset="0"/>
                    <a:ea typeface="+mn-ea"/>
                    <a:cs typeface="+mn-cs"/>
                  </a:rPr>
                  <a:t>31/08: </a:t>
                </a:r>
                <a:r>
                  <a:rPr kumimoji="0" lang="it-IT" sz="1100" b="1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9FDA"/>
                    </a:solidFill>
                    <a:effectLst/>
                    <a:uLnTx/>
                    <a:uFillTx/>
                    <a:latin typeface="Life Sans" panose="02000000000000000000" pitchFamily="2" charset="0"/>
                    <a:ea typeface="+mn-ea"/>
                    <a:cs typeface="+mn-cs"/>
                  </a:rPr>
                  <a:t>222 guasti nel 2026 </a:t>
                </a:r>
                <a:r>
                  <a:rPr kumimoji="0" lang="it-IT" sz="1100" b="0" i="1" u="none" strike="noStrike" kern="1200" cap="none" spc="0" normalizeH="0" baseline="0" noProof="0" dirty="0">
                    <a:ln>
                      <a:noFill/>
                    </a:ln>
                    <a:solidFill>
                      <a:srgbClr val="474746"/>
                    </a:solidFill>
                    <a:effectLst/>
                    <a:uLnTx/>
                    <a:uFillTx/>
                    <a:latin typeface="Life Sans" panose="02000000000000000000" pitchFamily="2" charset="0"/>
                    <a:ea typeface="+mn-ea"/>
                    <a:cs typeface="+mn-cs"/>
                  </a:rPr>
                  <a:t>vs </a:t>
                </a:r>
                <a:r>
                  <a:rPr kumimoji="0" lang="it-IT" sz="1100" b="0" i="1" u="none" strike="noStrike" kern="1200" cap="none" spc="0" normalizeH="0" baseline="0" noProof="0" dirty="0">
                    <a:ln>
                      <a:noFill/>
                    </a:ln>
                    <a:solidFill>
                      <a:srgbClr val="AE0F0A"/>
                    </a:solidFill>
                    <a:effectLst/>
                    <a:uLnTx/>
                    <a:uFillTx/>
                    <a:latin typeface="Life Sans" panose="02000000000000000000" pitchFamily="2" charset="0"/>
                    <a:ea typeface="+mn-ea"/>
                    <a:cs typeface="+mn-cs"/>
                  </a:rPr>
                  <a:t>247 guasti nel ‘23-’24</a:t>
                </a:r>
              </a:p>
            </p:txBody>
          </p:sp>
        </p:grpSp>
        <p:sp>
          <p:nvSpPr>
            <p:cNvPr id="16" name="Ovale 15">
              <a:extLst>
                <a:ext uri="{FF2B5EF4-FFF2-40B4-BE49-F238E27FC236}">
                  <a16:creationId xmlns:a16="http://schemas.microsoft.com/office/drawing/2014/main" id="{050C90D6-F585-CFFC-0030-0BEF9C65DDE7}"/>
                </a:ext>
              </a:extLst>
            </p:cNvPr>
            <p:cNvSpPr/>
            <p:nvPr/>
          </p:nvSpPr>
          <p:spPr>
            <a:xfrm>
              <a:off x="7232678" y="2789914"/>
              <a:ext cx="834130" cy="373047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87105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it-IT" sz="1200" b="1" i="1" u="none" strike="noStrike" kern="1200" cap="none" spc="0" normalizeH="0" baseline="0" noProof="0" dirty="0">
                  <a:ln>
                    <a:noFill/>
                  </a:ln>
                  <a:solidFill>
                    <a:srgbClr val="474746"/>
                  </a:solidFill>
                  <a:effectLst/>
                  <a:uLnTx/>
                  <a:uFillTx/>
                  <a:latin typeface="Life Sans" panose="02000000000000000000" pitchFamily="2" charset="0"/>
                  <a:ea typeface="+mn-ea"/>
                  <a:cs typeface="+mn-cs"/>
                </a:rPr>
                <a:t>-10%</a:t>
              </a:r>
              <a:endParaRPr kumimoji="0" lang="it-IT" sz="1100" b="1" i="1" u="none" strike="noStrike" kern="1200" cap="none" spc="0" normalizeH="0" baseline="0" noProof="0" dirty="0">
                <a:ln>
                  <a:noFill/>
                </a:ln>
                <a:solidFill>
                  <a:srgbClr val="474746"/>
                </a:solidFill>
                <a:effectLst/>
                <a:uLnTx/>
                <a:uFillTx/>
                <a:latin typeface="Life Sans" panose="02000000000000000000" pitchFamily="2" charset="0"/>
                <a:ea typeface="+mn-ea"/>
                <a:cs typeface="+mn-cs"/>
              </a:endParaRP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10812284-9AE5-29EC-2263-40AE446133C2}"/>
              </a:ext>
            </a:extLst>
          </p:cNvPr>
          <p:cNvGrpSpPr/>
          <p:nvPr/>
        </p:nvGrpSpPr>
        <p:grpSpPr>
          <a:xfrm>
            <a:off x="451292" y="2325285"/>
            <a:ext cx="4680000" cy="4330613"/>
            <a:chOff x="529606" y="2431160"/>
            <a:chExt cx="4680000" cy="4330613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FF9EC87F-C56F-0A13-705B-0E9F968910BA}"/>
                </a:ext>
              </a:extLst>
            </p:cNvPr>
            <p:cNvGrpSpPr/>
            <p:nvPr/>
          </p:nvGrpSpPr>
          <p:grpSpPr>
            <a:xfrm>
              <a:off x="529606" y="2431160"/>
              <a:ext cx="4680000" cy="4330613"/>
              <a:chOff x="548856" y="2431160"/>
              <a:chExt cx="4680000" cy="4330613"/>
            </a:xfrm>
          </p:grpSpPr>
          <p:graphicFrame>
            <p:nvGraphicFramePr>
              <p:cNvPr id="8" name="Line_1">
                <a:extLst>
                  <a:ext uri="{FF2B5EF4-FFF2-40B4-BE49-F238E27FC236}">
                    <a16:creationId xmlns:a16="http://schemas.microsoft.com/office/drawing/2014/main" id="{717D68F3-CF98-3C43-2DC1-53DE264ECEEA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548856" y="2726664"/>
              <a:ext cx="4680000" cy="3709181"/>
            </p:xfrm>
            <a:graphic>
              <a:graphicData uri="http://schemas.openxmlformats.org/drawingml/2006/chart">
                <c:chart xmlns:c="http://schemas.openxmlformats.org/drawingml/2006/chart" xmlns:r="http://schemas.openxmlformats.org/officeDocument/2006/relationships" r:id="rId7"/>
              </a:graphicData>
            </a:graphic>
          </p:graphicFrame>
          <p:sp>
            <p:nvSpPr>
              <p:cNvPr id="49" name="Rettangolo 48">
                <a:extLst>
                  <a:ext uri="{FF2B5EF4-FFF2-40B4-BE49-F238E27FC236}">
                    <a16:creationId xmlns:a16="http://schemas.microsoft.com/office/drawing/2014/main" id="{BF62A03B-CEE8-B7D5-B9F7-C8583C639881}"/>
                  </a:ext>
                </a:extLst>
              </p:cNvPr>
              <p:cNvSpPr/>
              <p:nvPr/>
            </p:nvSpPr>
            <p:spPr>
              <a:xfrm>
                <a:off x="548856" y="2431160"/>
                <a:ext cx="4680000" cy="22892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871057" rtl="0" eaLnBrk="1" fontAlgn="auto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it-IT" sz="1200" b="1" i="0" u="sng" strike="noStrike" kern="1200" cap="none" spc="0" normalizeH="0" baseline="0" noProof="0" dirty="0">
                    <a:ln>
                      <a:noFill/>
                    </a:ln>
                    <a:solidFill>
                      <a:srgbClr val="414141"/>
                    </a:solidFill>
                    <a:effectLst/>
                    <a:uLnTx/>
                    <a:uFillTx/>
                    <a:latin typeface="Life Sans" panose="02000000000000000000" pitchFamily="2" charset="0"/>
                    <a:ea typeface="Roboto" panose="02000000000000000000" pitchFamily="2" charset="0"/>
                    <a:cs typeface="Verdana"/>
                  </a:rPr>
                  <a:t>Curva cumulata guasti MT 2026 vs Media 2023-2024</a:t>
                </a:r>
              </a:p>
            </p:txBody>
          </p:sp>
          <p:sp>
            <p:nvSpPr>
              <p:cNvPr id="7" name="CasellaDiTesto 22">
                <a:extLst>
                  <a:ext uri="{FF2B5EF4-FFF2-40B4-BE49-F238E27FC236}">
                    <a16:creationId xmlns:a16="http://schemas.microsoft.com/office/drawing/2014/main" id="{2D98032C-7637-F64E-92DE-F3CA654F7184}"/>
                  </a:ext>
                </a:extLst>
              </p:cNvPr>
              <p:cNvSpPr txBox="1"/>
              <p:nvPr/>
            </p:nvSpPr>
            <p:spPr>
              <a:xfrm>
                <a:off x="1221956" y="6501590"/>
                <a:ext cx="3533451" cy="260183"/>
              </a:xfrm>
              <a:prstGeom prst="rect">
                <a:avLst/>
              </a:prstGeom>
              <a:ln>
                <a:solidFill>
                  <a:srgbClr val="009FDA"/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vert="horz" wrap="square" lIns="0" tIns="0" rIns="0" bIns="0" rtlCol="0" anchor="ctr">
                <a:noAutofit/>
              </a:bodyPr>
              <a:lstStyle/>
              <a:p>
                <a:pPr marL="0" marR="0" lvl="0" indent="0" algn="ctr" defTabSz="87105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it-IT" sz="1100" b="1" i="1" u="none" strike="noStrike" kern="1200" cap="none" spc="0" normalizeH="0" baseline="0" noProof="0" dirty="0">
                    <a:ln>
                      <a:noFill/>
                    </a:ln>
                    <a:solidFill>
                      <a:srgbClr val="474746"/>
                    </a:solidFill>
                    <a:effectLst/>
                    <a:uLnTx/>
                    <a:uFillTx/>
                    <a:latin typeface="Life Sans" panose="02000000000000000000" pitchFamily="2" charset="0"/>
                    <a:ea typeface="+mn-ea"/>
                    <a:cs typeface="+mn-cs"/>
                  </a:rPr>
                  <a:t>31/08: </a:t>
                </a:r>
                <a:r>
                  <a:rPr kumimoji="0" lang="it-IT" sz="1100" b="1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9FDA"/>
                    </a:solidFill>
                    <a:effectLst/>
                    <a:uLnTx/>
                    <a:uFillTx/>
                    <a:latin typeface="Life Sans" panose="02000000000000000000" pitchFamily="2" charset="0"/>
                    <a:ea typeface="+mn-ea"/>
                    <a:cs typeface="+mn-cs"/>
                  </a:rPr>
                  <a:t>400 guasti nel 2026 </a:t>
                </a:r>
                <a:r>
                  <a:rPr kumimoji="0" lang="it-IT" sz="1100" b="0" i="1" u="none" strike="noStrike" kern="1200" cap="none" spc="0" normalizeH="0" baseline="0" noProof="0" dirty="0">
                    <a:ln>
                      <a:noFill/>
                    </a:ln>
                    <a:solidFill>
                      <a:srgbClr val="474746"/>
                    </a:solidFill>
                    <a:effectLst/>
                    <a:uLnTx/>
                    <a:uFillTx/>
                    <a:latin typeface="Life Sans" panose="02000000000000000000" pitchFamily="2" charset="0"/>
                    <a:ea typeface="+mn-ea"/>
                    <a:cs typeface="+mn-cs"/>
                  </a:rPr>
                  <a:t>vs </a:t>
                </a:r>
                <a:r>
                  <a:rPr kumimoji="0" lang="it-IT" sz="1100" b="0" i="1" u="none" strike="noStrike" kern="1200" cap="none" spc="0" normalizeH="0" baseline="0" noProof="0" dirty="0">
                    <a:ln>
                      <a:noFill/>
                    </a:ln>
                    <a:solidFill>
                      <a:srgbClr val="AE0F0A"/>
                    </a:solidFill>
                    <a:effectLst/>
                    <a:uLnTx/>
                    <a:uFillTx/>
                    <a:latin typeface="Life Sans" panose="02000000000000000000" pitchFamily="2" charset="0"/>
                    <a:ea typeface="+mn-ea"/>
                    <a:cs typeface="+mn-cs"/>
                  </a:rPr>
                  <a:t>612 guasti nel ‘23-’24</a:t>
                </a:r>
              </a:p>
            </p:txBody>
          </p:sp>
        </p:grpSp>
        <p:sp>
          <p:nvSpPr>
            <p:cNvPr id="26" name="Ovale 25">
              <a:extLst>
                <a:ext uri="{FF2B5EF4-FFF2-40B4-BE49-F238E27FC236}">
                  <a16:creationId xmlns:a16="http://schemas.microsoft.com/office/drawing/2014/main" id="{AED3DD3F-E583-82C9-2B83-0784051F20C5}"/>
                </a:ext>
              </a:extLst>
            </p:cNvPr>
            <p:cNvSpPr/>
            <p:nvPr/>
          </p:nvSpPr>
          <p:spPr>
            <a:xfrm>
              <a:off x="2441333" y="2923297"/>
              <a:ext cx="895045" cy="328707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87105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it-IT" sz="1200" b="1" i="1" u="none" strike="noStrike" kern="1200" cap="none" spc="0" normalizeH="0" baseline="0" noProof="0" dirty="0">
                  <a:ln>
                    <a:noFill/>
                  </a:ln>
                  <a:solidFill>
                    <a:srgbClr val="474746"/>
                  </a:solidFill>
                  <a:effectLst/>
                  <a:uLnTx/>
                  <a:uFillTx/>
                  <a:latin typeface="Life Sans" panose="02000000000000000000" pitchFamily="2" charset="0"/>
                  <a:ea typeface="+mn-ea"/>
                  <a:cs typeface="+mn-cs"/>
                </a:rPr>
                <a:t>-35% </a:t>
              </a:r>
              <a:endParaRPr kumimoji="0" lang="it-IT" sz="1100" b="1" i="1" u="none" strike="noStrike" kern="1200" cap="none" spc="0" normalizeH="0" baseline="0" noProof="0" dirty="0">
                <a:ln>
                  <a:noFill/>
                </a:ln>
                <a:solidFill>
                  <a:srgbClr val="474746"/>
                </a:solidFill>
                <a:effectLst/>
                <a:uLnTx/>
                <a:uFillTx/>
                <a:latin typeface="Life Sans" panose="02000000000000000000" pitchFamily="2" charset="0"/>
                <a:ea typeface="+mn-ea"/>
                <a:cs typeface="+mn-cs"/>
              </a:endParaRPr>
            </a:p>
          </p:txBody>
        </p:sp>
        <p:sp>
          <p:nvSpPr>
            <p:cNvPr id="14" name="CasellaDiTesto 13">
              <a:extLst>
                <a:ext uri="{FF2B5EF4-FFF2-40B4-BE49-F238E27FC236}">
                  <a16:creationId xmlns:a16="http://schemas.microsoft.com/office/drawing/2014/main" id="{75B4E300-9DBF-0548-843C-C1B14C23BA47}"/>
                </a:ext>
              </a:extLst>
            </p:cNvPr>
            <p:cNvSpPr txBox="1"/>
            <p:nvPr/>
          </p:nvSpPr>
          <p:spPr>
            <a:xfrm rot="16200000">
              <a:off x="-172281" y="3973519"/>
              <a:ext cx="1685023" cy="241993"/>
            </a:xfrm>
            <a:prstGeom prst="rect">
              <a:avLst/>
            </a:prstGeom>
          </p:spPr>
          <p:txBody>
            <a:bodyPr vert="horz" wrap="square" lIns="0" tIns="0" rIns="0" bIns="0" rtlCol="0">
              <a:noAutofit/>
            </a:bodyPr>
            <a:lstStyle/>
            <a:p>
              <a:pPr marL="0" marR="0" lvl="0" indent="0" algn="l" defTabSz="87105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it-IT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414141"/>
                  </a:solidFill>
                  <a:effectLst/>
                  <a:uLnTx/>
                  <a:uFillTx/>
                  <a:latin typeface="Life Sans" panose="02000000000000000000" pitchFamily="2" charset="0"/>
                  <a:ea typeface="+mn-ea"/>
                  <a:cs typeface="+mn-cs"/>
                </a:rPr>
                <a:t>n° guasti rete e CS MT</a:t>
              </a:r>
            </a:p>
            <a:p>
              <a:pPr marL="0" marR="0" lvl="0" indent="0" algn="l" defTabSz="87105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t-IT" sz="1200" b="1" i="0" u="none" strike="noStrike" kern="1200" cap="none" spc="0" normalizeH="0" baseline="0" noProof="0" dirty="0">
                <a:ln>
                  <a:noFill/>
                </a:ln>
                <a:solidFill>
                  <a:srgbClr val="414141"/>
                </a:solidFill>
                <a:effectLst/>
                <a:uLnTx/>
                <a:uFillTx/>
                <a:latin typeface="Life Sans" panose="02000000000000000000" pitchFamily="2" charset="0"/>
                <a:ea typeface="+mn-ea"/>
                <a:cs typeface="+mn-cs"/>
              </a:endParaRPr>
            </a:p>
          </p:txBody>
        </p:sp>
      </p:grpSp>
      <p:sp>
        <p:nvSpPr>
          <p:cNvPr id="15" name="Titolo 2">
            <a:extLst>
              <a:ext uri="{FF2B5EF4-FFF2-40B4-BE49-F238E27FC236}">
                <a16:creationId xmlns:a16="http://schemas.microsoft.com/office/drawing/2014/main" id="{4B924563-92FC-A0E0-8E03-A080E1DE6AE8}"/>
              </a:ext>
            </a:extLst>
          </p:cNvPr>
          <p:cNvSpPr txBox="1">
            <a:spLocks/>
          </p:cNvSpPr>
          <p:nvPr/>
        </p:nvSpPr>
        <p:spPr bwMode="auto">
          <a:xfrm>
            <a:off x="406800" y="398537"/>
            <a:ext cx="9600325" cy="454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6800" rIns="90000" bIns="46800" numCol="1" anchor="b" anchorCtr="0" compatLnSpc="1">
            <a:prstTxWarp prst="textNoShape">
              <a:avLst/>
            </a:prstTxWarp>
            <a:spAutoFit/>
          </a:bodyPr>
          <a:lstStyle>
            <a:lvl1pPr algn="l" defTabSz="121919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de-DE" sz="2600" b="1" kern="0" cap="all" spc="-52" baseline="0" noProof="0" dirty="0">
                <a:solidFill>
                  <a:schemeClr val="accent1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pPr marL="0" marR="0" lvl="0" indent="0" algn="l" defTabSz="1219194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2500" b="1" i="0" u="none" strike="noStrike" kern="0" cap="none" spc="-52" normalizeH="0" baseline="0" noProof="0" dirty="0">
                <a:ln>
                  <a:noFill/>
                </a:ln>
                <a:solidFill>
                  <a:srgbClr val="009FDA"/>
                </a:solidFill>
                <a:effectLst/>
                <a:uLnTx/>
                <a:uFillTx/>
                <a:latin typeface="Life Sans" panose="02000000000000000000" pitchFamily="2" charset="0"/>
                <a:ea typeface="+mj-ea"/>
                <a:cs typeface="Segoe UI" panose="020B0502040204020203" pitchFamily="34" charset="0"/>
              </a:rPr>
              <a:t>Monitoraggio guasti rete </a:t>
            </a:r>
            <a:r>
              <a:rPr kumimoji="0" lang="it-IT" sz="2500" b="1" i="0" u="none" strike="noStrike" kern="0" cap="none" spc="-52" normalizeH="0" baseline="0" noProof="0" dirty="0" err="1">
                <a:ln>
                  <a:noFill/>
                </a:ln>
                <a:solidFill>
                  <a:srgbClr val="009FDA"/>
                </a:solidFill>
                <a:effectLst/>
                <a:uLnTx/>
                <a:uFillTx/>
                <a:latin typeface="Life Sans" panose="02000000000000000000" pitchFamily="2" charset="0"/>
                <a:ea typeface="+mj-ea"/>
                <a:cs typeface="Segoe UI" panose="020B0502040204020203" pitchFamily="34" charset="0"/>
              </a:rPr>
              <a:t>UNR</a:t>
            </a:r>
            <a:r>
              <a:rPr kumimoji="0" lang="it-IT" sz="2500" b="1" i="0" u="none" strike="noStrike" kern="0" cap="all" spc="-52" normalizeH="0" baseline="0" noProof="0" dirty="0">
                <a:ln>
                  <a:noFill/>
                </a:ln>
                <a:solidFill>
                  <a:srgbClr val="009FDA"/>
                </a:solidFill>
                <a:effectLst/>
                <a:uLnTx/>
                <a:uFillTx/>
                <a:latin typeface="Life Sans" panose="02000000000000000000" pitchFamily="2" charset="0"/>
                <a:ea typeface="+mj-ea"/>
                <a:cs typeface="Segoe UI" panose="020B0502040204020203" pitchFamily="34" charset="0"/>
              </a:rPr>
              <a:t> </a:t>
            </a:r>
            <a:r>
              <a:rPr kumimoji="0" lang="it-IT" sz="2500" b="0" i="0" u="none" strike="noStrike" kern="0" cap="all" spc="-52" normalizeH="0" baseline="0" noProof="0" dirty="0">
                <a:ln>
                  <a:noFill/>
                </a:ln>
                <a:solidFill>
                  <a:srgbClr val="009FDA"/>
                </a:solidFill>
                <a:effectLst/>
                <a:uLnTx/>
                <a:uFillTx/>
                <a:latin typeface="Life Sans" panose="02000000000000000000" pitchFamily="2" charset="0"/>
                <a:ea typeface="+mj-ea"/>
                <a:cs typeface="Segoe UI" panose="020B0502040204020203" pitchFamily="34" charset="0"/>
              </a:rPr>
              <a:t>| </a:t>
            </a:r>
            <a:r>
              <a:rPr kumimoji="0" lang="it-IT" sz="2500" b="0" i="0" u="none" strike="noStrike" kern="0" cap="none" spc="-52" normalizeH="0" baseline="0" noProof="0" dirty="0">
                <a:ln>
                  <a:noFill/>
                </a:ln>
                <a:solidFill>
                  <a:srgbClr val="009FDA"/>
                </a:solidFill>
                <a:effectLst/>
                <a:uLnTx/>
                <a:uFillTx/>
                <a:latin typeface="Life Sans" panose="02000000000000000000" pitchFamily="2" charset="0"/>
                <a:ea typeface="+mj-ea"/>
                <a:cs typeface="Segoe UI" panose="020B0502040204020203" pitchFamily="34" charset="0"/>
              </a:rPr>
              <a:t>Milano 700A e 700M</a:t>
            </a:r>
          </a:p>
        </p:txBody>
      </p:sp>
      <p:sp>
        <p:nvSpPr>
          <p:cNvPr id="3" name="CasellaDiTesto 8">
            <a:extLst>
              <a:ext uri="{FF2B5EF4-FFF2-40B4-BE49-F238E27FC236}">
                <a16:creationId xmlns:a16="http://schemas.microsoft.com/office/drawing/2014/main" id="{E4DCDF90-E966-2301-6716-79497F530D07}"/>
              </a:ext>
            </a:extLst>
          </p:cNvPr>
          <p:cNvSpPr txBox="1"/>
          <p:nvPr/>
        </p:nvSpPr>
        <p:spPr>
          <a:xfrm>
            <a:off x="9056887" y="138560"/>
            <a:ext cx="247369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12191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200" b="0" i="0" u="none" strike="noStrike" kern="1200" cap="none" spc="0" normalizeH="0" baseline="0" noProof="0" dirty="0">
                <a:ln>
                  <a:noFill/>
                </a:ln>
                <a:solidFill>
                  <a:srgbClr val="474746"/>
                </a:solidFill>
                <a:effectLst/>
                <a:uLnTx/>
                <a:uFillTx/>
                <a:latin typeface="Life Sans" panose="02000000000000000000" pitchFamily="2" charset="0"/>
                <a:ea typeface="+mn-ea"/>
                <a:cs typeface="+mn-cs"/>
              </a:rPr>
              <a:t>Referente:</a:t>
            </a:r>
            <a:r>
              <a:rPr kumimoji="0" lang="it-IT" sz="1200" b="1" i="0" u="none" strike="noStrike" kern="1200" cap="none" spc="0" normalizeH="0" baseline="0" noProof="0" dirty="0">
                <a:ln>
                  <a:noFill/>
                </a:ln>
                <a:solidFill>
                  <a:srgbClr val="474746"/>
                </a:solidFill>
                <a:effectLst/>
                <a:uLnTx/>
                <a:uFillTx/>
                <a:latin typeface="Life Sans" panose="02000000000000000000" pitchFamily="2" charset="0"/>
                <a:ea typeface="+mn-ea"/>
                <a:cs typeface="+mn-cs"/>
              </a:rPr>
              <a:t> D. Della Giustina</a:t>
            </a:r>
          </a:p>
        </p:txBody>
      </p:sp>
      <p:sp>
        <p:nvSpPr>
          <p:cNvPr id="10" name="Segnaposto numero diapositiva 4">
            <a:extLst>
              <a:ext uri="{FF2B5EF4-FFF2-40B4-BE49-F238E27FC236}">
                <a16:creationId xmlns:a16="http://schemas.microsoft.com/office/drawing/2014/main" id="{4FA01D85-150C-08B7-3301-8EAE316297BC}"/>
              </a:ext>
            </a:extLst>
          </p:cNvPr>
          <p:cNvSpPr txBox="1">
            <a:spLocks/>
          </p:cNvSpPr>
          <p:nvPr/>
        </p:nvSpPr>
        <p:spPr>
          <a:xfrm>
            <a:off x="11718170" y="3246438"/>
            <a:ext cx="472888" cy="365125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871057" rtl="0" eaLnBrk="1" latinLnBrk="0" hangingPunct="1">
              <a:defRPr sz="17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35529" algn="l" defTabSz="871057" rtl="0" eaLnBrk="1" latinLnBrk="0" hangingPunct="1">
              <a:defRPr sz="17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71057" algn="l" defTabSz="871057" rtl="0" eaLnBrk="1" latinLnBrk="0" hangingPunct="1">
              <a:defRPr sz="17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06586" algn="l" defTabSz="871057" rtl="0" eaLnBrk="1" latinLnBrk="0" hangingPunct="1">
              <a:defRPr sz="17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42115" algn="l" defTabSz="871057" rtl="0" eaLnBrk="1" latinLnBrk="0" hangingPunct="1">
              <a:defRPr sz="17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77644" algn="l" defTabSz="871057" rtl="0" eaLnBrk="1" latinLnBrk="0" hangingPunct="1">
              <a:defRPr sz="17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13172" algn="l" defTabSz="871057" rtl="0" eaLnBrk="1" latinLnBrk="0" hangingPunct="1">
              <a:defRPr sz="17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48701" algn="l" defTabSz="871057" rtl="0" eaLnBrk="1" latinLnBrk="0" hangingPunct="1">
              <a:defRPr sz="17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84230" algn="l" defTabSz="871057" rtl="0" eaLnBrk="1" latinLnBrk="0" hangingPunct="1">
              <a:defRPr sz="17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424896A-79E0-4944-BF7B-9D50BB71F74B}" type="slidenum">
              <a:rPr kumimoji="0" lang="it-IT" sz="14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ife Sans" panose="02000000000000000000" pitchFamily="2" charset="0"/>
                <a:ea typeface="+mn-ea"/>
                <a:cs typeface="+mn-cs"/>
              </a:rPr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it-IT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ife Sans" panose="02000000000000000000" pitchFamily="2" charset="0"/>
              <a:ea typeface="+mn-ea"/>
              <a:cs typeface="+mn-cs"/>
            </a:endParaRPr>
          </a:p>
        </p:txBody>
      </p:sp>
      <p:pic>
        <p:nvPicPr>
          <p:cNvPr id="19" name="Elemento grafico 17" descr="Home con riempimento a tinta unita">
            <a:hlinkClick r:id="rId8" action="ppaction://hlinksldjump"/>
            <a:extLst>
              <a:ext uri="{FF2B5EF4-FFF2-40B4-BE49-F238E27FC236}">
                <a16:creationId xmlns:a16="http://schemas.microsoft.com/office/drawing/2014/main" id="{16ACBF2B-2A3D-F059-288F-60244C48E28A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826270" y="138771"/>
            <a:ext cx="252000" cy="252000"/>
          </a:xfrm>
          <a:prstGeom prst="rect">
            <a:avLst/>
          </a:prstGeom>
        </p:spPr>
      </p:pic>
      <p:graphicFrame>
        <p:nvGraphicFramePr>
          <p:cNvPr id="4" name="Tabella 3">
            <a:extLst>
              <a:ext uri="{FF2B5EF4-FFF2-40B4-BE49-F238E27FC236}">
                <a16:creationId xmlns:a16="http://schemas.microsoft.com/office/drawing/2014/main" id="{64012F7E-53D4-32AC-7F35-3B73FB6335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7662595"/>
              </p:ext>
            </p:extLst>
          </p:nvPr>
        </p:nvGraphicFramePr>
        <p:xfrm>
          <a:off x="8977035" y="3730642"/>
          <a:ext cx="2633400" cy="1722120"/>
        </p:xfrm>
        <a:graphic>
          <a:graphicData uri="http://schemas.openxmlformats.org/drawingml/2006/table">
            <a:tbl>
              <a:tblPr firstRow="1">
                <a:tableStyleId>{BC89EF96-8CEA-46FF-86C4-4CE0E7609802}</a:tableStyleId>
              </a:tblPr>
              <a:tblGrid>
                <a:gridCol w="1106136">
                  <a:extLst>
                    <a:ext uri="{9D8B030D-6E8A-4147-A177-3AD203B41FA5}">
                      <a16:colId xmlns:a16="http://schemas.microsoft.com/office/drawing/2014/main" val="617926263"/>
                    </a:ext>
                  </a:extLst>
                </a:gridCol>
                <a:gridCol w="509088">
                  <a:extLst>
                    <a:ext uri="{9D8B030D-6E8A-4147-A177-3AD203B41FA5}">
                      <a16:colId xmlns:a16="http://schemas.microsoft.com/office/drawing/2014/main" val="775363905"/>
                    </a:ext>
                  </a:extLst>
                </a:gridCol>
                <a:gridCol w="509088">
                  <a:extLst>
                    <a:ext uri="{9D8B030D-6E8A-4147-A177-3AD203B41FA5}">
                      <a16:colId xmlns:a16="http://schemas.microsoft.com/office/drawing/2014/main" val="3811083232"/>
                    </a:ext>
                  </a:extLst>
                </a:gridCol>
                <a:gridCol w="509088">
                  <a:extLst>
                    <a:ext uri="{9D8B030D-6E8A-4147-A177-3AD203B41FA5}">
                      <a16:colId xmlns:a16="http://schemas.microsoft.com/office/drawing/2014/main" val="4243382743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/>
                      <a:endParaRPr lang="it-IT" sz="1100" dirty="0"/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100" dirty="0"/>
                        <a:t>2024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100" dirty="0"/>
                        <a:t>2025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100" dirty="0"/>
                        <a:t>2026</a:t>
                      </a:r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362752682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r>
                        <a:rPr lang="it-IT" sz="1100" b="1" dirty="0" err="1"/>
                        <a:t>Tmin</a:t>
                      </a:r>
                      <a:r>
                        <a:rPr lang="it-IT" sz="1100" b="1" dirty="0"/>
                        <a:t> &gt; 25° [#]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1100" dirty="0"/>
                        <a:t>12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1100" dirty="0"/>
                        <a:t>10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1100" dirty="0"/>
                        <a:t>17</a:t>
                      </a:r>
                    </a:p>
                  </a:txBody>
                  <a:tcPr marL="45720" marR="4572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7319212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r>
                        <a:rPr lang="it-IT" sz="1100" b="1" dirty="0" err="1"/>
                        <a:t>Tmax</a:t>
                      </a:r>
                      <a:r>
                        <a:rPr lang="it-IT" sz="1100" b="1" dirty="0"/>
                        <a:t> &gt; 35° [#]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1100" dirty="0"/>
                        <a:t>2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1100" dirty="0"/>
                        <a:t>5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1100" dirty="0"/>
                        <a:t>19</a:t>
                      </a:r>
                    </a:p>
                  </a:txBody>
                  <a:tcPr marL="45720" marR="4572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6837393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r>
                        <a:rPr lang="it-IT" sz="1100" b="1" dirty="0"/>
                        <a:t>Picco [GW]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1100" dirty="0"/>
                        <a:t>1.4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1100" dirty="0"/>
                        <a:t>1.5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1100" dirty="0"/>
                        <a:t>1.5</a:t>
                      </a:r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3027954814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r>
                        <a:rPr lang="it-IT" sz="1100" b="1" dirty="0"/>
                        <a:t>Precipitazioni </a:t>
                      </a:r>
                      <a:r>
                        <a:rPr lang="it-IT" sz="1100" b="1" dirty="0" err="1"/>
                        <a:t>cum</a:t>
                      </a:r>
                      <a:r>
                        <a:rPr lang="it-IT" sz="1100" b="1" dirty="0"/>
                        <a:t>. [mm]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1100" dirty="0"/>
                        <a:t>1074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1100" dirty="0"/>
                        <a:t>840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1100" dirty="0"/>
                        <a:t>505</a:t>
                      </a:r>
                    </a:p>
                  </a:txBody>
                  <a:tcPr marL="45720" marR="4572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003512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r>
                        <a:rPr lang="it-IT" sz="1100" b="1" dirty="0"/>
                        <a:t>Emergenza [#]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1100" dirty="0"/>
                        <a:t>16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1100" dirty="0"/>
                        <a:t>16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1100" dirty="0"/>
                        <a:t>11</a:t>
                      </a:r>
                    </a:p>
                  </a:txBody>
                  <a:tcPr marL="45720" marR="4572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61930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092295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643683-1DAB-75A1-152A-5161DAB1D2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Oggetto 11" hidden="1">
            <a:extLst>
              <a:ext uri="{FF2B5EF4-FFF2-40B4-BE49-F238E27FC236}">
                <a16:creationId xmlns:a16="http://schemas.microsoft.com/office/drawing/2014/main" id="{2EE36074-A7D9-314B-8CE5-F12D0773518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12" name="Oggetto 11" hidden="1">
                        <a:extLst>
                          <a:ext uri="{FF2B5EF4-FFF2-40B4-BE49-F238E27FC236}">
                            <a16:creationId xmlns:a16="http://schemas.microsoft.com/office/drawing/2014/main" id="{2EE36074-A7D9-314B-8CE5-F12D0773518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Rettangolo 23">
            <a:extLst>
              <a:ext uri="{FF2B5EF4-FFF2-40B4-BE49-F238E27FC236}">
                <a16:creationId xmlns:a16="http://schemas.microsoft.com/office/drawing/2014/main" id="{16E81EAB-7CA6-FFB5-1859-282E3673EE15}"/>
              </a:ext>
            </a:extLst>
          </p:cNvPr>
          <p:cNvSpPr/>
          <p:nvPr/>
        </p:nvSpPr>
        <p:spPr>
          <a:xfrm>
            <a:off x="406799" y="1107114"/>
            <a:ext cx="6534553" cy="15308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marL="285750" lvl="0" indent="-28575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it-IT" sz="1400" dirty="0">
                <a:solidFill>
                  <a:srgbClr val="505050"/>
                </a:solidFill>
                <a:latin typeface="Life Sans" panose="02000000000000000000" pitchFamily="2" charset="0"/>
                <a:ea typeface="Roboto"/>
                <a:cs typeface="Verdana"/>
              </a:rPr>
              <a:t>Numero di </a:t>
            </a:r>
            <a:r>
              <a:rPr lang="it-IT" sz="1400" dirty="0">
                <a:solidFill>
                  <a:srgbClr val="00B0F0"/>
                </a:solidFill>
                <a:latin typeface="Life Sans" panose="02000000000000000000" pitchFamily="2" charset="0"/>
                <a:ea typeface="Roboto"/>
                <a:cs typeface="Verdana"/>
              </a:rPr>
              <a:t>guasti</a:t>
            </a:r>
            <a:r>
              <a:rPr lang="it-IT" sz="1400" dirty="0">
                <a:solidFill>
                  <a:srgbClr val="505050"/>
                </a:solidFill>
                <a:latin typeface="Life Sans" panose="02000000000000000000" pitchFamily="2" charset="0"/>
                <a:ea typeface="Roboto"/>
                <a:cs typeface="Verdana"/>
              </a:rPr>
              <a:t> </a:t>
            </a:r>
            <a:r>
              <a:rPr lang="it-IT" sz="1800" b="1" dirty="0">
                <a:solidFill>
                  <a:srgbClr val="00B0F0"/>
                </a:solidFill>
                <a:latin typeface="Life Sans" panose="02000000000000000000" pitchFamily="2" charset="0"/>
                <a:ea typeface="Roboto"/>
                <a:cs typeface="Verdana"/>
              </a:rPr>
              <a:t>2x</a:t>
            </a:r>
            <a:r>
              <a:rPr lang="it-IT" sz="1400" dirty="0">
                <a:solidFill>
                  <a:srgbClr val="505050"/>
                </a:solidFill>
                <a:latin typeface="Life Sans" panose="02000000000000000000" pitchFamily="2" charset="0"/>
                <a:ea typeface="Roboto"/>
                <a:cs typeface="Verdana"/>
              </a:rPr>
              <a:t> rispetto al 2025.</a:t>
            </a:r>
          </a:p>
          <a:p>
            <a:pPr marL="285750" lvl="0" indent="-28575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it-IT" sz="1400" dirty="0">
                <a:solidFill>
                  <a:srgbClr val="505050"/>
                </a:solidFill>
                <a:latin typeface="Life Sans" panose="02000000000000000000" pitchFamily="2" charset="0"/>
                <a:ea typeface="Roboto"/>
                <a:cs typeface="Verdana"/>
              </a:rPr>
              <a:t>Accumulo </a:t>
            </a:r>
            <a:r>
              <a:rPr lang="it-IT" sz="1400" dirty="0">
                <a:solidFill>
                  <a:srgbClr val="00B0F0"/>
                </a:solidFill>
                <a:latin typeface="Life Sans" panose="02000000000000000000" pitchFamily="2" charset="0"/>
                <a:ea typeface="Roboto"/>
                <a:cs typeface="Verdana"/>
              </a:rPr>
              <a:t>indisponibilità</a:t>
            </a:r>
            <a:r>
              <a:rPr lang="it-IT" sz="1400" dirty="0">
                <a:solidFill>
                  <a:srgbClr val="505050"/>
                </a:solidFill>
                <a:latin typeface="Life Sans" panose="02000000000000000000" pitchFamily="2" charset="0"/>
                <a:ea typeface="Roboto"/>
                <a:cs typeface="Verdana"/>
              </a:rPr>
              <a:t> </a:t>
            </a:r>
            <a:r>
              <a:rPr lang="it-IT" sz="1800" b="1" dirty="0">
                <a:solidFill>
                  <a:srgbClr val="00B0F0"/>
                </a:solidFill>
                <a:latin typeface="Life Sans" panose="02000000000000000000" pitchFamily="2" charset="0"/>
                <a:ea typeface="Roboto"/>
              </a:rPr>
              <a:t>4x</a:t>
            </a:r>
            <a:r>
              <a:rPr lang="it-IT" sz="1400" dirty="0">
                <a:solidFill>
                  <a:srgbClr val="505050"/>
                </a:solidFill>
                <a:latin typeface="Life Sans" panose="02000000000000000000" pitchFamily="2" charset="0"/>
                <a:ea typeface="Roboto"/>
                <a:cs typeface="Verdana"/>
              </a:rPr>
              <a:t> volte superiore.</a:t>
            </a:r>
          </a:p>
          <a:p>
            <a:pPr marL="285750" indent="-28575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it-IT" sz="1400" dirty="0">
                <a:solidFill>
                  <a:srgbClr val="505050"/>
                </a:solidFill>
                <a:latin typeface="Life Sans" panose="02000000000000000000" pitchFamily="2" charset="0"/>
                <a:ea typeface="Roboto"/>
              </a:rPr>
              <a:t>L’intensificarsi delle anomali climatiche contribuisce ulteriormente ad aggravare il fenomeno.</a:t>
            </a:r>
          </a:p>
          <a:p>
            <a:pPr marL="285750" lvl="0" indent="-28575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it-IT" sz="1400" dirty="0">
                <a:solidFill>
                  <a:srgbClr val="505050"/>
                </a:solidFill>
                <a:latin typeface="Life Sans" panose="02000000000000000000" pitchFamily="2" charset="0"/>
                <a:ea typeface="Roboto"/>
                <a:cs typeface="Verdana"/>
              </a:rPr>
              <a:t>Casi con </a:t>
            </a:r>
            <a:r>
              <a:rPr lang="it-IT" sz="1400" strike="sngStrike" dirty="0">
                <a:solidFill>
                  <a:srgbClr val="FF0000"/>
                </a:solidFill>
                <a:latin typeface="Life Sans" panose="02000000000000000000" pitchFamily="2" charset="0"/>
                <a:ea typeface="Roboto"/>
                <a:cs typeface="Verdana"/>
              </a:rPr>
              <a:t>utenti</a:t>
            </a:r>
            <a:r>
              <a:rPr lang="it-IT" sz="1400" dirty="0">
                <a:solidFill>
                  <a:srgbClr val="505050"/>
                </a:solidFill>
                <a:latin typeface="Life Sans" panose="02000000000000000000" pitchFamily="2" charset="0"/>
                <a:ea typeface="Roboto"/>
                <a:cs typeface="Verdana"/>
              </a:rPr>
              <a:t> </a:t>
            </a:r>
            <a:r>
              <a:rPr lang="it-IT" sz="1800" b="1" dirty="0">
                <a:solidFill>
                  <a:srgbClr val="00B0F0"/>
                </a:solidFill>
                <a:latin typeface="Life Sans" panose="02000000000000000000" pitchFamily="2" charset="0"/>
                <a:ea typeface="Roboto"/>
                <a:cs typeface="Verdana"/>
              </a:rPr>
              <a:t>+10 k </a:t>
            </a:r>
            <a:r>
              <a:rPr lang="it-IT" sz="1400" dirty="0">
                <a:solidFill>
                  <a:srgbClr val="505050"/>
                </a:solidFill>
                <a:latin typeface="Life Sans" panose="02000000000000000000" pitchFamily="2" charset="0"/>
                <a:ea typeface="Roboto"/>
                <a:cs typeface="Verdana"/>
              </a:rPr>
              <a:t>utenti al buio per oltre </a:t>
            </a:r>
            <a:r>
              <a:rPr lang="it-IT" sz="1800" b="1" dirty="0">
                <a:solidFill>
                  <a:srgbClr val="00B0F0"/>
                </a:solidFill>
                <a:latin typeface="Life Sans" panose="02000000000000000000" pitchFamily="2" charset="0"/>
                <a:ea typeface="Roboto"/>
                <a:cs typeface="Verdana"/>
              </a:rPr>
              <a:t>10 ore</a:t>
            </a:r>
            <a:r>
              <a:rPr lang="it-IT" sz="1400" dirty="0">
                <a:solidFill>
                  <a:srgbClr val="505050"/>
                </a:solidFill>
                <a:latin typeface="Life Sans" panose="02000000000000000000" pitchFamily="2" charset="0"/>
                <a:ea typeface="Roboto"/>
                <a:cs typeface="Verdana"/>
              </a:rPr>
              <a:t>.</a:t>
            </a:r>
          </a:p>
        </p:txBody>
      </p:sp>
      <p:sp>
        <p:nvSpPr>
          <p:cNvPr id="17" name="Rettangolo 16">
            <a:extLst>
              <a:ext uri="{FF2B5EF4-FFF2-40B4-BE49-F238E27FC236}">
                <a16:creationId xmlns:a16="http://schemas.microsoft.com/office/drawing/2014/main" id="{679D796F-C1FD-AE2C-FD16-2B090182E303}"/>
              </a:ext>
            </a:extLst>
          </p:cNvPr>
          <p:cNvSpPr/>
          <p:nvPr/>
        </p:nvSpPr>
        <p:spPr>
          <a:xfrm>
            <a:off x="406800" y="848829"/>
            <a:ext cx="4343849" cy="2579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871057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ife Sans" panose="02000000000000000000" pitchFamily="2" charset="0"/>
                <a:ea typeface="Roboto" panose="02000000000000000000" pitchFamily="2" charset="0"/>
                <a:cs typeface="Segoe UI" panose="020B0502040204020203" pitchFamily="34" charset="0"/>
              </a:rPr>
              <a:t>AGGIORNAMENTO: periodo 1 Maggio – 31 Luglio</a:t>
            </a:r>
            <a:endParaRPr kumimoji="0" lang="it-IT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ife Sans" panose="02000000000000000000" pitchFamily="2" charset="0"/>
              <a:ea typeface="Roboto" panose="02000000000000000000" pitchFamily="2" charset="0"/>
              <a:cs typeface="Verdana"/>
            </a:endParaRPr>
          </a:p>
        </p:txBody>
      </p:sp>
      <p:sp>
        <p:nvSpPr>
          <p:cNvPr id="15" name="Titolo 2">
            <a:extLst>
              <a:ext uri="{FF2B5EF4-FFF2-40B4-BE49-F238E27FC236}">
                <a16:creationId xmlns:a16="http://schemas.microsoft.com/office/drawing/2014/main" id="{73CBC6D4-5CFE-95F8-2D87-281C12C0CD45}"/>
              </a:ext>
            </a:extLst>
          </p:cNvPr>
          <p:cNvSpPr txBox="1">
            <a:spLocks/>
          </p:cNvSpPr>
          <p:nvPr/>
        </p:nvSpPr>
        <p:spPr bwMode="auto">
          <a:xfrm>
            <a:off x="406800" y="398537"/>
            <a:ext cx="9600325" cy="454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6800" rIns="90000" bIns="46800" numCol="1" anchor="b" anchorCtr="0" compatLnSpc="1">
            <a:prstTxWarp prst="textNoShape">
              <a:avLst/>
            </a:prstTxWarp>
            <a:spAutoFit/>
          </a:bodyPr>
          <a:lstStyle>
            <a:lvl1pPr algn="l" defTabSz="121919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de-DE" sz="2600" b="1" kern="0" cap="all" spc="-52" baseline="0" noProof="0" dirty="0">
                <a:solidFill>
                  <a:schemeClr val="accent1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pPr marL="0" marR="0" lvl="0" indent="0" algn="l" defTabSz="1219194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2500" b="1" i="0" u="none" strike="noStrike" kern="0" cap="none" spc="-52" normalizeH="0" baseline="0" noProof="0" dirty="0">
                <a:ln>
                  <a:noFill/>
                </a:ln>
                <a:solidFill>
                  <a:srgbClr val="009FDA"/>
                </a:solidFill>
                <a:effectLst/>
                <a:uLnTx/>
                <a:uFillTx/>
                <a:latin typeface="Life Sans" panose="02000000000000000000" pitchFamily="2" charset="0"/>
                <a:ea typeface="+mj-ea"/>
                <a:cs typeface="Segoe UI" panose="020B0502040204020203" pitchFamily="34" charset="0"/>
              </a:rPr>
              <a:t>Monitoraggio guasti rete DRT</a:t>
            </a:r>
            <a:r>
              <a:rPr kumimoji="0" lang="it-IT" sz="2500" b="1" i="0" u="none" strike="noStrike" kern="0" cap="all" spc="-52" normalizeH="0" baseline="0" noProof="0" dirty="0">
                <a:ln>
                  <a:noFill/>
                </a:ln>
                <a:solidFill>
                  <a:srgbClr val="009FDA"/>
                </a:solidFill>
                <a:effectLst/>
                <a:uLnTx/>
                <a:uFillTx/>
                <a:latin typeface="Life Sans" panose="02000000000000000000" pitchFamily="2" charset="0"/>
                <a:ea typeface="+mj-ea"/>
                <a:cs typeface="Segoe UI" panose="020B0502040204020203" pitchFamily="34" charset="0"/>
              </a:rPr>
              <a:t> </a:t>
            </a:r>
            <a:r>
              <a:rPr kumimoji="0" lang="it-IT" sz="2500" b="0" i="0" u="none" strike="noStrike" kern="0" cap="all" spc="-52" normalizeH="0" baseline="0" noProof="0" dirty="0">
                <a:ln>
                  <a:noFill/>
                </a:ln>
                <a:solidFill>
                  <a:srgbClr val="009FDA"/>
                </a:solidFill>
                <a:effectLst/>
                <a:uLnTx/>
                <a:uFillTx/>
                <a:latin typeface="Life Sans" panose="02000000000000000000" pitchFamily="2" charset="0"/>
                <a:ea typeface="+mj-ea"/>
                <a:cs typeface="Segoe UI" panose="020B0502040204020203" pitchFamily="34" charset="0"/>
              </a:rPr>
              <a:t>| </a:t>
            </a:r>
            <a:r>
              <a:rPr kumimoji="0" lang="it-IT" sz="2500" b="0" i="0" u="none" strike="noStrike" kern="0" cap="none" spc="-52" normalizeH="0" baseline="0" noProof="0" dirty="0">
                <a:ln>
                  <a:noFill/>
                </a:ln>
                <a:solidFill>
                  <a:srgbClr val="009FDA"/>
                </a:solidFill>
                <a:effectLst/>
                <a:uLnTx/>
                <a:uFillTx/>
                <a:latin typeface="Life Sans" panose="02000000000000000000" pitchFamily="2" charset="0"/>
                <a:ea typeface="+mj-ea"/>
                <a:cs typeface="Segoe UI" panose="020B0502040204020203" pitchFamily="34" charset="0"/>
              </a:rPr>
              <a:t>Milano 975x</a:t>
            </a:r>
          </a:p>
        </p:txBody>
      </p:sp>
      <p:sp>
        <p:nvSpPr>
          <p:cNvPr id="3" name="CasellaDiTesto 8">
            <a:extLst>
              <a:ext uri="{FF2B5EF4-FFF2-40B4-BE49-F238E27FC236}">
                <a16:creationId xmlns:a16="http://schemas.microsoft.com/office/drawing/2014/main" id="{73D9623A-4A78-ADE4-B90E-3E3C0ACB850D}"/>
              </a:ext>
            </a:extLst>
          </p:cNvPr>
          <p:cNvSpPr txBox="1"/>
          <p:nvPr/>
        </p:nvSpPr>
        <p:spPr>
          <a:xfrm>
            <a:off x="9056887" y="138560"/>
            <a:ext cx="247369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12191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200" b="0" i="0" u="none" strike="noStrike" kern="1200" cap="none" spc="0" normalizeH="0" baseline="0" noProof="0" dirty="0">
                <a:ln>
                  <a:noFill/>
                </a:ln>
                <a:solidFill>
                  <a:srgbClr val="474746"/>
                </a:solidFill>
                <a:effectLst/>
                <a:uLnTx/>
                <a:uFillTx/>
                <a:latin typeface="Life Sans" panose="02000000000000000000" pitchFamily="2" charset="0"/>
                <a:ea typeface="+mn-ea"/>
                <a:cs typeface="+mn-cs"/>
              </a:rPr>
              <a:t>Referente:</a:t>
            </a:r>
            <a:r>
              <a:rPr kumimoji="0" lang="it-IT" sz="1200" b="1" i="0" u="none" strike="noStrike" kern="1200" cap="none" spc="0" normalizeH="0" baseline="0" noProof="0" dirty="0">
                <a:ln>
                  <a:noFill/>
                </a:ln>
                <a:solidFill>
                  <a:srgbClr val="474746"/>
                </a:solidFill>
                <a:effectLst/>
                <a:uLnTx/>
                <a:uFillTx/>
                <a:latin typeface="Life Sans" panose="02000000000000000000" pitchFamily="2" charset="0"/>
                <a:ea typeface="+mn-ea"/>
                <a:cs typeface="+mn-cs"/>
              </a:rPr>
              <a:t> D. Della Giustina</a:t>
            </a:r>
          </a:p>
        </p:txBody>
      </p:sp>
      <p:sp>
        <p:nvSpPr>
          <p:cNvPr id="10" name="Segnaposto numero diapositiva 4">
            <a:extLst>
              <a:ext uri="{FF2B5EF4-FFF2-40B4-BE49-F238E27FC236}">
                <a16:creationId xmlns:a16="http://schemas.microsoft.com/office/drawing/2014/main" id="{246BD1F8-55DF-614A-5B51-3A1A495E2823}"/>
              </a:ext>
            </a:extLst>
          </p:cNvPr>
          <p:cNvSpPr txBox="1">
            <a:spLocks/>
          </p:cNvSpPr>
          <p:nvPr/>
        </p:nvSpPr>
        <p:spPr>
          <a:xfrm>
            <a:off x="11718170" y="3246438"/>
            <a:ext cx="472888" cy="365125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871057" rtl="0" eaLnBrk="1" latinLnBrk="0" hangingPunct="1">
              <a:defRPr sz="17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35529" algn="l" defTabSz="871057" rtl="0" eaLnBrk="1" latinLnBrk="0" hangingPunct="1">
              <a:defRPr sz="17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71057" algn="l" defTabSz="871057" rtl="0" eaLnBrk="1" latinLnBrk="0" hangingPunct="1">
              <a:defRPr sz="17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06586" algn="l" defTabSz="871057" rtl="0" eaLnBrk="1" latinLnBrk="0" hangingPunct="1">
              <a:defRPr sz="17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42115" algn="l" defTabSz="871057" rtl="0" eaLnBrk="1" latinLnBrk="0" hangingPunct="1">
              <a:defRPr sz="17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77644" algn="l" defTabSz="871057" rtl="0" eaLnBrk="1" latinLnBrk="0" hangingPunct="1">
              <a:defRPr sz="17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13172" algn="l" defTabSz="871057" rtl="0" eaLnBrk="1" latinLnBrk="0" hangingPunct="1">
              <a:defRPr sz="17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48701" algn="l" defTabSz="871057" rtl="0" eaLnBrk="1" latinLnBrk="0" hangingPunct="1">
              <a:defRPr sz="17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84230" algn="l" defTabSz="871057" rtl="0" eaLnBrk="1" latinLnBrk="0" hangingPunct="1">
              <a:defRPr sz="17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424896A-79E0-4944-BF7B-9D50BB71F74B}" type="slidenum">
              <a:rPr kumimoji="0" lang="it-IT" sz="14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ife Sans" panose="02000000000000000000" pitchFamily="2" charset="0"/>
                <a:ea typeface="+mn-ea"/>
                <a:cs typeface="+mn-cs"/>
              </a:rPr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it-IT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ife Sans" panose="02000000000000000000" pitchFamily="2" charset="0"/>
              <a:ea typeface="+mn-ea"/>
              <a:cs typeface="+mn-cs"/>
            </a:endParaRPr>
          </a:p>
        </p:txBody>
      </p:sp>
      <p:pic>
        <p:nvPicPr>
          <p:cNvPr id="19" name="Elemento grafico 17" descr="Home con riempimento a tinta unita">
            <a:hlinkClick r:id="rId6" action="ppaction://hlinksldjump"/>
            <a:extLst>
              <a:ext uri="{FF2B5EF4-FFF2-40B4-BE49-F238E27FC236}">
                <a16:creationId xmlns:a16="http://schemas.microsoft.com/office/drawing/2014/main" id="{06F54463-99E3-FA19-E3F2-450294880CFB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826270" y="138771"/>
            <a:ext cx="252000" cy="252000"/>
          </a:xfrm>
          <a:prstGeom prst="rect">
            <a:avLst/>
          </a:prstGeom>
        </p:spPr>
      </p:pic>
      <p:graphicFrame>
        <p:nvGraphicFramePr>
          <p:cNvPr id="27" name="Grafico 26">
            <a:extLst>
              <a:ext uri="{FF2B5EF4-FFF2-40B4-BE49-F238E27FC236}">
                <a16:creationId xmlns:a16="http://schemas.microsoft.com/office/drawing/2014/main" id="{8F654339-4F19-A1B6-561E-F0F3083E979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64030134"/>
              </p:ext>
            </p:extLst>
          </p:nvPr>
        </p:nvGraphicFramePr>
        <p:xfrm>
          <a:off x="1282276" y="4305804"/>
          <a:ext cx="4874684" cy="199884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sp>
        <p:nvSpPr>
          <p:cNvPr id="89" name="Rettangolo 88">
            <a:extLst>
              <a:ext uri="{FF2B5EF4-FFF2-40B4-BE49-F238E27FC236}">
                <a16:creationId xmlns:a16="http://schemas.microsoft.com/office/drawing/2014/main" id="{5705AE3F-6C0D-7A0C-805B-07761A55D0CC}"/>
              </a:ext>
            </a:extLst>
          </p:cNvPr>
          <p:cNvSpPr/>
          <p:nvPr/>
        </p:nvSpPr>
        <p:spPr>
          <a:xfrm>
            <a:off x="1634769" y="4647746"/>
            <a:ext cx="2995844" cy="936000"/>
          </a:xfrm>
          <a:prstGeom prst="rect">
            <a:avLst/>
          </a:prstGeom>
          <a:solidFill>
            <a:srgbClr val="0558FF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it-IT" sz="1600" dirty="0">
              <a:solidFill>
                <a:schemeClr val="bg1"/>
              </a:solidFill>
              <a:ea typeface="Roboto" panose="02000000000000000000" pitchFamily="2" charset="0"/>
              <a:cs typeface="Verdana"/>
            </a:endParaRPr>
          </a:p>
        </p:txBody>
      </p:sp>
      <p:sp>
        <p:nvSpPr>
          <p:cNvPr id="97" name="Rettangolo 96">
            <a:extLst>
              <a:ext uri="{FF2B5EF4-FFF2-40B4-BE49-F238E27FC236}">
                <a16:creationId xmlns:a16="http://schemas.microsoft.com/office/drawing/2014/main" id="{BCD0B4D0-249E-7E05-8224-9D3224ED23CF}"/>
              </a:ext>
            </a:extLst>
          </p:cNvPr>
          <p:cNvSpPr/>
          <p:nvPr/>
        </p:nvSpPr>
        <p:spPr>
          <a:xfrm>
            <a:off x="1222949" y="4128617"/>
            <a:ext cx="4248912" cy="18631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marR="0" lvl="0" algn="l" defTabSz="871057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endParaRPr kumimoji="0" lang="it-IT" sz="1400" i="0" u="none" strike="noStrike" kern="1200" cap="none" spc="0" normalizeH="0" baseline="0" noProof="0" dirty="0">
              <a:ln>
                <a:noFill/>
              </a:ln>
              <a:solidFill>
                <a:srgbClr val="505050"/>
              </a:solidFill>
              <a:effectLst/>
              <a:uLnTx/>
              <a:uFillTx/>
              <a:latin typeface="Life Sans" panose="02000000000000000000" pitchFamily="2" charset="0"/>
              <a:ea typeface="Roboto"/>
              <a:cs typeface="Verdana"/>
            </a:endParaRPr>
          </a:p>
        </p:txBody>
      </p:sp>
      <p:grpSp>
        <p:nvGrpSpPr>
          <p:cNvPr id="100" name="Gruppo 99">
            <a:extLst>
              <a:ext uri="{FF2B5EF4-FFF2-40B4-BE49-F238E27FC236}">
                <a16:creationId xmlns:a16="http://schemas.microsoft.com/office/drawing/2014/main" id="{6560EB66-94BF-3DAA-219A-E6769A0FF7B8}"/>
              </a:ext>
            </a:extLst>
          </p:cNvPr>
          <p:cNvGrpSpPr/>
          <p:nvPr/>
        </p:nvGrpSpPr>
        <p:grpSpPr>
          <a:xfrm>
            <a:off x="1674313" y="4216678"/>
            <a:ext cx="1347304" cy="246221"/>
            <a:chOff x="3474632" y="5197546"/>
            <a:chExt cx="1347304" cy="246221"/>
          </a:xfrm>
        </p:grpSpPr>
        <p:sp>
          <p:nvSpPr>
            <p:cNvPr id="101" name="Rettangolo 100">
              <a:extLst>
                <a:ext uri="{FF2B5EF4-FFF2-40B4-BE49-F238E27FC236}">
                  <a16:creationId xmlns:a16="http://schemas.microsoft.com/office/drawing/2014/main" id="{09A40500-8E9E-0A6F-6AD5-656496E7DDCC}"/>
                </a:ext>
              </a:extLst>
            </p:cNvPr>
            <p:cNvSpPr/>
            <p:nvPr/>
          </p:nvSpPr>
          <p:spPr>
            <a:xfrm>
              <a:off x="3474632" y="5268392"/>
              <a:ext cx="334571" cy="104531"/>
            </a:xfrm>
            <a:prstGeom prst="rect">
              <a:avLst/>
            </a:prstGeom>
            <a:solidFill>
              <a:srgbClr val="0558FF">
                <a:alpha val="25098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 lang="it-IT" sz="1600" dirty="0">
                <a:solidFill>
                  <a:schemeClr val="bg1"/>
                </a:solidFill>
                <a:ea typeface="Roboto" panose="02000000000000000000" pitchFamily="2" charset="0"/>
                <a:cs typeface="Verdana"/>
              </a:endParaRPr>
            </a:p>
          </p:txBody>
        </p:sp>
        <p:sp>
          <p:nvSpPr>
            <p:cNvPr id="102" name="CasellaDiTesto 101">
              <a:extLst>
                <a:ext uri="{FF2B5EF4-FFF2-40B4-BE49-F238E27FC236}">
                  <a16:creationId xmlns:a16="http://schemas.microsoft.com/office/drawing/2014/main" id="{A3B2838C-5C80-491F-9E83-7F9D99F450FA}"/>
                </a:ext>
              </a:extLst>
            </p:cNvPr>
            <p:cNvSpPr txBox="1"/>
            <p:nvPr/>
          </p:nvSpPr>
          <p:spPr>
            <a:xfrm>
              <a:off x="3809203" y="5197546"/>
              <a:ext cx="1012733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it-IT" sz="1000" dirty="0">
                  <a:solidFill>
                    <a:srgbClr val="505050"/>
                  </a:solidFill>
                  <a:latin typeface="Life Sans" panose="02000000000000000000" pitchFamily="2" charset="0"/>
                  <a:ea typeface="Roboto"/>
                  <a:cs typeface="Verdana"/>
                </a:rPr>
                <a:t>Gestione E-D</a:t>
              </a:r>
              <a:endParaRPr lang="it-IT" sz="1100" dirty="0"/>
            </a:p>
          </p:txBody>
        </p:sp>
      </p:grpSp>
      <p:grpSp>
        <p:nvGrpSpPr>
          <p:cNvPr id="105" name="Gruppo 104">
            <a:extLst>
              <a:ext uri="{FF2B5EF4-FFF2-40B4-BE49-F238E27FC236}">
                <a16:creationId xmlns:a16="http://schemas.microsoft.com/office/drawing/2014/main" id="{120F0A15-EB6E-6802-140B-63AECA3315CD}"/>
              </a:ext>
            </a:extLst>
          </p:cNvPr>
          <p:cNvGrpSpPr/>
          <p:nvPr/>
        </p:nvGrpSpPr>
        <p:grpSpPr>
          <a:xfrm>
            <a:off x="1787598" y="4404512"/>
            <a:ext cx="1234018" cy="246221"/>
            <a:chOff x="4814987" y="3799397"/>
            <a:chExt cx="1234018" cy="246221"/>
          </a:xfrm>
        </p:grpSpPr>
        <p:sp>
          <p:nvSpPr>
            <p:cNvPr id="99" name="Rettangolo 98">
              <a:extLst>
                <a:ext uri="{FF2B5EF4-FFF2-40B4-BE49-F238E27FC236}">
                  <a16:creationId xmlns:a16="http://schemas.microsoft.com/office/drawing/2014/main" id="{62343C50-CE0C-DD39-0731-F1EBB7703B9C}"/>
                </a:ext>
              </a:extLst>
            </p:cNvPr>
            <p:cNvSpPr/>
            <p:nvPr/>
          </p:nvSpPr>
          <p:spPr>
            <a:xfrm>
              <a:off x="4814987" y="3868508"/>
              <a:ext cx="108000" cy="108000"/>
            </a:xfrm>
            <a:prstGeom prst="rect">
              <a:avLst/>
            </a:prstGeom>
            <a:solidFill>
              <a:schemeClr val="accent5"/>
            </a:solidFill>
            <a:ln w="28575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 lang="it-IT" sz="1600" dirty="0">
                <a:solidFill>
                  <a:schemeClr val="bg1"/>
                </a:solidFill>
                <a:ea typeface="Roboto" panose="02000000000000000000" pitchFamily="2" charset="0"/>
                <a:cs typeface="Verdana"/>
              </a:endParaRPr>
            </a:p>
          </p:txBody>
        </p:sp>
        <p:sp>
          <p:nvSpPr>
            <p:cNvPr id="104" name="CasellaDiTesto 103">
              <a:extLst>
                <a:ext uri="{FF2B5EF4-FFF2-40B4-BE49-F238E27FC236}">
                  <a16:creationId xmlns:a16="http://schemas.microsoft.com/office/drawing/2014/main" id="{C088C41A-EF46-DA91-6C82-9323A09C988E}"/>
                </a:ext>
              </a:extLst>
            </p:cNvPr>
            <p:cNvSpPr txBox="1"/>
            <p:nvPr/>
          </p:nvSpPr>
          <p:spPr>
            <a:xfrm>
              <a:off x="5036272" y="3799397"/>
              <a:ext cx="1012733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it-IT" sz="1000" dirty="0">
                  <a:solidFill>
                    <a:srgbClr val="505050"/>
                  </a:solidFill>
                  <a:latin typeface="Life Sans" panose="02000000000000000000" pitchFamily="2" charset="0"/>
                  <a:ea typeface="Roboto"/>
                  <a:cs typeface="Verdana"/>
                </a:rPr>
                <a:t>Forecast</a:t>
              </a:r>
              <a:endParaRPr lang="it-IT" sz="1100" dirty="0"/>
            </a:p>
          </p:txBody>
        </p:sp>
      </p:grpSp>
      <p:sp>
        <p:nvSpPr>
          <p:cNvPr id="29" name="CasellaDiTesto 28">
            <a:extLst>
              <a:ext uri="{FF2B5EF4-FFF2-40B4-BE49-F238E27FC236}">
                <a16:creationId xmlns:a16="http://schemas.microsoft.com/office/drawing/2014/main" id="{9D87C159-3D79-33EA-DA19-886A2588EC23}"/>
              </a:ext>
            </a:extLst>
          </p:cNvPr>
          <p:cNvSpPr txBox="1"/>
          <p:nvPr/>
        </p:nvSpPr>
        <p:spPr>
          <a:xfrm>
            <a:off x="3175807" y="4445458"/>
            <a:ext cx="1263487" cy="415498"/>
          </a:xfrm>
          <a:prstGeom prst="rect">
            <a:avLst/>
          </a:prstGeom>
          <a:solidFill>
            <a:sysClr val="window" lastClr="FFFFFF">
              <a:lumMod val="85000"/>
            </a:sysClr>
          </a:solidFill>
        </p:spPr>
        <p:txBody>
          <a:bodyPr wrap="non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05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</a:rPr>
              <a:t>Indicatore Durata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05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</a:rPr>
              <a:t>(prov. Milano)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7DEFD5CE-94AC-671C-A6DE-EB26B7EB2ED7}"/>
              </a:ext>
            </a:extLst>
          </p:cNvPr>
          <p:cNvSpPr txBox="1"/>
          <p:nvPr/>
        </p:nvSpPr>
        <p:spPr>
          <a:xfrm>
            <a:off x="9450349" y="992248"/>
            <a:ext cx="1089314" cy="175684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/>
          <a:p>
            <a:pPr marL="0" marR="0" lvl="0" indent="0" algn="r" defTabSz="87105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900" b="0" i="1" u="none" strike="noStrike" kern="1200" cap="none" spc="0" normalizeH="0" baseline="0" noProof="0" dirty="0">
                <a:ln>
                  <a:noFill/>
                </a:ln>
                <a:solidFill>
                  <a:srgbClr val="414141"/>
                </a:solidFill>
                <a:effectLst/>
                <a:uLnTx/>
                <a:uFillTx/>
                <a:latin typeface="Life Sans" panose="02000000000000000000" pitchFamily="2" charset="0"/>
                <a:ea typeface="+mn-ea"/>
                <a:cs typeface="Levenim MT" panose="02010502060101010101" pitchFamily="2" charset="-79"/>
              </a:rPr>
              <a:t>1°</a:t>
            </a:r>
            <a:r>
              <a:rPr kumimoji="0" lang="it-IT" sz="900" b="0" i="1" u="none" strike="noStrike" kern="1200" cap="none" spc="0" normalizeH="0" noProof="0" dirty="0">
                <a:ln>
                  <a:noFill/>
                </a:ln>
                <a:solidFill>
                  <a:srgbClr val="414141"/>
                </a:solidFill>
                <a:effectLst/>
                <a:uLnTx/>
                <a:uFillTx/>
                <a:latin typeface="Life Sans" panose="02000000000000000000" pitchFamily="2" charset="0"/>
                <a:ea typeface="+mn-ea"/>
                <a:cs typeface="Levenim MT" panose="02010502060101010101" pitchFamily="2" charset="-79"/>
              </a:rPr>
              <a:t>  magg. – 31 </a:t>
            </a:r>
            <a:r>
              <a:rPr kumimoji="0" lang="it-IT" sz="900" b="0" i="1" u="none" strike="noStrike" kern="1200" cap="none" spc="0" normalizeH="0" noProof="0" dirty="0" err="1">
                <a:ln>
                  <a:noFill/>
                </a:ln>
                <a:solidFill>
                  <a:srgbClr val="414141"/>
                </a:solidFill>
                <a:effectLst/>
                <a:uLnTx/>
                <a:uFillTx/>
                <a:latin typeface="Life Sans" panose="02000000000000000000" pitchFamily="2" charset="0"/>
                <a:ea typeface="+mn-ea"/>
                <a:cs typeface="Levenim MT" panose="02010502060101010101" pitchFamily="2" charset="-79"/>
              </a:rPr>
              <a:t>lug</a:t>
            </a:r>
            <a:endParaRPr kumimoji="0" lang="it-IT" sz="900" b="0" i="1" u="none" strike="noStrike" kern="1200" cap="none" spc="0" normalizeH="0" baseline="0" noProof="0" dirty="0">
              <a:ln>
                <a:noFill/>
              </a:ln>
              <a:solidFill>
                <a:srgbClr val="414141"/>
              </a:solidFill>
              <a:effectLst/>
              <a:uLnTx/>
              <a:uFillTx/>
              <a:latin typeface="Life Sans" panose="02000000000000000000" pitchFamily="2" charset="0"/>
              <a:ea typeface="+mn-ea"/>
              <a:cs typeface="Levenim MT" panose="02010502060101010101" pitchFamily="2" charset="-79"/>
            </a:endParaRPr>
          </a:p>
        </p:txBody>
      </p:sp>
      <p:graphicFrame>
        <p:nvGraphicFramePr>
          <p:cNvPr id="8" name="Tabella 7">
            <a:extLst>
              <a:ext uri="{FF2B5EF4-FFF2-40B4-BE49-F238E27FC236}">
                <a16:creationId xmlns:a16="http://schemas.microsoft.com/office/drawing/2014/main" id="{85806D8C-B1DE-61B5-11D5-CC4A9C8E4D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8084101"/>
              </p:ext>
            </p:extLst>
          </p:nvPr>
        </p:nvGraphicFramePr>
        <p:xfrm>
          <a:off x="8415350" y="1196634"/>
          <a:ext cx="2775163" cy="1295400"/>
        </p:xfrm>
        <a:graphic>
          <a:graphicData uri="http://schemas.openxmlformats.org/drawingml/2006/table">
            <a:tbl>
              <a:tblPr firstRow="1">
                <a:tableStyleId>{BC89EF96-8CEA-46FF-86C4-4CE0E7609802}</a:tableStyleId>
              </a:tblPr>
              <a:tblGrid>
                <a:gridCol w="1707646">
                  <a:extLst>
                    <a:ext uri="{9D8B030D-6E8A-4147-A177-3AD203B41FA5}">
                      <a16:colId xmlns:a16="http://schemas.microsoft.com/office/drawing/2014/main" val="617926263"/>
                    </a:ext>
                  </a:extLst>
                </a:gridCol>
                <a:gridCol w="521253">
                  <a:extLst>
                    <a:ext uri="{9D8B030D-6E8A-4147-A177-3AD203B41FA5}">
                      <a16:colId xmlns:a16="http://schemas.microsoft.com/office/drawing/2014/main" val="3811083232"/>
                    </a:ext>
                  </a:extLst>
                </a:gridCol>
                <a:gridCol w="546264">
                  <a:extLst>
                    <a:ext uri="{9D8B030D-6E8A-4147-A177-3AD203B41FA5}">
                      <a16:colId xmlns:a16="http://schemas.microsoft.com/office/drawing/2014/main" val="4243382743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/>
                      <a:endParaRPr lang="it-IT" sz="1100" dirty="0"/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100" dirty="0"/>
                        <a:t>2025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100" dirty="0"/>
                        <a:t>2026</a:t>
                      </a:r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362752682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r>
                        <a:rPr lang="it-IT" sz="1100" b="1" dirty="0"/>
                        <a:t>Picco [GW]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1100" dirty="0"/>
                        <a:t>1.1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1100" dirty="0"/>
                        <a:t>1.2</a:t>
                      </a:r>
                    </a:p>
                  </a:txBody>
                  <a:tcPr marL="45720" marR="4572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7954814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r>
                        <a:rPr lang="it-IT" sz="1100" b="1" dirty="0"/>
                        <a:t>Tot guasti </a:t>
                      </a:r>
                      <a:r>
                        <a:rPr lang="it-IT" sz="1100" b="1" dirty="0">
                          <a:solidFill>
                            <a:srgbClr val="FF0000"/>
                          </a:solidFill>
                        </a:rPr>
                        <a:t>MT</a:t>
                      </a:r>
                      <a:r>
                        <a:rPr lang="it-IT" sz="1100" b="1" dirty="0"/>
                        <a:t> [#]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1100" dirty="0"/>
                        <a:t>213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1100" dirty="0"/>
                        <a:t>417</a:t>
                      </a:r>
                    </a:p>
                  </a:txBody>
                  <a:tcPr marL="45720" marR="4572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201568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r>
                        <a:rPr lang="it-IT" sz="1100" b="1" dirty="0" err="1"/>
                        <a:t>Cum</a:t>
                      </a:r>
                      <a:r>
                        <a:rPr lang="it-IT" sz="1100" b="1" dirty="0"/>
                        <a:t>. Guasti  </a:t>
                      </a:r>
                      <a:r>
                        <a:rPr lang="it-IT" sz="1100" b="1" dirty="0">
                          <a:solidFill>
                            <a:srgbClr val="FF0000"/>
                          </a:solidFill>
                        </a:rPr>
                        <a:t>MT </a:t>
                      </a:r>
                      <a:r>
                        <a:rPr lang="it-IT" sz="1100" b="1" dirty="0"/>
                        <a:t>[#]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1100" dirty="0"/>
                        <a:t>20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1100" dirty="0"/>
                        <a:t>81</a:t>
                      </a:r>
                    </a:p>
                  </a:txBody>
                  <a:tcPr marL="45720" marR="4572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801676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r>
                        <a:rPr lang="it-IT" sz="1100" b="1" dirty="0"/>
                        <a:t>Emergenza [#]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1100" dirty="0"/>
                        <a:t>0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1100" dirty="0"/>
                        <a:t>22</a:t>
                      </a:r>
                    </a:p>
                  </a:txBody>
                  <a:tcPr marL="45720" marR="4572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6193055"/>
                  </a:ext>
                </a:extLst>
              </a:tr>
            </a:tbl>
          </a:graphicData>
        </a:graphic>
      </p:graphicFrame>
      <p:sp>
        <p:nvSpPr>
          <p:cNvPr id="4" name="Rettangolo 3">
            <a:extLst>
              <a:ext uri="{FF2B5EF4-FFF2-40B4-BE49-F238E27FC236}">
                <a16:creationId xmlns:a16="http://schemas.microsoft.com/office/drawing/2014/main" id="{E3539E4F-14E5-8F5A-327A-461467A40E38}"/>
              </a:ext>
            </a:extLst>
          </p:cNvPr>
          <p:cNvSpPr/>
          <p:nvPr/>
        </p:nvSpPr>
        <p:spPr>
          <a:xfrm>
            <a:off x="406799" y="3079549"/>
            <a:ext cx="6534553" cy="73622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marL="285750" lvl="0" indent="-28575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it-IT" sz="1400" dirty="0">
                <a:solidFill>
                  <a:srgbClr val="505050"/>
                </a:solidFill>
                <a:latin typeface="Life Sans" panose="02000000000000000000" pitchFamily="2" charset="0"/>
                <a:ea typeface="Roboto"/>
                <a:cs typeface="Verdana"/>
              </a:rPr>
              <a:t>Indicatori di continuità in costante peggioramento.</a:t>
            </a:r>
          </a:p>
          <a:p>
            <a:pPr marL="285750" lvl="0" indent="-28575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it-IT" sz="1400" dirty="0">
                <a:solidFill>
                  <a:srgbClr val="505050"/>
                </a:solidFill>
                <a:latin typeface="Life Sans" panose="02000000000000000000" pitchFamily="2" charset="0"/>
                <a:ea typeface="Roboto"/>
                <a:cs typeface="Verdana"/>
              </a:rPr>
              <a:t>Raggiunto </a:t>
            </a:r>
            <a:r>
              <a:rPr lang="it-IT" sz="1400" dirty="0">
                <a:solidFill>
                  <a:srgbClr val="FF0000"/>
                </a:solidFill>
                <a:latin typeface="Life Sans" panose="02000000000000000000" pitchFamily="2" charset="0"/>
                <a:ea typeface="Roboto"/>
                <a:cs typeface="Verdana"/>
              </a:rPr>
              <a:t>nel 2026</a:t>
            </a:r>
            <a:r>
              <a:rPr lang="it-IT" sz="1400" dirty="0">
                <a:solidFill>
                  <a:srgbClr val="505050"/>
                </a:solidFill>
                <a:latin typeface="Life Sans" panose="02000000000000000000" pitchFamily="2" charset="0"/>
                <a:ea typeface="Roboto"/>
                <a:cs typeface="Verdana"/>
              </a:rPr>
              <a:t> tetto massimo di </a:t>
            </a:r>
            <a:r>
              <a:rPr lang="it-IT" sz="1400" dirty="0">
                <a:solidFill>
                  <a:srgbClr val="00B0F0"/>
                </a:solidFill>
                <a:latin typeface="Life Sans" panose="02000000000000000000" pitchFamily="2" charset="0"/>
                <a:ea typeface="Roboto"/>
                <a:cs typeface="Verdana"/>
              </a:rPr>
              <a:t>penali</a:t>
            </a:r>
            <a:r>
              <a:rPr lang="it-IT" sz="1400" dirty="0">
                <a:solidFill>
                  <a:srgbClr val="505050"/>
                </a:solidFill>
                <a:latin typeface="Life Sans" panose="02000000000000000000" pitchFamily="2" charset="0"/>
                <a:ea typeface="Roboto"/>
                <a:cs typeface="Verdana"/>
              </a:rPr>
              <a:t> </a:t>
            </a:r>
            <a:r>
              <a:rPr lang="it-IT" sz="1800" b="1" dirty="0">
                <a:solidFill>
                  <a:srgbClr val="00B0F0"/>
                </a:solidFill>
                <a:latin typeface="Life Sans" panose="02000000000000000000" pitchFamily="2" charset="0"/>
                <a:ea typeface="Roboto"/>
                <a:cs typeface="Verdana"/>
              </a:rPr>
              <a:t>-3.2 M€ </a:t>
            </a:r>
            <a:r>
              <a:rPr lang="it-IT" sz="1400" dirty="0">
                <a:solidFill>
                  <a:srgbClr val="505050"/>
                </a:solidFill>
                <a:latin typeface="Life Sans" panose="02000000000000000000" pitchFamily="2" charset="0"/>
                <a:ea typeface="Roboto"/>
                <a:cs typeface="Verdana"/>
              </a:rPr>
              <a:t>( </a:t>
            </a:r>
            <a:r>
              <a:rPr lang="it-IT" sz="1800" b="1" dirty="0">
                <a:solidFill>
                  <a:srgbClr val="00B0F0"/>
                </a:solidFill>
                <a:latin typeface="Life Sans" panose="02000000000000000000" pitchFamily="2" charset="0"/>
                <a:ea typeface="Roboto"/>
              </a:rPr>
              <a:t>-1,5 </a:t>
            </a:r>
            <a:r>
              <a:rPr lang="it-IT" sz="1400" dirty="0">
                <a:solidFill>
                  <a:srgbClr val="505050"/>
                </a:solidFill>
                <a:latin typeface="Life Sans" panose="02000000000000000000" pitchFamily="2" charset="0"/>
                <a:ea typeface="Roboto"/>
                <a:cs typeface="Verdana"/>
              </a:rPr>
              <a:t>vs budget).</a:t>
            </a: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677129DB-DCDA-643E-9AF2-555D477109C4}"/>
              </a:ext>
            </a:extLst>
          </p:cNvPr>
          <p:cNvSpPr/>
          <p:nvPr/>
        </p:nvSpPr>
        <p:spPr>
          <a:xfrm>
            <a:off x="406800" y="2815144"/>
            <a:ext cx="4343849" cy="2579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871057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ife Sans" panose="02000000000000000000" pitchFamily="2" charset="0"/>
                <a:ea typeface="Roboto" panose="02000000000000000000" pitchFamily="2" charset="0"/>
                <a:cs typeface="Segoe UI" panose="020B0502040204020203" pitchFamily="34" charset="0"/>
              </a:rPr>
              <a:t>VISTA GLOBALE</a:t>
            </a:r>
            <a:endParaRPr kumimoji="0" lang="it-IT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ife Sans" panose="02000000000000000000" pitchFamily="2" charset="0"/>
              <a:ea typeface="Roboto" panose="02000000000000000000" pitchFamily="2" charset="0"/>
              <a:cs typeface="Verdana"/>
            </a:endParaRPr>
          </a:p>
        </p:txBody>
      </p:sp>
      <p:cxnSp>
        <p:nvCxnSpPr>
          <p:cNvPr id="13" name="Connettore diritto 12">
            <a:extLst>
              <a:ext uri="{FF2B5EF4-FFF2-40B4-BE49-F238E27FC236}">
                <a16:creationId xmlns:a16="http://schemas.microsoft.com/office/drawing/2014/main" id="{D4013691-115D-8341-CFAC-BF3A41F0E5CD}"/>
              </a:ext>
            </a:extLst>
          </p:cNvPr>
          <p:cNvCxnSpPr>
            <a:cxnSpLocks/>
          </p:cNvCxnSpPr>
          <p:nvPr/>
        </p:nvCxnSpPr>
        <p:spPr>
          <a:xfrm flipV="1">
            <a:off x="4708228" y="4527622"/>
            <a:ext cx="1224246" cy="981571"/>
          </a:xfrm>
          <a:prstGeom prst="line">
            <a:avLst/>
          </a:prstGeom>
          <a:ln w="19050" cap="rnd" cmpd="sng">
            <a:solidFill>
              <a:schemeClr val="accent3"/>
            </a:solidFill>
            <a:prstDash val="dash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uppo 1">
            <a:extLst>
              <a:ext uri="{FF2B5EF4-FFF2-40B4-BE49-F238E27FC236}">
                <a16:creationId xmlns:a16="http://schemas.microsoft.com/office/drawing/2014/main" id="{E7B8DB83-D338-D893-4E3D-74F066B6EA84}"/>
              </a:ext>
            </a:extLst>
          </p:cNvPr>
          <p:cNvGrpSpPr/>
          <p:nvPr/>
        </p:nvGrpSpPr>
        <p:grpSpPr>
          <a:xfrm>
            <a:off x="8415351" y="3953526"/>
            <a:ext cx="2432165" cy="2642714"/>
            <a:chOff x="1391185" y="3611563"/>
            <a:chExt cx="2942919" cy="3197684"/>
          </a:xfrm>
        </p:grpSpPr>
        <p:pic>
          <p:nvPicPr>
            <p:cNvPr id="5" name="Immagine 4">
              <a:extLst>
                <a:ext uri="{FF2B5EF4-FFF2-40B4-BE49-F238E27FC236}">
                  <a16:creationId xmlns:a16="http://schemas.microsoft.com/office/drawing/2014/main" id="{0F9C970F-CC2D-2C45-66BE-A97DD58BAA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rcRect l="13493" t="8456" r="44491" b="9555"/>
            <a:stretch>
              <a:fillRect/>
            </a:stretch>
          </p:blipFill>
          <p:spPr>
            <a:xfrm>
              <a:off x="1391185" y="3611563"/>
              <a:ext cx="2942919" cy="3197684"/>
            </a:xfrm>
            <a:prstGeom prst="rect">
              <a:avLst/>
            </a:prstGeom>
          </p:spPr>
        </p:pic>
        <p:sp>
          <p:nvSpPr>
            <p:cNvPr id="6" name="Rettangolo con due angoli in diagonale arrotondati 5">
              <a:extLst>
                <a:ext uri="{FF2B5EF4-FFF2-40B4-BE49-F238E27FC236}">
                  <a16:creationId xmlns:a16="http://schemas.microsoft.com/office/drawing/2014/main" id="{3D457F24-4BE0-D8D2-9CE2-A282BE5673EF}"/>
                </a:ext>
              </a:extLst>
            </p:cNvPr>
            <p:cNvSpPr/>
            <p:nvPr/>
          </p:nvSpPr>
          <p:spPr>
            <a:xfrm>
              <a:off x="3529342" y="5493920"/>
              <a:ext cx="294367" cy="297457"/>
            </a:xfrm>
            <a:prstGeom prst="round2DiagRect">
              <a:avLst/>
            </a:prstGeom>
            <a:noFill/>
            <a:ln w="28575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t-IT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ife Sans" panose="02000000000000000000" pitchFamily="2" charset="0"/>
                <a:ea typeface="Roboto" panose="02000000000000000000" pitchFamily="2" charset="0"/>
                <a:cs typeface="Verdana"/>
              </a:endParaRPr>
            </a:p>
          </p:txBody>
        </p:sp>
        <p:cxnSp>
          <p:nvCxnSpPr>
            <p:cNvPr id="11" name="Connettore 2 10">
              <a:extLst>
                <a:ext uri="{FF2B5EF4-FFF2-40B4-BE49-F238E27FC236}">
                  <a16:creationId xmlns:a16="http://schemas.microsoft.com/office/drawing/2014/main" id="{B8145AD7-B4E2-9108-D0DC-682AD3084C95}"/>
                </a:ext>
              </a:extLst>
            </p:cNvPr>
            <p:cNvCxnSpPr>
              <a:cxnSpLocks/>
              <a:stCxn id="6" idx="3"/>
            </p:cNvCxnSpPr>
            <p:nvPr/>
          </p:nvCxnSpPr>
          <p:spPr>
            <a:xfrm flipV="1">
              <a:off x="3676526" y="5149485"/>
              <a:ext cx="0" cy="344435"/>
            </a:xfrm>
            <a:prstGeom prst="straightConnector1">
              <a:avLst/>
            </a:prstGeom>
            <a:ln w="28575">
              <a:solidFill>
                <a:schemeClr val="accent1"/>
              </a:solidFill>
              <a:tailEnd type="triangle"/>
            </a:ln>
          </p:spPr>
          <p:style>
            <a:lnRef idx="2">
              <a:schemeClr val="accent5"/>
            </a:lnRef>
            <a:fillRef idx="0">
              <a:schemeClr val="accent5"/>
            </a:fillRef>
            <a:effectRef idx="1">
              <a:schemeClr val="accent5"/>
            </a:effectRef>
            <a:fontRef idx="minor">
              <a:schemeClr val="tx1"/>
            </a:fontRef>
          </p:style>
        </p:cxnSp>
      </p:grpSp>
      <p:sp>
        <p:nvSpPr>
          <p:cNvPr id="16" name="Rettangolo 15">
            <a:extLst>
              <a:ext uri="{FF2B5EF4-FFF2-40B4-BE49-F238E27FC236}">
                <a16:creationId xmlns:a16="http://schemas.microsoft.com/office/drawing/2014/main" id="{D6784638-EE99-26E9-905B-5A62472EEFB0}"/>
              </a:ext>
            </a:extLst>
          </p:cNvPr>
          <p:cNvSpPr/>
          <p:nvPr/>
        </p:nvSpPr>
        <p:spPr>
          <a:xfrm>
            <a:off x="7387597" y="3091014"/>
            <a:ext cx="4085164" cy="72475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marL="285750" lvl="0" indent="-28575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it-IT" sz="1400" dirty="0">
                <a:solidFill>
                  <a:srgbClr val="505050"/>
                </a:solidFill>
                <a:latin typeface="Life Sans" panose="02000000000000000000" pitchFamily="2" charset="0"/>
                <a:ea typeface="Roboto"/>
                <a:cs typeface="Verdana"/>
              </a:rPr>
              <a:t>Alla luce dei risultati, aggiornato il rischio ERM per Duereti allineandolo la probabilità a quella di Unareti.</a:t>
            </a:r>
          </a:p>
        </p:txBody>
      </p:sp>
      <p:sp>
        <p:nvSpPr>
          <p:cNvPr id="20" name="Rettangolo 19">
            <a:extLst>
              <a:ext uri="{FF2B5EF4-FFF2-40B4-BE49-F238E27FC236}">
                <a16:creationId xmlns:a16="http://schemas.microsoft.com/office/drawing/2014/main" id="{163C3A8F-65DC-A374-D753-F2706A5F38AE}"/>
              </a:ext>
            </a:extLst>
          </p:cNvPr>
          <p:cNvSpPr/>
          <p:nvPr/>
        </p:nvSpPr>
        <p:spPr>
          <a:xfrm>
            <a:off x="7387598" y="2826608"/>
            <a:ext cx="2715616" cy="2579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871057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1100" b="1" dirty="0">
                <a:solidFill>
                  <a:srgbClr val="FFFFFF"/>
                </a:solidFill>
                <a:latin typeface="Life Sans" panose="02000000000000000000" pitchFamily="2" charset="0"/>
                <a:ea typeface="Roboto" panose="02000000000000000000" pitchFamily="2" charset="0"/>
                <a:cs typeface="Segoe UI" panose="020B0502040204020203" pitchFamily="34" charset="0"/>
              </a:rPr>
              <a:t>RISCHI</a:t>
            </a:r>
            <a:endParaRPr kumimoji="0" lang="it-IT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ife Sans" panose="02000000000000000000" pitchFamily="2" charset="0"/>
              <a:ea typeface="Roboto" panose="02000000000000000000" pitchFamily="2" charset="0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30442157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D61BDD-F95C-2770-08C5-0257DFEF48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Immagine 41">
            <a:extLst>
              <a:ext uri="{FF2B5EF4-FFF2-40B4-BE49-F238E27FC236}">
                <a16:creationId xmlns:a16="http://schemas.microsoft.com/office/drawing/2014/main" id="{B779C790-58AB-9B90-1973-423D63C93A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1756" y="2847794"/>
            <a:ext cx="5068828" cy="2670608"/>
          </a:xfrm>
          <a:prstGeom prst="rect">
            <a:avLst/>
          </a:prstGeom>
        </p:spPr>
      </p:pic>
      <p:sp>
        <p:nvSpPr>
          <p:cNvPr id="43" name="CasellaDiTesto 42">
            <a:extLst>
              <a:ext uri="{FF2B5EF4-FFF2-40B4-BE49-F238E27FC236}">
                <a16:creationId xmlns:a16="http://schemas.microsoft.com/office/drawing/2014/main" id="{86784D9A-7860-9971-F85A-9C86CDBD7DCA}"/>
              </a:ext>
            </a:extLst>
          </p:cNvPr>
          <p:cNvSpPr txBox="1"/>
          <p:nvPr/>
        </p:nvSpPr>
        <p:spPr>
          <a:xfrm>
            <a:off x="8520533" y="2717587"/>
            <a:ext cx="2678938" cy="40011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Life Sans" panose="02000000000000000000" pitchFamily="2" charset="0"/>
                <a:ea typeface="+mn-ea"/>
                <a:cs typeface="+mn-cs"/>
              </a:rPr>
              <a:t>Saturazione delle CP a preventivi accettati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Life Sans" panose="02000000000000000000" pitchFamily="2" charset="0"/>
                <a:ea typeface="+mn-ea"/>
                <a:cs typeface="+mn-cs"/>
              </a:rPr>
              <a:t>(prov. Milano)</a:t>
            </a:r>
            <a:endParaRPr kumimoji="0" lang="it-IT" sz="105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Life Sans" panose="02000000000000000000" pitchFamily="2" charset="0"/>
              <a:ea typeface="+mn-ea"/>
              <a:cs typeface="+mn-cs"/>
            </a:endParaRPr>
          </a:p>
        </p:txBody>
      </p:sp>
      <p:graphicFrame>
        <p:nvGraphicFramePr>
          <p:cNvPr id="12" name="Oggetto 11" hidden="1">
            <a:extLst>
              <a:ext uri="{FF2B5EF4-FFF2-40B4-BE49-F238E27FC236}">
                <a16:creationId xmlns:a16="http://schemas.microsoft.com/office/drawing/2014/main" id="{F682097A-CABD-1C2A-AE77-89DE75B9715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395" imgH="394" progId="TCLayout.ActiveDocument.1">
                  <p:embed/>
                </p:oleObj>
              </mc:Choice>
              <mc:Fallback>
                <p:oleObj name="think-cell Slide" r:id="rId5" imgW="395" imgH="394" progId="TCLayout.ActiveDocument.1">
                  <p:embed/>
                  <p:pic>
                    <p:nvPicPr>
                      <p:cNvPr id="12" name="Oggetto 11" hidden="1">
                        <a:extLst>
                          <a:ext uri="{FF2B5EF4-FFF2-40B4-BE49-F238E27FC236}">
                            <a16:creationId xmlns:a16="http://schemas.microsoft.com/office/drawing/2014/main" id="{F682097A-CABD-1C2A-AE77-89DE75B9715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Rettangolo 23">
            <a:extLst>
              <a:ext uri="{FF2B5EF4-FFF2-40B4-BE49-F238E27FC236}">
                <a16:creationId xmlns:a16="http://schemas.microsoft.com/office/drawing/2014/main" id="{4E7FF5A4-C19E-F048-E1E4-A012E92BD01D}"/>
              </a:ext>
            </a:extLst>
          </p:cNvPr>
          <p:cNvSpPr/>
          <p:nvPr/>
        </p:nvSpPr>
        <p:spPr>
          <a:xfrm>
            <a:off x="406800" y="1107114"/>
            <a:ext cx="4949834" cy="213595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marL="285750" lvl="0" indent="-28575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it-IT" sz="1400" dirty="0">
                <a:solidFill>
                  <a:srgbClr val="505050"/>
                </a:solidFill>
                <a:latin typeface="Life Sans" panose="02000000000000000000" pitchFamily="2" charset="0"/>
                <a:ea typeface="Roboto"/>
                <a:cs typeface="Verdana"/>
              </a:rPr>
              <a:t>Per mitigare il trend di peggioramento è stato proposto un adeguamento del piano di investimenti.</a:t>
            </a:r>
          </a:p>
          <a:p>
            <a:pPr marL="285750" lvl="0" indent="-28575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it-IT" sz="1400" dirty="0">
                <a:solidFill>
                  <a:srgbClr val="505050"/>
                </a:solidFill>
                <a:latin typeface="Life Sans" panose="02000000000000000000" pitchFamily="2" charset="0"/>
                <a:ea typeface="Roboto"/>
                <a:cs typeface="Verdana"/>
              </a:rPr>
              <a:t>Analisi multi obiettivo:</a:t>
            </a:r>
          </a:p>
          <a:p>
            <a:pPr marL="721279" lvl="1" indent="-285750">
              <a:buFont typeface="Arial" panose="020B0604020202020204" pitchFamily="34" charset="0"/>
              <a:buChar char="•"/>
              <a:defRPr/>
            </a:pPr>
            <a:r>
              <a:rPr lang="it-IT" sz="1400" dirty="0">
                <a:solidFill>
                  <a:srgbClr val="505050"/>
                </a:solidFill>
                <a:latin typeface="Life Sans" panose="02000000000000000000" pitchFamily="2" charset="0"/>
                <a:ea typeface="Roboto"/>
                <a:cs typeface="Verdana"/>
              </a:rPr>
              <a:t>Classificazione della criticità delle tratte in base alla loro costituzione (tipo di cavo, giunti, …);</a:t>
            </a:r>
          </a:p>
          <a:p>
            <a:pPr marL="721279" lvl="1" indent="-285750">
              <a:buFont typeface="Arial" panose="020B0604020202020204" pitchFamily="34" charset="0"/>
              <a:buChar char="•"/>
              <a:defRPr/>
            </a:pPr>
            <a:r>
              <a:rPr lang="it-IT" sz="1400" dirty="0">
                <a:solidFill>
                  <a:srgbClr val="505050"/>
                </a:solidFill>
                <a:latin typeface="Life Sans" panose="02000000000000000000" pitchFamily="2" charset="0"/>
                <a:ea typeface="Roboto"/>
                <a:cs typeface="Verdana"/>
              </a:rPr>
              <a:t>Introduzione di interventi volti alla resilienza della rete («traversoni»);</a:t>
            </a:r>
          </a:p>
          <a:p>
            <a:pPr marL="721279" lvl="1" indent="-285750">
              <a:buFont typeface="Arial" panose="020B0604020202020204" pitchFamily="34" charset="0"/>
              <a:buChar char="•"/>
              <a:defRPr/>
            </a:pPr>
            <a:r>
              <a:rPr lang="it-IT" sz="1400" dirty="0">
                <a:solidFill>
                  <a:srgbClr val="505050"/>
                </a:solidFill>
                <a:latin typeface="Life Sans" panose="02000000000000000000" pitchFamily="2" charset="0"/>
                <a:ea typeface="Roboto"/>
                <a:cs typeface="Verdana"/>
              </a:rPr>
              <a:t>Evitare che a fine piano la rete abbia un’età media superiore all’attuale.</a:t>
            </a:r>
          </a:p>
        </p:txBody>
      </p:sp>
      <p:sp>
        <p:nvSpPr>
          <p:cNvPr id="17" name="Rettangolo 16">
            <a:extLst>
              <a:ext uri="{FF2B5EF4-FFF2-40B4-BE49-F238E27FC236}">
                <a16:creationId xmlns:a16="http://schemas.microsoft.com/office/drawing/2014/main" id="{BA22CC00-1675-FDC0-C7AB-2F677BBE67F5}"/>
              </a:ext>
            </a:extLst>
          </p:cNvPr>
          <p:cNvSpPr/>
          <p:nvPr/>
        </p:nvSpPr>
        <p:spPr>
          <a:xfrm>
            <a:off x="406800" y="848829"/>
            <a:ext cx="4343849" cy="2579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871057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1100" b="1" dirty="0">
                <a:solidFill>
                  <a:srgbClr val="FFFFFF"/>
                </a:solidFill>
                <a:latin typeface="Life Sans" panose="02000000000000000000" pitchFamily="2" charset="0"/>
                <a:ea typeface="Roboto" panose="02000000000000000000" pitchFamily="2" charset="0"/>
                <a:cs typeface="Segoe UI" panose="020B0502040204020203" pitchFamily="34" charset="0"/>
              </a:rPr>
              <a:t>ADEGUAMENTO DEL PIANO </a:t>
            </a:r>
            <a:r>
              <a:rPr lang="it-IT" sz="1100" b="1">
                <a:solidFill>
                  <a:srgbClr val="FFFFFF"/>
                </a:solidFill>
                <a:latin typeface="Life Sans" panose="02000000000000000000" pitchFamily="2" charset="0"/>
                <a:ea typeface="Roboto" panose="02000000000000000000" pitchFamily="2" charset="0"/>
                <a:cs typeface="Segoe UI" panose="020B0502040204020203" pitchFamily="34" charset="0"/>
              </a:rPr>
              <a:t>DI INVESTIMENTO RETE MT</a:t>
            </a:r>
            <a:endParaRPr kumimoji="0" lang="it-IT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ife Sans" panose="02000000000000000000" pitchFamily="2" charset="0"/>
              <a:ea typeface="Roboto" panose="02000000000000000000" pitchFamily="2" charset="0"/>
              <a:cs typeface="Verdana"/>
            </a:endParaRPr>
          </a:p>
        </p:txBody>
      </p:sp>
      <p:sp>
        <p:nvSpPr>
          <p:cNvPr id="15" name="Titolo 2">
            <a:extLst>
              <a:ext uri="{FF2B5EF4-FFF2-40B4-BE49-F238E27FC236}">
                <a16:creationId xmlns:a16="http://schemas.microsoft.com/office/drawing/2014/main" id="{DE3107D0-FAEE-A607-694F-75FC449C9508}"/>
              </a:ext>
            </a:extLst>
          </p:cNvPr>
          <p:cNvSpPr txBox="1">
            <a:spLocks/>
          </p:cNvSpPr>
          <p:nvPr/>
        </p:nvSpPr>
        <p:spPr bwMode="auto">
          <a:xfrm>
            <a:off x="406800" y="398537"/>
            <a:ext cx="9600325" cy="454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6800" rIns="90000" bIns="46800" numCol="1" anchor="b" anchorCtr="0" compatLnSpc="1">
            <a:prstTxWarp prst="textNoShape">
              <a:avLst/>
            </a:prstTxWarp>
            <a:spAutoFit/>
          </a:bodyPr>
          <a:lstStyle>
            <a:lvl1pPr algn="l" defTabSz="121919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de-DE" sz="2600" b="1" kern="0" cap="all" spc="-52" baseline="0" noProof="0" dirty="0">
                <a:solidFill>
                  <a:schemeClr val="accent1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pPr marL="0" marR="0" lvl="0" indent="0" algn="l" defTabSz="1219194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2500" b="1" i="0" u="none" strike="noStrike" kern="0" cap="none" spc="-52" normalizeH="0" baseline="0" noProof="0" dirty="0">
                <a:ln>
                  <a:noFill/>
                </a:ln>
                <a:solidFill>
                  <a:srgbClr val="009FDA"/>
                </a:solidFill>
                <a:effectLst/>
                <a:uLnTx/>
                <a:uFillTx/>
                <a:latin typeface="Life Sans" panose="02000000000000000000" pitchFamily="2" charset="0"/>
                <a:ea typeface="+mj-ea"/>
                <a:cs typeface="Segoe UI" panose="020B0502040204020203" pitchFamily="34" charset="0"/>
              </a:rPr>
              <a:t>Piano investimenti</a:t>
            </a:r>
            <a:r>
              <a:rPr kumimoji="0" lang="it-IT" sz="2500" b="1" i="0" u="none" strike="noStrike" kern="0" cap="all" spc="-52" normalizeH="0" baseline="0" noProof="0" dirty="0">
                <a:ln>
                  <a:noFill/>
                </a:ln>
                <a:solidFill>
                  <a:srgbClr val="009FDA"/>
                </a:solidFill>
                <a:effectLst/>
                <a:uLnTx/>
                <a:uFillTx/>
                <a:latin typeface="Life Sans" panose="02000000000000000000" pitchFamily="2" charset="0"/>
                <a:ea typeface="+mj-ea"/>
                <a:cs typeface="Segoe UI" panose="020B0502040204020203" pitchFamily="34" charset="0"/>
              </a:rPr>
              <a:t> </a:t>
            </a:r>
            <a:r>
              <a:rPr kumimoji="0" lang="it-IT" sz="2500" b="0" i="0" u="none" strike="noStrike" kern="0" cap="all" spc="-52" normalizeH="0" baseline="0" noProof="0" dirty="0">
                <a:ln>
                  <a:noFill/>
                </a:ln>
                <a:solidFill>
                  <a:srgbClr val="009FDA"/>
                </a:solidFill>
                <a:effectLst/>
                <a:uLnTx/>
                <a:uFillTx/>
                <a:latin typeface="Life Sans" panose="02000000000000000000" pitchFamily="2" charset="0"/>
                <a:ea typeface="+mj-ea"/>
                <a:cs typeface="Segoe UI" panose="020B0502040204020203" pitchFamily="34" charset="0"/>
              </a:rPr>
              <a:t>| </a:t>
            </a:r>
            <a:r>
              <a:rPr kumimoji="0" lang="it-IT" sz="2500" b="0" i="0" u="none" strike="noStrike" kern="0" cap="none" spc="-52" normalizeH="0" baseline="0" noProof="0" dirty="0">
                <a:ln>
                  <a:noFill/>
                </a:ln>
                <a:solidFill>
                  <a:srgbClr val="009FDA"/>
                </a:solidFill>
                <a:effectLst/>
                <a:uLnTx/>
                <a:uFillTx/>
                <a:latin typeface="Life Sans" panose="02000000000000000000" pitchFamily="2" charset="0"/>
                <a:ea typeface="+mj-ea"/>
                <a:cs typeface="Segoe UI" panose="020B0502040204020203" pitchFamily="34" charset="0"/>
              </a:rPr>
              <a:t>Milano 975x</a:t>
            </a:r>
          </a:p>
        </p:txBody>
      </p:sp>
      <p:sp>
        <p:nvSpPr>
          <p:cNvPr id="3" name="CasellaDiTesto 8">
            <a:extLst>
              <a:ext uri="{FF2B5EF4-FFF2-40B4-BE49-F238E27FC236}">
                <a16:creationId xmlns:a16="http://schemas.microsoft.com/office/drawing/2014/main" id="{15BB7295-DEA5-5AD9-D7F7-17B653F3567E}"/>
              </a:ext>
            </a:extLst>
          </p:cNvPr>
          <p:cNvSpPr txBox="1"/>
          <p:nvPr/>
        </p:nvSpPr>
        <p:spPr>
          <a:xfrm>
            <a:off x="9056887" y="138560"/>
            <a:ext cx="247369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12191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200" b="0" i="0" u="none" strike="noStrike" kern="1200" cap="none" spc="0" normalizeH="0" baseline="0" noProof="0" dirty="0">
                <a:ln>
                  <a:noFill/>
                </a:ln>
                <a:solidFill>
                  <a:srgbClr val="474746"/>
                </a:solidFill>
                <a:effectLst/>
                <a:uLnTx/>
                <a:uFillTx/>
                <a:latin typeface="Life Sans" panose="02000000000000000000" pitchFamily="2" charset="0"/>
                <a:ea typeface="+mn-ea"/>
                <a:cs typeface="+mn-cs"/>
              </a:rPr>
              <a:t>Referente:</a:t>
            </a:r>
            <a:r>
              <a:rPr kumimoji="0" lang="it-IT" sz="1200" b="1" i="0" u="none" strike="noStrike" kern="1200" cap="none" spc="0" normalizeH="0" baseline="0" noProof="0" dirty="0">
                <a:ln>
                  <a:noFill/>
                </a:ln>
                <a:solidFill>
                  <a:srgbClr val="474746"/>
                </a:solidFill>
                <a:effectLst/>
                <a:uLnTx/>
                <a:uFillTx/>
                <a:latin typeface="Life Sans" panose="02000000000000000000" pitchFamily="2" charset="0"/>
                <a:ea typeface="+mn-ea"/>
                <a:cs typeface="+mn-cs"/>
              </a:rPr>
              <a:t> D. Della Giustina</a:t>
            </a:r>
          </a:p>
        </p:txBody>
      </p:sp>
      <p:pic>
        <p:nvPicPr>
          <p:cNvPr id="19" name="Elemento grafico 17" descr="Home con riempimento a tinta unita">
            <a:hlinkClick r:id="rId7" action="ppaction://hlinksldjump"/>
            <a:extLst>
              <a:ext uri="{FF2B5EF4-FFF2-40B4-BE49-F238E27FC236}">
                <a16:creationId xmlns:a16="http://schemas.microsoft.com/office/drawing/2014/main" id="{6E93DE73-CF49-3415-4B0C-E8D00BE3E693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826270" y="138771"/>
            <a:ext cx="252000" cy="252000"/>
          </a:xfrm>
          <a:prstGeom prst="rect">
            <a:avLst/>
          </a:prstGeom>
        </p:spPr>
      </p:pic>
      <p:sp>
        <p:nvSpPr>
          <p:cNvPr id="25" name="Rettangolo con angoli arrotondati 24">
            <a:extLst>
              <a:ext uri="{FF2B5EF4-FFF2-40B4-BE49-F238E27FC236}">
                <a16:creationId xmlns:a16="http://schemas.microsoft.com/office/drawing/2014/main" id="{509408C8-777E-C0F1-01F3-14713B4FADA5}"/>
              </a:ext>
            </a:extLst>
          </p:cNvPr>
          <p:cNvSpPr/>
          <p:nvPr/>
        </p:nvSpPr>
        <p:spPr>
          <a:xfrm>
            <a:off x="6340211" y="321320"/>
            <a:ext cx="1119784" cy="452114"/>
          </a:xfrm>
          <a:prstGeom prst="roundRect">
            <a:avLst/>
          </a:prstGeom>
          <a:solidFill>
            <a:srgbClr val="00B0F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~+250 M€</a:t>
            </a:r>
          </a:p>
        </p:txBody>
      </p:sp>
      <p:sp>
        <p:nvSpPr>
          <p:cNvPr id="45" name="Rettangolo 44">
            <a:extLst>
              <a:ext uri="{FF2B5EF4-FFF2-40B4-BE49-F238E27FC236}">
                <a16:creationId xmlns:a16="http://schemas.microsoft.com/office/drawing/2014/main" id="{D77CCA0A-E1BC-460F-5A5E-54ADEC71004B}"/>
              </a:ext>
            </a:extLst>
          </p:cNvPr>
          <p:cNvSpPr/>
          <p:nvPr/>
        </p:nvSpPr>
        <p:spPr>
          <a:xfrm>
            <a:off x="6389764" y="1106755"/>
            <a:ext cx="4949834" cy="120005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marL="285750" lvl="0" indent="-28575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it-IT" sz="1400" strike="dblStrike" dirty="0">
                <a:solidFill>
                  <a:srgbClr val="FF0000"/>
                </a:solidFill>
                <a:latin typeface="Life Sans" panose="02000000000000000000" pitchFamily="2" charset="0"/>
                <a:ea typeface="Roboto"/>
                <a:cs typeface="Verdana"/>
              </a:rPr>
              <a:t>Contestuale a </a:t>
            </a:r>
            <a:r>
              <a:rPr lang="it-IT" sz="1400" dirty="0">
                <a:solidFill>
                  <a:srgbClr val="FF0000"/>
                </a:solidFill>
                <a:latin typeface="Life Sans" panose="02000000000000000000" pitchFamily="2" charset="0"/>
                <a:ea typeface="Roboto"/>
                <a:cs typeface="Verdana"/>
              </a:rPr>
              <a:t>A</a:t>
            </a:r>
            <a:r>
              <a:rPr lang="it-IT" sz="1400" dirty="0">
                <a:solidFill>
                  <a:srgbClr val="505050"/>
                </a:solidFill>
                <a:latin typeface="Life Sans" panose="02000000000000000000" pitchFamily="2" charset="0"/>
                <a:ea typeface="Roboto"/>
                <a:cs typeface="Verdana"/>
              </a:rPr>
              <a:t>umento investimenti sulle CP per mitigare l’accelerazione delle richieste di connessione di utenti e Data Center [</a:t>
            </a:r>
            <a:r>
              <a:rPr lang="it-IT" sz="1200" i="1" dirty="0">
                <a:solidFill>
                  <a:srgbClr val="505050"/>
                </a:solidFill>
                <a:latin typeface="Life Sans" panose="02000000000000000000" pitchFamily="2" charset="0"/>
                <a:ea typeface="Roboto"/>
                <a:cs typeface="Verdana"/>
              </a:rPr>
              <a:t>vedi slide Sviluppo rete elettrica | Duereti</a:t>
            </a:r>
            <a:r>
              <a:rPr lang="it-IT" sz="1400" dirty="0">
                <a:solidFill>
                  <a:srgbClr val="505050"/>
                </a:solidFill>
                <a:latin typeface="Life Sans" panose="02000000000000000000" pitchFamily="2" charset="0"/>
                <a:ea typeface="Roboto"/>
                <a:cs typeface="Verdana"/>
              </a:rPr>
              <a:t>].</a:t>
            </a:r>
          </a:p>
          <a:p>
            <a:pPr marL="285750" lvl="0" indent="-28575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endParaRPr lang="it-IT" sz="1400" dirty="0">
              <a:solidFill>
                <a:srgbClr val="505050"/>
              </a:solidFill>
              <a:latin typeface="Life Sans" panose="02000000000000000000" pitchFamily="2" charset="0"/>
              <a:ea typeface="Roboto"/>
            </a:endParaRPr>
          </a:p>
        </p:txBody>
      </p:sp>
      <p:sp>
        <p:nvSpPr>
          <p:cNvPr id="47" name="Rettangolo 46">
            <a:extLst>
              <a:ext uri="{FF2B5EF4-FFF2-40B4-BE49-F238E27FC236}">
                <a16:creationId xmlns:a16="http://schemas.microsoft.com/office/drawing/2014/main" id="{C7F2FAD4-D89F-71D2-F52E-341A9757B892}"/>
              </a:ext>
            </a:extLst>
          </p:cNvPr>
          <p:cNvSpPr/>
          <p:nvPr/>
        </p:nvSpPr>
        <p:spPr>
          <a:xfrm>
            <a:off x="6385021" y="848829"/>
            <a:ext cx="4343849" cy="2579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871057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1100" b="1" dirty="0">
                <a:solidFill>
                  <a:srgbClr val="FFFFFF"/>
                </a:solidFill>
                <a:latin typeface="Life Sans" panose="02000000000000000000" pitchFamily="2" charset="0"/>
                <a:ea typeface="Roboto" panose="02000000000000000000" pitchFamily="2" charset="0"/>
                <a:cs typeface="Segoe UI" panose="020B0502040204020203" pitchFamily="34" charset="0"/>
              </a:rPr>
              <a:t>ADEGUAMENTO DEL PIANO DI INVESTIMENTO CP</a:t>
            </a:r>
            <a:endParaRPr kumimoji="0" lang="it-IT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ife Sans" panose="02000000000000000000" pitchFamily="2" charset="0"/>
              <a:ea typeface="Roboto" panose="02000000000000000000" pitchFamily="2" charset="0"/>
              <a:cs typeface="Verdana"/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8E0856F1-0C7E-2909-D88D-69010D060709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27437" b="14486"/>
          <a:stretch>
            <a:fillRect/>
          </a:stretch>
        </p:blipFill>
        <p:spPr>
          <a:xfrm>
            <a:off x="1307501" y="3497036"/>
            <a:ext cx="3148432" cy="2809483"/>
          </a:xfrm>
          <a:prstGeom prst="rect">
            <a:avLst/>
          </a:prstGeom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0700DEE0-5BA6-E6D4-2857-394125919416}"/>
              </a:ext>
            </a:extLst>
          </p:cNvPr>
          <p:cNvSpPr txBox="1"/>
          <p:nvPr/>
        </p:nvSpPr>
        <p:spPr>
          <a:xfrm>
            <a:off x="583541" y="5750886"/>
            <a:ext cx="3324949" cy="40780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Life Sans" panose="02000000000000000000" pitchFamily="2" charset="0"/>
                <a:ea typeface="+mn-ea"/>
                <a:cs typeface="+mn-cs"/>
              </a:rPr>
              <a:t>Esempio di classificazione delle criticità della rete MT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1000" dirty="0">
                <a:solidFill>
                  <a:prstClr val="black">
                    <a:lumMod val="75000"/>
                    <a:lumOff val="25000"/>
                  </a:prstClr>
                </a:solidFill>
                <a:latin typeface="Life Sans" panose="02000000000000000000" pitchFamily="2" charset="0"/>
              </a:rPr>
              <a:t>(caso San Giuliano)</a:t>
            </a:r>
            <a:endParaRPr kumimoji="0" lang="it-IT" sz="105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Life Sans" panose="02000000000000000000" pitchFamily="2" charset="0"/>
              <a:ea typeface="+mn-ea"/>
              <a:cs typeface="+mn-cs"/>
            </a:endParaRP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0BAA87EA-ED67-1DAA-CF90-B93E2E121222}"/>
              </a:ext>
            </a:extLst>
          </p:cNvPr>
          <p:cNvSpPr txBox="1"/>
          <p:nvPr/>
        </p:nvSpPr>
        <p:spPr>
          <a:xfrm>
            <a:off x="4455933" y="3827813"/>
            <a:ext cx="872129" cy="542306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/>
            <a:endParaRPr lang="it-IT" sz="2000" dirty="0" err="1">
              <a:solidFill>
                <a:schemeClr val="bg2"/>
              </a:solidFill>
            </a:endParaRP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F5F1A1DF-F2F5-91EF-A687-1D2D4A10E6D7}"/>
              </a:ext>
            </a:extLst>
          </p:cNvPr>
          <p:cNvSpPr txBox="1"/>
          <p:nvPr/>
        </p:nvSpPr>
        <p:spPr>
          <a:xfrm>
            <a:off x="4413661" y="3713019"/>
            <a:ext cx="1081205" cy="605641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vert="horz" wrap="square" lIns="0" tIns="0" rIns="0" bIns="0" rtlCol="0">
            <a:noAutofit/>
          </a:bodyPr>
          <a:lstStyle/>
          <a:p>
            <a:pPr algn="l"/>
            <a:r>
              <a:rPr lang="it-IT" sz="2000" dirty="0">
                <a:solidFill>
                  <a:srgbClr val="FF0000"/>
                </a:solidFill>
              </a:rPr>
              <a:t>Legenda</a:t>
            </a:r>
          </a:p>
        </p:txBody>
      </p:sp>
    </p:spTree>
    <p:extLst>
      <p:ext uri="{BB962C8B-B14F-4D97-AF65-F5344CB8AC3E}">
        <p14:creationId xmlns:p14="http://schemas.microsoft.com/office/powerpoint/2010/main" val="257895866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PRESENTER" val="98bf428a5518be02b17c8687e6f678c56b0235c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Master">
  <a:themeElements>
    <a:clrScheme name="A2A DEFINITIVO">
      <a:dk1>
        <a:srgbClr val="000000"/>
      </a:dk1>
      <a:lt1>
        <a:srgbClr val="FFFFFF"/>
      </a:lt1>
      <a:dk2>
        <a:srgbClr val="474746"/>
      </a:dk2>
      <a:lt2>
        <a:srgbClr val="878787"/>
      </a:lt2>
      <a:accent1>
        <a:srgbClr val="009FDA"/>
      </a:accent1>
      <a:accent2>
        <a:srgbClr val="004899"/>
      </a:accent2>
      <a:accent3>
        <a:srgbClr val="E6326E"/>
      </a:accent3>
      <a:accent4>
        <a:srgbClr val="44A034"/>
      </a:accent4>
      <a:accent5>
        <a:srgbClr val="FFAA00"/>
      </a:accent5>
      <a:accent6>
        <a:srgbClr val="FFD500"/>
      </a:accent6>
      <a:hlink>
        <a:srgbClr val="E8112C"/>
      </a:hlink>
      <a:folHlink>
        <a:srgbClr val="D3ECFB"/>
      </a:folHlink>
    </a:clrScheme>
    <a:fontScheme name="Benutzerdefiniert 27">
      <a:majorFont>
        <a:latin typeface="Segoe UI Black"/>
        <a:ea typeface=""/>
        <a:cs typeface=""/>
      </a:majorFont>
      <a:minorFont>
        <a:latin typeface="Segoe UI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lnSpc>
            <a:spcPct val="90000"/>
          </a:lnSpc>
          <a:defRPr sz="1600" dirty="0" smtClean="0">
            <a:solidFill>
              <a:schemeClr val="bg1"/>
            </a:solidFill>
            <a:ea typeface="Roboto" panose="02000000000000000000" pitchFamily="2" charset="0"/>
            <a:cs typeface="Verdana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 cap="rnd" cmpd="sng">
          <a:solidFill>
            <a:schemeClr val="bg2"/>
          </a:solidFill>
          <a:prstDash val="solid"/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vert="horz" wrap="square" lIns="0" tIns="0" rIns="0" bIns="0" rtlCol="0">
        <a:noAutofit/>
      </a:bodyPr>
      <a:lstStyle>
        <a:defPPr algn="l">
          <a:defRPr sz="2000" dirty="0" err="1" smtClean="0">
            <a:solidFill>
              <a:schemeClr val="bg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Template_16_9_SP_DE" id="{F6205DFC-6DE6-4394-8265-3A58F81275F3}" vid="{C18DE3E8-0956-42E0-8AAC-D87FC7F5FBBC}"/>
    </a:ext>
  </a:extLst>
</a:theme>
</file>

<file path=ppt/theme/theme2.xml><?xml version="1.0" encoding="utf-8"?>
<a:theme xmlns:a="http://schemas.openxmlformats.org/drawingml/2006/main" name="1_Master">
  <a:themeElements>
    <a:clrScheme name="A2A DEFINITIVO">
      <a:dk1>
        <a:srgbClr val="000000"/>
      </a:dk1>
      <a:lt1>
        <a:srgbClr val="FFFFFF"/>
      </a:lt1>
      <a:dk2>
        <a:srgbClr val="474746"/>
      </a:dk2>
      <a:lt2>
        <a:srgbClr val="878787"/>
      </a:lt2>
      <a:accent1>
        <a:srgbClr val="009FDA"/>
      </a:accent1>
      <a:accent2>
        <a:srgbClr val="004899"/>
      </a:accent2>
      <a:accent3>
        <a:srgbClr val="E6326E"/>
      </a:accent3>
      <a:accent4>
        <a:srgbClr val="44A034"/>
      </a:accent4>
      <a:accent5>
        <a:srgbClr val="FFAA00"/>
      </a:accent5>
      <a:accent6>
        <a:srgbClr val="FFD500"/>
      </a:accent6>
      <a:hlink>
        <a:srgbClr val="E8112C"/>
      </a:hlink>
      <a:folHlink>
        <a:srgbClr val="D3ECFB"/>
      </a:folHlink>
    </a:clrScheme>
    <a:fontScheme name="Benutzerdefiniert 27">
      <a:majorFont>
        <a:latin typeface="Segoe UI Black"/>
        <a:ea typeface=""/>
        <a:cs typeface=""/>
      </a:majorFont>
      <a:minorFont>
        <a:latin typeface="Segoe UI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lnSpc>
            <a:spcPct val="90000"/>
          </a:lnSpc>
          <a:defRPr sz="1600" dirty="0" smtClean="0">
            <a:solidFill>
              <a:schemeClr val="bg1"/>
            </a:solidFill>
            <a:ea typeface="Roboto" panose="02000000000000000000" pitchFamily="2" charset="0"/>
            <a:cs typeface="Verdana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 cap="rnd" cmpd="sng">
          <a:solidFill>
            <a:schemeClr val="bg2"/>
          </a:solidFill>
          <a:prstDash val="solid"/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vert="horz" wrap="square" lIns="0" tIns="0" rIns="0" bIns="0" rtlCol="0">
        <a:noAutofit/>
      </a:bodyPr>
      <a:lstStyle>
        <a:defPPr algn="l">
          <a:defRPr sz="2000" dirty="0" err="1" smtClean="0">
            <a:solidFill>
              <a:schemeClr val="bg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Template_16_9_SP_DE" id="{F6205DFC-6DE6-4394-8265-3A58F81275F3}" vid="{C18DE3E8-0956-42E0-8AAC-D87FC7F5FBBC}"/>
    </a:ext>
  </a:extLst>
</a:theme>
</file>

<file path=ppt/theme/theme3.xml><?xml version="1.0" encoding="utf-8"?>
<a:theme xmlns:a="http://schemas.openxmlformats.org/drawingml/2006/main" name="2_Master">
  <a:themeElements>
    <a:clrScheme name="A2A DEFINITIVO">
      <a:dk1>
        <a:srgbClr val="000000"/>
      </a:dk1>
      <a:lt1>
        <a:srgbClr val="FFFFFF"/>
      </a:lt1>
      <a:dk2>
        <a:srgbClr val="474746"/>
      </a:dk2>
      <a:lt2>
        <a:srgbClr val="878787"/>
      </a:lt2>
      <a:accent1>
        <a:srgbClr val="009FDA"/>
      </a:accent1>
      <a:accent2>
        <a:srgbClr val="004899"/>
      </a:accent2>
      <a:accent3>
        <a:srgbClr val="E6326E"/>
      </a:accent3>
      <a:accent4>
        <a:srgbClr val="44A034"/>
      </a:accent4>
      <a:accent5>
        <a:srgbClr val="FFAA00"/>
      </a:accent5>
      <a:accent6>
        <a:srgbClr val="FFD500"/>
      </a:accent6>
      <a:hlink>
        <a:srgbClr val="E8112C"/>
      </a:hlink>
      <a:folHlink>
        <a:srgbClr val="D3ECFB"/>
      </a:folHlink>
    </a:clrScheme>
    <a:fontScheme name="Benutzerdefiniert 27">
      <a:majorFont>
        <a:latin typeface="Segoe UI Black"/>
        <a:ea typeface=""/>
        <a:cs typeface=""/>
      </a:majorFont>
      <a:minorFont>
        <a:latin typeface="Segoe UI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lnSpc>
            <a:spcPct val="90000"/>
          </a:lnSpc>
          <a:defRPr sz="1600" dirty="0" smtClean="0">
            <a:solidFill>
              <a:schemeClr val="bg1"/>
            </a:solidFill>
            <a:ea typeface="Roboto" panose="02000000000000000000" pitchFamily="2" charset="0"/>
            <a:cs typeface="Verdana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 cap="rnd" cmpd="sng">
          <a:solidFill>
            <a:schemeClr val="bg2"/>
          </a:solidFill>
          <a:prstDash val="solid"/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vert="horz" wrap="square" lIns="0" tIns="0" rIns="0" bIns="0" rtlCol="0">
        <a:noAutofit/>
      </a:bodyPr>
      <a:lstStyle>
        <a:defPPr algn="l">
          <a:defRPr sz="2000" dirty="0" err="1" smtClean="0">
            <a:solidFill>
              <a:schemeClr val="bg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Template_16_9_SP_DE" id="{F6205DFC-6DE6-4394-8265-3A58F81275F3}" vid="{C18DE3E8-0956-42E0-8AAC-D87FC7F5FBBC}"/>
    </a:ext>
  </a:extLst>
</a:theme>
</file>

<file path=ppt/theme/theme4.xml><?xml version="1.0" encoding="utf-8"?>
<a:theme xmlns:a="http://schemas.openxmlformats.org/drawingml/2006/main" name="1_A2A">
  <a:themeElements>
    <a:clrScheme name="COLORI A2A">
      <a:dk1>
        <a:srgbClr val="000000"/>
      </a:dk1>
      <a:lt1>
        <a:srgbClr val="FFFFFF"/>
      </a:lt1>
      <a:dk2>
        <a:srgbClr val="414141"/>
      </a:dk2>
      <a:lt2>
        <a:srgbClr val="878787"/>
      </a:lt2>
      <a:accent1>
        <a:srgbClr val="009FDA"/>
      </a:accent1>
      <a:accent2>
        <a:srgbClr val="00499A"/>
      </a:accent2>
      <a:accent3>
        <a:srgbClr val="AE0F0A"/>
      </a:accent3>
      <a:accent4>
        <a:srgbClr val="75B843"/>
      </a:accent4>
      <a:accent5>
        <a:srgbClr val="F5A725"/>
      </a:accent5>
      <a:accent6>
        <a:srgbClr val="EA366C"/>
      </a:accent6>
      <a:hlink>
        <a:srgbClr val="C00000"/>
      </a:hlink>
      <a:folHlink>
        <a:srgbClr val="A10B0E"/>
      </a:folHlink>
    </a:clrScheme>
    <a:fontScheme name="New A2A">
      <a:majorFont>
        <a:latin typeface="Life Sans"/>
        <a:ea typeface=""/>
        <a:cs typeface=""/>
      </a:majorFont>
      <a:minorFont>
        <a:latin typeface="Life Sans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lnSpc>
            <a:spcPct val="90000"/>
          </a:lnSpc>
          <a:defRPr sz="1600" dirty="0" smtClean="0">
            <a:solidFill>
              <a:schemeClr val="bg1"/>
            </a:solidFill>
            <a:ea typeface="Roboto" panose="02000000000000000000" pitchFamily="2" charset="0"/>
            <a:cs typeface="Verdana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 cap="rnd" cmpd="sng">
          <a:solidFill>
            <a:schemeClr val="bg2"/>
          </a:solidFill>
          <a:prstDash val="solid"/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vert="horz" wrap="square" lIns="0" tIns="0" rIns="0" bIns="0" rtlCol="0">
        <a:noAutofit/>
      </a:bodyPr>
      <a:lstStyle>
        <a:defPPr algn="l">
          <a:defRPr sz="2000" dirty="0" err="1" smtClean="0">
            <a:solidFill>
              <a:schemeClr val="bg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A2A" id="{F07688F2-2E4F-4E37-8D2C-F4ED3BF321B8}" vid="{8AF82E39-4537-4314-BD53-560A6A05B690}"/>
    </a:ext>
  </a:extLst>
</a:theme>
</file>

<file path=ppt/theme/theme5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Larissa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tint val="100000"/>
              <a:shade val="100000"/>
              <a:satMod val="130000"/>
            </a:schemeClr>
          </a:gs>
          <a:gs pos="100000">
            <a:schemeClr val="phClr">
              <a:tint val="50000"/>
              <a:shade val="100000"/>
              <a:satMod val="350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C251F07B96EC34EA980E3848D246D0E" ma:contentTypeVersion="3" ma:contentTypeDescription="Create a new document." ma:contentTypeScope="" ma:versionID="11af8f5d1a396e2c154bb3cc1d6f4d83">
  <xsd:schema xmlns:xsd="http://www.w3.org/2001/XMLSchema" xmlns:xs="http://www.w3.org/2001/XMLSchema" xmlns:p="http://schemas.microsoft.com/office/2006/metadata/properties" xmlns:ns2="d940b0da-36af-4120-84eb-cf5dabb34973" targetNamespace="http://schemas.microsoft.com/office/2006/metadata/properties" ma:root="true" ma:fieldsID="8a7ffe891009334d80ac53ff263acaf4" ns2:_="">
    <xsd:import namespace="d940b0da-36af-4120-84eb-cf5dabb3497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940b0da-36af-4120-84eb-cf5dabb3497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9A8C897-6F08-4924-A9AA-5276A6164034}">
  <ds:schemaRefs>
    <ds:schemaRef ds:uri="d940b0da-36af-4120-84eb-cf5dabb34973"/>
    <ds:schemaRef ds:uri="http://schemas.openxmlformats.org/package/2006/metadata/core-properties"/>
    <ds:schemaRef ds:uri="http://purl.org/dc/elements/1.1/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purl.org/dc/terms/"/>
    <ds:schemaRef ds:uri="http://schemas.microsoft.com/office/infopath/2007/PartnerControl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17F9003A-E28D-425E-8F22-5094E4E2C63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940b0da-36af-4120-84eb-cf5dabb3497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244212CC-F908-46E0-80A0-A2585804CC94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50243f8b-2b9f-433c-964a-16fcace7db7f}" enabled="1" method="Standard" siteId="{aec650de-3432-485f-a3e8-9ac6e6709696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739</TotalTime>
  <Words>560</Words>
  <Application>Microsoft Office PowerPoint</Application>
  <PresentationFormat>Widescreen</PresentationFormat>
  <Paragraphs>138</Paragraphs>
  <Slides>3</Slides>
  <Notes>3</Notes>
  <HiddenSlides>0</HiddenSlides>
  <MMClips>0</MMClips>
  <ScaleCrop>false</ScaleCrop>
  <HeadingPairs>
    <vt:vector size="8" baseType="variant">
      <vt:variant>
        <vt:lpstr>Caratteri utilizzati</vt:lpstr>
      </vt:variant>
      <vt:variant>
        <vt:i4>7</vt:i4>
      </vt:variant>
      <vt:variant>
        <vt:lpstr>Tema</vt:lpstr>
      </vt:variant>
      <vt:variant>
        <vt:i4>4</vt:i4>
      </vt:variant>
      <vt:variant>
        <vt:lpstr>Server OLE incorporati</vt:lpstr>
      </vt:variant>
      <vt:variant>
        <vt:i4>2</vt:i4>
      </vt:variant>
      <vt:variant>
        <vt:lpstr>Titoli diapositive</vt:lpstr>
      </vt:variant>
      <vt:variant>
        <vt:i4>3</vt:i4>
      </vt:variant>
    </vt:vector>
  </HeadingPairs>
  <TitlesOfParts>
    <vt:vector size="16" baseType="lpstr">
      <vt:lpstr>Arial</vt:lpstr>
      <vt:lpstr>Calibri</vt:lpstr>
      <vt:lpstr>Life Sans</vt:lpstr>
      <vt:lpstr>Roboto</vt:lpstr>
      <vt:lpstr>Segoe UI</vt:lpstr>
      <vt:lpstr>Segoe UI </vt:lpstr>
      <vt:lpstr>Wingdings</vt:lpstr>
      <vt:lpstr>Master</vt:lpstr>
      <vt:lpstr>1_Master</vt:lpstr>
      <vt:lpstr>2_Master</vt:lpstr>
      <vt:lpstr>1_A2A</vt:lpstr>
      <vt:lpstr>Diapositiva think-cell</vt:lpstr>
      <vt:lpstr>think-cell Slide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A2A</dc:title>
  <dc:creator>Stoll, Martina</dc:creator>
  <cp:keywords/>
  <cp:lastModifiedBy>Bianco Flavio</cp:lastModifiedBy>
  <cp:revision>12</cp:revision>
  <cp:lastPrinted>2023-07-31T13:34:55Z</cp:lastPrinted>
  <dcterms:created xsi:type="dcterms:W3CDTF">2021-03-07T11:57:44Z</dcterms:created>
  <dcterms:modified xsi:type="dcterms:W3CDTF">2026-09-14T14:43:30Z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d2d24dc-7784-42ad-a576-f536bda6a418_Enabled">
    <vt:lpwstr>true</vt:lpwstr>
  </property>
  <property fmtid="{D5CDD505-2E9C-101B-9397-08002B2CF9AE}" pid="3" name="MSIP_Label_0d2d24dc-7784-42ad-a576-f536bda6a418_SetDate">
    <vt:lpwstr>2021-03-07T11:57:44Z</vt:lpwstr>
  </property>
  <property fmtid="{D5CDD505-2E9C-101B-9397-08002B2CF9AE}" pid="4" name="MSIP_Label_0d2d24dc-7784-42ad-a576-f536bda6a418_Method">
    <vt:lpwstr>Standard</vt:lpwstr>
  </property>
  <property fmtid="{D5CDD505-2E9C-101B-9397-08002B2CF9AE}" pid="5" name="MSIP_Label_0d2d24dc-7784-42ad-a576-f536bda6a418_Name">
    <vt:lpwstr>General</vt:lpwstr>
  </property>
  <property fmtid="{D5CDD505-2E9C-101B-9397-08002B2CF9AE}" pid="6" name="MSIP_Label_0d2d24dc-7784-42ad-a576-f536bda6a418_SiteId">
    <vt:lpwstr>816ef078-e1e2-4e49-b265-68b9d2a9ae92</vt:lpwstr>
  </property>
  <property fmtid="{D5CDD505-2E9C-101B-9397-08002B2CF9AE}" pid="7" name="MSIP_Label_0d2d24dc-7784-42ad-a576-f536bda6a418_ActionId">
    <vt:lpwstr>c084e8b0-e653-4281-9af7-97dff95befdc</vt:lpwstr>
  </property>
  <property fmtid="{D5CDD505-2E9C-101B-9397-08002B2CF9AE}" pid="8" name="MSIP_Label_0d2d24dc-7784-42ad-a576-f536bda6a418_ContentBits">
    <vt:lpwstr>0</vt:lpwstr>
  </property>
  <property fmtid="{D5CDD505-2E9C-101B-9397-08002B2CF9AE}" pid="9" name="ContentTypeId">
    <vt:lpwstr>0x010100AC251F07B96EC34EA980E3848D246D0E</vt:lpwstr>
  </property>
  <property fmtid="{D5CDD505-2E9C-101B-9397-08002B2CF9AE}" pid="10" name="MediaServiceImageTags">
    <vt:lpwstr/>
  </property>
  <property fmtid="{D5CDD505-2E9C-101B-9397-08002B2CF9AE}" pid="11" name="xd_ProgID">
    <vt:lpwstr/>
  </property>
  <property fmtid="{D5CDD505-2E9C-101B-9397-08002B2CF9AE}" pid="12" name="ComplianceAssetId">
    <vt:lpwstr/>
  </property>
  <property fmtid="{D5CDD505-2E9C-101B-9397-08002B2CF9AE}" pid="13" name="TemplateUrl">
    <vt:lpwstr/>
  </property>
  <property fmtid="{D5CDD505-2E9C-101B-9397-08002B2CF9AE}" pid="14" name="_ExtendedDescription">
    <vt:lpwstr/>
  </property>
  <property fmtid="{D5CDD505-2E9C-101B-9397-08002B2CF9AE}" pid="15" name="TriggerFlowInfo">
    <vt:lpwstr/>
  </property>
  <property fmtid="{D5CDD505-2E9C-101B-9397-08002B2CF9AE}" pid="16" name="xd_Signature">
    <vt:lpwstr/>
  </property>
</Properties>
</file>